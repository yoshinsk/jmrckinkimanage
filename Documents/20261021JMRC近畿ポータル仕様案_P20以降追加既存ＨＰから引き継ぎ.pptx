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74" r:id="rId5"/>
    <p:sldId id="275" r:id="rId6"/>
    <p:sldId id="288" r:id="rId7"/>
    <p:sldId id="292" r:id="rId8"/>
    <p:sldId id="279" r:id="rId9"/>
    <p:sldId id="278" r:id="rId10"/>
    <p:sldId id="289" r:id="rId11"/>
    <p:sldId id="277" r:id="rId12"/>
    <p:sldId id="282" r:id="rId13"/>
    <p:sldId id="281" r:id="rId14"/>
    <p:sldId id="271" r:id="rId15"/>
    <p:sldId id="285" r:id="rId16"/>
    <p:sldId id="286" r:id="rId17"/>
    <p:sldId id="276" r:id="rId18"/>
    <p:sldId id="290" r:id="rId19"/>
    <p:sldId id="291" r:id="rId20"/>
    <p:sldId id="293" r:id="rId21"/>
    <p:sldId id="294" r:id="rId22"/>
    <p:sldId id="295" r:id="rId23"/>
    <p:sldId id="296" r:id="rId24"/>
    <p:sldId id="297" r:id="rId25"/>
    <p:sldId id="298" r:id="rId26"/>
    <p:sldId id="299" r:id="rId27"/>
    <p:sldId id="300" r:id="rId28"/>
    <p:sldId id="301" r:id="rId29"/>
    <p:sldId id="302" r:id="rId30"/>
  </p:sldIdLst>
  <p:sldSz cx="12192000" cy="6858000"/>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789538D9-09B8-4440-9466-5F04A2140D70}">
          <p14:sldIdLst>
            <p14:sldId id="256"/>
            <p14:sldId id="272"/>
            <p14:sldId id="273"/>
            <p14:sldId id="274"/>
            <p14:sldId id="275"/>
            <p14:sldId id="288"/>
            <p14:sldId id="292"/>
            <p14:sldId id="279"/>
            <p14:sldId id="278"/>
            <p14:sldId id="289"/>
            <p14:sldId id="277"/>
            <p14:sldId id="282"/>
            <p14:sldId id="281"/>
            <p14:sldId id="271"/>
            <p14:sldId id="285"/>
            <p14:sldId id="286"/>
            <p14:sldId id="276"/>
            <p14:sldId id="290"/>
            <p14:sldId id="291"/>
            <p14:sldId id="293"/>
            <p14:sldId id="294"/>
            <p14:sldId id="295"/>
            <p14:sldId id="296"/>
            <p14:sldId id="297"/>
            <p14:sldId id="298"/>
            <p14:sldId id="299"/>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90" d="100"/>
          <a:sy n="90" d="100"/>
        </p:scale>
        <p:origin x="26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5A6AE8-1A64-F158-26A0-768DD78E3C7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EDCC8BC-4CDF-AD26-CED5-C4D343E0B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9F70B1D-EB4C-5F08-3159-967AC34B9A5D}"/>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A69A7AF9-C1B7-30B3-7A17-075CDD24F88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2F76449-E1CE-EFA6-73E4-C5ECE6D022D0}"/>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157398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0F90E5-96E6-9817-3CE6-6C99B8B0D4B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6D15581-7B57-4B0C-493E-8710926CE5E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AA74D5-FCDA-ABBB-CF47-5B60F8C3C3B7}"/>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7F0CC932-9D4E-EA11-43AA-3D3A6D2BD5B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24976B-D6A5-001A-DDA3-E6E4DA26A48C}"/>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3723867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3FA08A14-3CD5-9CCA-9834-74C4942E2776}"/>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92E7BB53-0273-FA20-D996-0AB44B7C699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A4410C3-AFA0-BAE1-2B87-95C14C7F49B9}"/>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6A375A02-D097-CE27-2EB9-DDE33B833BFA}"/>
              </a:ext>
            </a:extLst>
          </p:cNvPr>
          <p:cNvCxnSpPr/>
          <p:nvPr userDrawn="1"/>
        </p:nvCxnSpPr>
        <p:spPr>
          <a:xfrm>
            <a:off x="0" y="648070"/>
            <a:ext cx="12192000"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1834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セクション見出し">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3FA08A14-3CD5-9CCA-9834-74C4942E2776}"/>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92E7BB53-0273-FA20-D996-0AB44B7C699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A4410C3-AFA0-BAE1-2B87-95C14C7F49B9}"/>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6A375A02-D097-CE27-2EB9-DDE33B833BFA}"/>
              </a:ext>
            </a:extLst>
          </p:cNvPr>
          <p:cNvCxnSpPr/>
          <p:nvPr userDrawn="1"/>
        </p:nvCxnSpPr>
        <p:spPr>
          <a:xfrm>
            <a:off x="0" y="648070"/>
            <a:ext cx="12192000"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CA81B921-1884-8375-34B2-14A6207F36E8}"/>
              </a:ext>
            </a:extLst>
          </p:cNvPr>
          <p:cNvSpPr txBox="1"/>
          <p:nvPr userDrawn="1"/>
        </p:nvSpPr>
        <p:spPr>
          <a:xfrm>
            <a:off x="10972802" y="136525"/>
            <a:ext cx="1127464" cy="400110"/>
          </a:xfrm>
          <a:prstGeom prst="rect">
            <a:avLst/>
          </a:prstGeom>
          <a:noFill/>
        </p:spPr>
        <p:txBody>
          <a:bodyPr wrap="square" rtlCol="0">
            <a:spAutoFit/>
          </a:bodyPr>
          <a:lstStyle/>
          <a:p>
            <a:pPr algn="r"/>
            <a:fld id="{CC613CDD-3157-4271-A2F3-96A53F48D0E4}" type="slidenum">
              <a:rPr kumimoji="1" lang="ja-JP" altLang="en-US" sz="2000" smtClean="0">
                <a:latin typeface="Meiryo UI" panose="020B0604030504040204" pitchFamily="50" charset="-128"/>
                <a:ea typeface="Meiryo UI" panose="020B0604030504040204" pitchFamily="50" charset="-128"/>
              </a:rPr>
              <a:pPr algn="r"/>
              <a:t>‹#›</a:t>
            </a:fld>
            <a:r>
              <a:rPr kumimoji="1" lang="en-US" altLang="ja-JP" sz="2000" dirty="0">
                <a:latin typeface="Meiryo UI" panose="020B0604030504040204" pitchFamily="50" charset="-128"/>
                <a:ea typeface="Meiryo UI" panose="020B0604030504040204" pitchFamily="50" charset="-128"/>
              </a:rPr>
              <a:t>/10</a:t>
            </a:r>
            <a:endParaRPr kumimoji="1" lang="ja-JP" altLang="en-US" sz="2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22303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4A5E10-B6B0-DFAB-C3AA-656801FE647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08D89DD-4D97-15B3-2A9B-FBE385DD2C0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CA9BF7E-E7B5-FD03-4434-02670AD972A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40D1B89-AAF7-841B-B2F4-F081DF977418}"/>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6" name="フッター プレースホルダー 5">
            <a:extLst>
              <a:ext uri="{FF2B5EF4-FFF2-40B4-BE49-F238E27FC236}">
                <a16:creationId xmlns:a16="http://schemas.microsoft.com/office/drawing/2014/main" id="{E92C46BA-4D85-6EB2-EF47-A86BBF2635E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AA302C4-FB0F-7986-8A0D-D7B03047E2B0}"/>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2500051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EC0269-1C49-0447-AE56-985C71E03BF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2E03EC7-67EA-4527-79A1-0A99073294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4D8C9C9-6AAD-3CC2-3268-9F2403236D4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E724DC5-81B7-B179-AFDF-1C298AE87F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D7397F4-2C6E-CE73-D77C-53A15876B92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8FC3429-E269-9166-DE57-956B5E071428}"/>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8" name="フッター プレースホルダー 7">
            <a:extLst>
              <a:ext uri="{FF2B5EF4-FFF2-40B4-BE49-F238E27FC236}">
                <a16:creationId xmlns:a16="http://schemas.microsoft.com/office/drawing/2014/main" id="{82DFBE8D-91D2-91C5-286B-A80ED42BF49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FB8AB8B-E175-0205-9D7A-58A0880796E7}"/>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41259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0081D6-5D95-3C25-62A9-473E1B17CEE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5F749D5-CD1E-5002-980C-5F8DCD008681}"/>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4" name="フッター プレースホルダー 3">
            <a:extLst>
              <a:ext uri="{FF2B5EF4-FFF2-40B4-BE49-F238E27FC236}">
                <a16:creationId xmlns:a16="http://schemas.microsoft.com/office/drawing/2014/main" id="{EDB57EF3-54A9-2ECF-2800-AAA9DC2FF60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161DBFC-BFCB-C58D-D9B5-B94D75E29E8F}"/>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865930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052B923-F2BD-9450-A0F5-84D992229A20}"/>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3" name="フッター プレースホルダー 2">
            <a:extLst>
              <a:ext uri="{FF2B5EF4-FFF2-40B4-BE49-F238E27FC236}">
                <a16:creationId xmlns:a16="http://schemas.microsoft.com/office/drawing/2014/main" id="{4A769614-C9F5-A6DA-16CA-E2928EAD945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DD5C77A-DBE8-D572-715D-3F011D1A69D0}"/>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1040639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8B2A95-8A79-9953-13E8-5EB5483448E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4F9680D-9295-3A41-AE82-DCEA101E16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FCBC1CD-3DDF-1324-4AD7-F581A9CF45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0726CC0-065B-11F8-3737-F67764C6CF0B}"/>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6" name="フッター プレースホルダー 5">
            <a:extLst>
              <a:ext uri="{FF2B5EF4-FFF2-40B4-BE49-F238E27FC236}">
                <a16:creationId xmlns:a16="http://schemas.microsoft.com/office/drawing/2014/main" id="{BCFAEE87-CB0E-FBD7-1773-031C11F940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61855DA-F024-D7CA-BD25-32D7613598C2}"/>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2601481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B51C06-A29D-8821-443F-E8F0CCA4A87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78B32C9-3FD4-F2B6-9656-55C4CB1EF1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382610A-DA94-8AF8-D441-EEE084C0AA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90B635E-896F-7381-5F9A-D49AB3DC7824}"/>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6" name="フッター プレースホルダー 5">
            <a:extLst>
              <a:ext uri="{FF2B5EF4-FFF2-40B4-BE49-F238E27FC236}">
                <a16:creationId xmlns:a16="http://schemas.microsoft.com/office/drawing/2014/main" id="{3964FCBE-C6CB-5F30-F664-21B72217FDC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8E27C67-6674-3C34-C28F-96376CF08CD4}"/>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2438501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982898-FCBA-1073-1EBB-C42C22DB378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79C24DE-293B-B12A-6916-B5066CC27A8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BF6AEB9-6638-2187-EAD5-77A2E52F6142}"/>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4F13B623-A426-F3E6-10E1-DCC34B54C4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510E89A-6A29-D660-2350-7F40E0CF3681}"/>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28539610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334ACC2-1631-A619-8B3E-301AD86CF60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4961B81-F607-70CA-53C8-57776A6D302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17FB1FB-945B-1552-7CB2-728469A40826}"/>
              </a:ext>
            </a:extLst>
          </p:cNvPr>
          <p:cNvSpPr>
            <a:spLocks noGrp="1"/>
          </p:cNvSpPr>
          <p:nvPr>
            <p:ph type="dt" sz="half" idx="10"/>
          </p:nvPr>
        </p:nvSpPr>
        <p:spPr/>
        <p:txBody>
          <a:bodyPr/>
          <a:lstStyle/>
          <a:p>
            <a:fld id="{CDBB496D-ECC3-49A0-A4E8-1DC7A9351BBE}"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1B5443D2-75A9-2D25-923D-C183C017705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209DB80-E484-A60F-827F-710D7F6C52AC}"/>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2075768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826E3A5-A76F-FCBD-A296-7B87F13369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B5C2D4A-D5A6-7559-F31C-DBD0679D30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9A144E0-8873-1FEE-DB33-C04DB78F15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BB496D-ECC3-49A0-A4E8-1DC7A9351BBE}"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AF28E513-B8A5-5AA7-0FA2-579EE861F6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FA8CF53-FC33-2BAB-2F41-13D672C6F3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1572197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78BADED-318B-87CB-425F-4EB18CDAADD8}"/>
              </a:ext>
            </a:extLst>
          </p:cNvPr>
          <p:cNvSpPr txBox="1"/>
          <p:nvPr/>
        </p:nvSpPr>
        <p:spPr>
          <a:xfrm>
            <a:off x="1773378" y="1867437"/>
            <a:ext cx="8645237" cy="1569660"/>
          </a:xfrm>
          <a:prstGeom prst="rect">
            <a:avLst/>
          </a:prstGeom>
          <a:noFill/>
        </p:spPr>
        <p:txBody>
          <a:bodyPr wrap="square" rtlCol="0">
            <a:spAutoFit/>
          </a:bodyPr>
          <a:lstStyle/>
          <a:p>
            <a:pPr algn="ctr"/>
            <a:r>
              <a:rPr kumimoji="1" lang="en-US" altLang="ja-JP" sz="4800" dirty="0">
                <a:latin typeface="Meiryo UI" panose="020B0604030504040204" pitchFamily="50" charset="-128"/>
                <a:ea typeface="Meiryo UI" panose="020B0604030504040204" pitchFamily="50" charset="-128"/>
              </a:rPr>
              <a:t>JMRC</a:t>
            </a:r>
            <a:r>
              <a:rPr kumimoji="1" lang="ja-JP" altLang="en-US" sz="4800" dirty="0">
                <a:latin typeface="Meiryo UI" panose="020B0604030504040204" pitchFamily="50" charset="-128"/>
                <a:ea typeface="Meiryo UI" panose="020B0604030504040204" pitchFamily="50" charset="-128"/>
              </a:rPr>
              <a:t>近畿</a:t>
            </a:r>
            <a:endParaRPr kumimoji="1" lang="en-US" altLang="ja-JP" sz="4800" dirty="0">
              <a:latin typeface="Meiryo UI" panose="020B0604030504040204" pitchFamily="50" charset="-128"/>
              <a:ea typeface="Meiryo UI" panose="020B0604030504040204" pitchFamily="50" charset="-128"/>
            </a:endParaRPr>
          </a:p>
          <a:p>
            <a:pPr algn="ctr"/>
            <a:r>
              <a:rPr kumimoji="1" lang="ja-JP" altLang="en-US" sz="4800" dirty="0">
                <a:latin typeface="Meiryo UI" panose="020B0604030504040204" pitchFamily="50" charset="-128"/>
                <a:ea typeface="Meiryo UI" panose="020B0604030504040204" pitchFamily="50" charset="-128"/>
              </a:rPr>
              <a:t>事務局ポータルシステムの提案</a:t>
            </a:r>
          </a:p>
        </p:txBody>
      </p:sp>
      <p:sp>
        <p:nvSpPr>
          <p:cNvPr id="5" name="テキスト ボックス 4">
            <a:extLst>
              <a:ext uri="{FF2B5EF4-FFF2-40B4-BE49-F238E27FC236}">
                <a16:creationId xmlns:a16="http://schemas.microsoft.com/office/drawing/2014/main" id="{073BDF16-E399-555E-F342-2C531076A1BF}"/>
              </a:ext>
            </a:extLst>
          </p:cNvPr>
          <p:cNvSpPr txBox="1"/>
          <p:nvPr/>
        </p:nvSpPr>
        <p:spPr>
          <a:xfrm>
            <a:off x="218903" y="218902"/>
            <a:ext cx="2233352" cy="1015663"/>
          </a:xfrm>
          <a:prstGeom prst="rect">
            <a:avLst/>
          </a:prstGeom>
          <a:noFill/>
          <a:ln>
            <a:solidFill>
              <a:schemeClr val="tx1"/>
            </a:solidFill>
          </a:ln>
        </p:spPr>
        <p:txBody>
          <a:bodyPr wrap="square" rtlCol="0">
            <a:spAutoFit/>
          </a:bodyPr>
          <a:lstStyle/>
          <a:p>
            <a:pPr algn="ctr"/>
            <a:r>
              <a:rPr kumimoji="1" lang="en-US" altLang="ja-JP" sz="2000" dirty="0">
                <a:latin typeface="Meiryo UI" panose="020B0604030504040204" pitchFamily="50" charset="-128"/>
                <a:ea typeface="Meiryo UI" panose="020B0604030504040204" pitchFamily="50" charset="-128"/>
              </a:rPr>
              <a:t>26</a:t>
            </a:r>
            <a:r>
              <a:rPr kumimoji="1" lang="ja-JP" altLang="en-US" sz="2000" dirty="0">
                <a:latin typeface="Meiryo UI" panose="020B0604030504040204" pitchFamily="50" charset="-128"/>
                <a:ea typeface="Meiryo UI" panose="020B0604030504040204" pitchFamily="50" charset="-128"/>
              </a:rPr>
              <a:t>年</a:t>
            </a:r>
            <a:r>
              <a:rPr lang="en-US" altLang="ja-JP" sz="2000" dirty="0">
                <a:latin typeface="Meiryo UI" panose="020B0604030504040204" pitchFamily="50" charset="-128"/>
                <a:ea typeface="Meiryo UI" panose="020B0604030504040204" pitchFamily="50" charset="-128"/>
              </a:rPr>
              <a:t>8</a:t>
            </a:r>
            <a:r>
              <a:rPr kumimoji="1" lang="ja-JP" altLang="en-US" sz="2000" dirty="0">
                <a:latin typeface="Meiryo UI" panose="020B0604030504040204" pitchFamily="50" charset="-128"/>
                <a:ea typeface="Meiryo UI" panose="020B0604030504040204" pitchFamily="50" charset="-128"/>
              </a:rPr>
              <a:t>月</a:t>
            </a:r>
            <a:r>
              <a:rPr lang="en-US" altLang="ja-JP" sz="2000" dirty="0">
                <a:latin typeface="Meiryo UI" panose="020B0604030504040204" pitchFamily="50" charset="-128"/>
                <a:ea typeface="Meiryo UI" panose="020B0604030504040204" pitchFamily="50" charset="-128"/>
              </a:rPr>
              <a:t>19</a:t>
            </a:r>
            <a:r>
              <a:rPr kumimoji="1" lang="ja-JP" altLang="en-US" sz="2000" dirty="0">
                <a:latin typeface="Meiryo UI" panose="020B0604030504040204" pitchFamily="50" charset="-128"/>
                <a:ea typeface="Meiryo UI" panose="020B0604030504040204" pitchFamily="50" charset="-128"/>
              </a:rPr>
              <a:t>日</a:t>
            </a:r>
            <a:endParaRPr kumimoji="1" lang="en-US" altLang="ja-JP" sz="2000" dirty="0">
              <a:latin typeface="Meiryo UI" panose="020B0604030504040204" pitchFamily="50" charset="-128"/>
              <a:ea typeface="Meiryo UI" panose="020B0604030504040204" pitchFamily="50" charset="-128"/>
            </a:endParaRPr>
          </a:p>
          <a:p>
            <a:pPr algn="ctr"/>
            <a:r>
              <a:rPr kumimoji="1" lang="ja-JP" altLang="en-US" sz="2000" dirty="0">
                <a:latin typeface="Meiryo UI" panose="020B0604030504040204" pitchFamily="50" charset="-128"/>
                <a:ea typeface="Meiryo UI" panose="020B0604030504040204" pitchFamily="50" charset="-128"/>
              </a:rPr>
              <a:t>第</a:t>
            </a:r>
            <a:r>
              <a:rPr lang="en-US" altLang="ja-JP" sz="2000" dirty="0">
                <a:latin typeface="Meiryo UI" panose="020B0604030504040204" pitchFamily="50" charset="-128"/>
                <a:ea typeface="Meiryo UI" panose="020B0604030504040204" pitchFamily="50" charset="-128"/>
              </a:rPr>
              <a:t>6</a:t>
            </a:r>
            <a:r>
              <a:rPr kumimoji="1" lang="ja-JP" altLang="en-US" sz="2000" dirty="0">
                <a:latin typeface="Meiryo UI" panose="020B0604030504040204" pitchFamily="50" charset="-128"/>
                <a:ea typeface="Meiryo UI" panose="020B0604030504040204" pitchFamily="50" charset="-128"/>
              </a:rPr>
              <a:t>回</a:t>
            </a:r>
            <a:r>
              <a:rPr kumimoji="1" lang="en-US" altLang="ja-JP" sz="2000" dirty="0">
                <a:latin typeface="Meiryo UI" panose="020B0604030504040204" pitchFamily="50" charset="-128"/>
                <a:ea typeface="Meiryo UI" panose="020B0604030504040204" pitchFamily="50" charset="-128"/>
              </a:rPr>
              <a:t>JMRC</a:t>
            </a:r>
            <a:r>
              <a:rPr lang="ja-JP" altLang="en-US" sz="2000" dirty="0">
                <a:latin typeface="Meiryo UI" panose="020B0604030504040204" pitchFamily="50" charset="-128"/>
                <a:ea typeface="Meiryo UI" panose="020B0604030504040204" pitchFamily="50" charset="-128"/>
              </a:rPr>
              <a:t>近畿</a:t>
            </a:r>
            <a:endParaRPr lang="en-US" altLang="ja-JP" sz="2000" dirty="0">
              <a:latin typeface="Meiryo UI" panose="020B0604030504040204" pitchFamily="50" charset="-128"/>
              <a:ea typeface="Meiryo UI" panose="020B0604030504040204" pitchFamily="50" charset="-128"/>
            </a:endParaRPr>
          </a:p>
          <a:p>
            <a:pPr algn="ctr"/>
            <a:r>
              <a:rPr lang="ja-JP" altLang="en-US" sz="2000" dirty="0">
                <a:latin typeface="Meiryo UI" panose="020B0604030504040204" pitchFamily="50" charset="-128"/>
                <a:ea typeface="Meiryo UI" panose="020B0604030504040204" pitchFamily="50" charset="-128"/>
              </a:rPr>
              <a:t>運営委員会</a:t>
            </a:r>
            <a:endParaRPr kumimoji="1" lang="ja-JP" altLang="en-US" sz="2000" dirty="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8350E195-2C84-69EB-2372-745EA96A64FA}"/>
              </a:ext>
            </a:extLst>
          </p:cNvPr>
          <p:cNvSpPr txBox="1"/>
          <p:nvPr/>
        </p:nvSpPr>
        <p:spPr>
          <a:xfrm>
            <a:off x="3236419" y="4990563"/>
            <a:ext cx="5719156" cy="830997"/>
          </a:xfrm>
          <a:prstGeom prst="rect">
            <a:avLst/>
          </a:prstGeom>
          <a:noFill/>
        </p:spPr>
        <p:txBody>
          <a:bodyPr wrap="square" rtlCol="0">
            <a:spAutoFit/>
          </a:bodyPr>
          <a:lstStyle/>
          <a:p>
            <a:pPr algn="ctr"/>
            <a:r>
              <a:rPr kumimoji="1" lang="en-US" altLang="ja-JP" sz="2400" dirty="0">
                <a:latin typeface="Meiryo UI" panose="020B0604030504040204" pitchFamily="50" charset="-128"/>
                <a:ea typeface="Meiryo UI" panose="020B0604030504040204" pitchFamily="50" charset="-128"/>
              </a:rPr>
              <a:t>2026</a:t>
            </a:r>
            <a:r>
              <a:rPr kumimoji="1" lang="ja-JP" altLang="en-US" sz="2400" dirty="0">
                <a:latin typeface="Meiryo UI" panose="020B0604030504040204" pitchFamily="50" charset="-128"/>
                <a:ea typeface="Meiryo UI" panose="020B0604030504040204" pitchFamily="50" charset="-128"/>
              </a:rPr>
              <a:t>年</a:t>
            </a:r>
            <a:r>
              <a:rPr kumimoji="1" lang="en-US" altLang="ja-JP" sz="2400" dirty="0">
                <a:latin typeface="Meiryo UI" panose="020B0604030504040204" pitchFamily="50" charset="-128"/>
                <a:ea typeface="Meiryo UI" panose="020B0604030504040204" pitchFamily="50" charset="-128"/>
              </a:rPr>
              <a:t>8</a:t>
            </a:r>
            <a:r>
              <a:rPr kumimoji="1" lang="ja-JP" altLang="en-US" sz="2400" dirty="0">
                <a:latin typeface="Meiryo UI" panose="020B0604030504040204" pitchFamily="50" charset="-128"/>
                <a:ea typeface="Meiryo UI" panose="020B0604030504040204" pitchFamily="50" charset="-128"/>
              </a:rPr>
              <a:t>月</a:t>
            </a:r>
            <a:r>
              <a:rPr kumimoji="1" lang="en-US" altLang="ja-JP" sz="2400" dirty="0">
                <a:latin typeface="Meiryo UI" panose="020B0604030504040204" pitchFamily="50" charset="-128"/>
                <a:ea typeface="Meiryo UI" panose="020B0604030504040204" pitchFamily="50" charset="-128"/>
              </a:rPr>
              <a:t>19</a:t>
            </a:r>
            <a:r>
              <a:rPr lang="ja-JP" altLang="en-US" sz="2400" dirty="0">
                <a:latin typeface="Meiryo UI" panose="020B0604030504040204" pitchFamily="50" charset="-128"/>
                <a:ea typeface="Meiryo UI" panose="020B0604030504040204" pitchFamily="50" charset="-128"/>
              </a:rPr>
              <a:t>日</a:t>
            </a:r>
            <a:endParaRPr kumimoji="1" lang="en-US" altLang="ja-JP" sz="2400" dirty="0">
              <a:latin typeface="Meiryo UI" panose="020B0604030504040204" pitchFamily="50" charset="-128"/>
              <a:ea typeface="Meiryo UI" panose="020B0604030504040204" pitchFamily="50" charset="-128"/>
            </a:endParaRPr>
          </a:p>
          <a:p>
            <a:pPr algn="ctr"/>
            <a:r>
              <a:rPr kumimoji="1" lang="en-US" altLang="ja-JP" sz="2400" dirty="0">
                <a:latin typeface="Meiryo UI" panose="020B0604030504040204" pitchFamily="50" charset="-128"/>
                <a:ea typeface="Meiryo UI" panose="020B0604030504040204" pitchFamily="50" charset="-128"/>
              </a:rPr>
              <a:t>JMRC</a:t>
            </a:r>
            <a:r>
              <a:rPr lang="ja-JP" altLang="en-US" sz="2400" dirty="0">
                <a:latin typeface="Meiryo UI" panose="020B0604030504040204" pitchFamily="50" charset="-128"/>
                <a:ea typeface="Meiryo UI" panose="020B0604030504040204" pitchFamily="50" charset="-128"/>
              </a:rPr>
              <a:t>近畿運営委員会　財務委員</a:t>
            </a:r>
            <a:endParaRPr lang="en-US" altLang="ja-JP" sz="2400" dirty="0">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5E7376C1-CE86-8108-70B7-38025FD2BA5D}"/>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1/14</a:t>
            </a:r>
            <a:endParaRPr kumimoji="1" lang="ja-JP" altLang="en-US" sz="2400" dirty="0"/>
          </a:p>
        </p:txBody>
      </p:sp>
      <p:sp>
        <p:nvSpPr>
          <p:cNvPr id="3" name="テキスト ボックス 2">
            <a:extLst>
              <a:ext uri="{FF2B5EF4-FFF2-40B4-BE49-F238E27FC236}">
                <a16:creationId xmlns:a16="http://schemas.microsoft.com/office/drawing/2014/main" id="{031767D4-726C-C7AF-3F6D-5D7A760DF407}"/>
              </a:ext>
            </a:extLst>
          </p:cNvPr>
          <p:cNvSpPr txBox="1"/>
          <p:nvPr/>
        </p:nvSpPr>
        <p:spPr>
          <a:xfrm>
            <a:off x="4107868" y="1350946"/>
            <a:ext cx="3976255" cy="400110"/>
          </a:xfrm>
          <a:prstGeom prst="rect">
            <a:avLst/>
          </a:prstGeom>
          <a:noFill/>
          <a:ln>
            <a:solidFill>
              <a:schemeClr val="tx1"/>
            </a:solidFill>
          </a:ln>
        </p:spPr>
        <p:txBody>
          <a:bodyPr wrap="square" rtlCol="0">
            <a:spAutoFit/>
          </a:bodyPr>
          <a:lstStyle/>
          <a:p>
            <a:pPr algn="ctr"/>
            <a:r>
              <a:rPr lang="ja-JP" altLang="en-US" sz="2000" dirty="0">
                <a:latin typeface="Meiryo UI" panose="020B0604030504040204" pitchFamily="50" charset="-128"/>
                <a:ea typeface="Meiryo UI" panose="020B0604030504040204" pitchFamily="50" charset="-128"/>
              </a:rPr>
              <a:t>運営委員会後の仕様案まとめ</a:t>
            </a:r>
            <a:endParaRPr kumimoji="1" lang="ja-JP" altLang="en-US" sz="2000" dirty="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81CF3C0B-EAA0-4D17-502D-0813CA14568A}"/>
              </a:ext>
            </a:extLst>
          </p:cNvPr>
          <p:cNvSpPr txBox="1"/>
          <p:nvPr/>
        </p:nvSpPr>
        <p:spPr>
          <a:xfrm>
            <a:off x="109476" y="3296124"/>
            <a:ext cx="2855397" cy="646331"/>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9</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日</a:t>
            </a:r>
            <a:endParaRPr lang="en-US" altLang="ja-JP" dirty="0">
              <a:solidFill>
                <a:srgbClr val="FF0000"/>
              </a:solidFill>
              <a:latin typeface="Meiryo UI" panose="020B0604030504040204" pitchFamily="50" charset="-128"/>
              <a:ea typeface="Meiryo UI" panose="020B0604030504040204" pitchFamily="50" charset="-128"/>
            </a:endParaRPr>
          </a:p>
          <a:p>
            <a:r>
              <a:rPr lang="ja-JP" altLang="en-US" dirty="0">
                <a:solidFill>
                  <a:srgbClr val="FF0000"/>
                </a:solidFill>
                <a:latin typeface="Meiryo UI" panose="020B0604030504040204" pitchFamily="50" charset="-128"/>
                <a:ea typeface="Meiryo UI" panose="020B0604030504040204" pitchFamily="50" charset="-128"/>
              </a:rPr>
              <a:t>　日程表更新ページ追加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F9C86A56-3EE5-6314-4558-2EEA8549908F}"/>
              </a:ext>
            </a:extLst>
          </p:cNvPr>
          <p:cNvSpPr txBox="1"/>
          <p:nvPr/>
        </p:nvSpPr>
        <p:spPr>
          <a:xfrm>
            <a:off x="109476" y="3942455"/>
            <a:ext cx="2855397" cy="923330"/>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9</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28</a:t>
            </a:r>
            <a:r>
              <a:rPr lang="ja-JP" altLang="en-US" dirty="0">
                <a:solidFill>
                  <a:srgbClr val="FF0000"/>
                </a:solidFill>
                <a:latin typeface="Meiryo UI" panose="020B0604030504040204" pitchFamily="50" charset="-128"/>
                <a:ea typeface="Meiryo UI" panose="020B0604030504040204" pitchFamily="50" charset="-128"/>
              </a:rPr>
              <a:t>日</a:t>
            </a:r>
            <a:endParaRPr lang="en-US" altLang="ja-JP" dirty="0">
              <a:solidFill>
                <a:srgbClr val="FF0000"/>
              </a:solidFill>
              <a:latin typeface="Meiryo UI" panose="020B0604030504040204" pitchFamily="50" charset="-128"/>
              <a:ea typeface="Meiryo UI" panose="020B0604030504040204" pitchFamily="50" charset="-128"/>
            </a:endParaRPr>
          </a:p>
          <a:p>
            <a:r>
              <a:rPr lang="ja-JP" altLang="en-US" dirty="0">
                <a:solidFill>
                  <a:srgbClr val="FF0000"/>
                </a:solidFill>
                <a:latin typeface="Meiryo UI" panose="020B0604030504040204" pitchFamily="50" charset="-128"/>
                <a:ea typeface="Meiryo UI" panose="020B0604030504040204" pitchFamily="50" charset="-128"/>
              </a:rPr>
              <a:t>　個人会員種別ページ追加</a:t>
            </a:r>
            <a:endParaRPr lang="en-US" altLang="ja-JP" dirty="0">
              <a:solidFill>
                <a:srgbClr val="FF0000"/>
              </a:solidFill>
              <a:latin typeface="Meiryo UI" panose="020B0604030504040204" pitchFamily="50" charset="-128"/>
              <a:ea typeface="Meiryo UI" panose="020B0604030504040204" pitchFamily="50" charset="-128"/>
            </a:endParaRPr>
          </a:p>
          <a:p>
            <a:r>
              <a:rPr lang="ja-JP" altLang="en-US" dirty="0">
                <a:solidFill>
                  <a:srgbClr val="FF0000"/>
                </a:solidFill>
                <a:latin typeface="Meiryo UI" panose="020B0604030504040204" pitchFamily="50" charset="-128"/>
                <a:ea typeface="Meiryo UI" panose="020B0604030504040204" pitchFamily="50" charset="-128"/>
              </a:rPr>
              <a:t>　</a:t>
            </a:r>
            <a:r>
              <a:rPr lang="en-US" altLang="ja-JP" dirty="0">
                <a:solidFill>
                  <a:srgbClr val="FF0000"/>
                </a:solidFill>
                <a:latin typeface="Meiryo UI" panose="020B0604030504040204" pitchFamily="50" charset="-128"/>
                <a:ea typeface="Meiryo UI" panose="020B0604030504040204" pitchFamily="50" charset="-128"/>
              </a:rPr>
              <a:t>7</a:t>
            </a:r>
            <a:r>
              <a:rPr lang="ja-JP" altLang="en-US" dirty="0">
                <a:solidFill>
                  <a:srgbClr val="FF0000"/>
                </a:solidFill>
                <a:latin typeface="Meiryo UI" panose="020B0604030504040204" pitchFamily="50" charset="-128"/>
                <a:ea typeface="Meiryo UI" panose="020B0604030504040204" pitchFamily="50" charset="-128"/>
              </a:rPr>
              <a:t>ページ</a:t>
            </a:r>
            <a:endParaRPr lang="en-US" altLang="ja-JP" dirty="0">
              <a:solidFill>
                <a:srgbClr val="FF0000"/>
              </a:solidFill>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FDCC87CD-0663-61B3-B237-D9F7CE79CCD9}"/>
              </a:ext>
            </a:extLst>
          </p:cNvPr>
          <p:cNvSpPr txBox="1"/>
          <p:nvPr/>
        </p:nvSpPr>
        <p:spPr>
          <a:xfrm>
            <a:off x="109476" y="4769214"/>
            <a:ext cx="2000595" cy="646331"/>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21</a:t>
            </a:r>
            <a:r>
              <a:rPr lang="ja-JP" altLang="en-US" dirty="0">
                <a:solidFill>
                  <a:srgbClr val="FF0000"/>
                </a:solidFill>
                <a:latin typeface="Meiryo UI" panose="020B0604030504040204" pitchFamily="50" charset="-128"/>
                <a:ea typeface="Meiryo UI" panose="020B0604030504040204" pitchFamily="50" charset="-128"/>
              </a:rPr>
              <a:t>日</a:t>
            </a:r>
            <a:endParaRPr lang="en-US" altLang="ja-JP" dirty="0">
              <a:solidFill>
                <a:srgbClr val="FF0000"/>
              </a:solidFill>
              <a:latin typeface="Meiryo UI" panose="020B0604030504040204" pitchFamily="50" charset="-128"/>
              <a:ea typeface="Meiryo UI" panose="020B0604030504040204" pitchFamily="50" charset="-128"/>
            </a:endParaRPr>
          </a:p>
          <a:p>
            <a:r>
              <a:rPr lang="ja-JP" altLang="en-US" dirty="0">
                <a:solidFill>
                  <a:srgbClr val="FF0000"/>
                </a:solidFill>
                <a:latin typeface="Meiryo UI" panose="020B0604030504040204" pitchFamily="50" charset="-128"/>
                <a:ea typeface="Meiryo UI" panose="020B0604030504040204" pitchFamily="50" charset="-128"/>
              </a:rPr>
              <a:t>　日程表修正</a:t>
            </a:r>
            <a:endParaRPr lang="en-US" altLang="ja-JP" dirty="0">
              <a:solidFill>
                <a:srgbClr val="FF0000"/>
              </a:solidFill>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88684A8B-7363-4C2F-1CBB-B42F96A23E4E}"/>
              </a:ext>
            </a:extLst>
          </p:cNvPr>
          <p:cNvSpPr txBox="1"/>
          <p:nvPr/>
        </p:nvSpPr>
        <p:spPr>
          <a:xfrm>
            <a:off x="218903" y="1346915"/>
            <a:ext cx="2233352" cy="1015663"/>
          </a:xfrm>
          <a:prstGeom prst="rect">
            <a:avLst/>
          </a:prstGeom>
          <a:noFill/>
          <a:ln>
            <a:solidFill>
              <a:schemeClr val="tx1"/>
            </a:solidFill>
          </a:ln>
        </p:spPr>
        <p:txBody>
          <a:bodyPr wrap="square" rtlCol="0">
            <a:spAutoFit/>
          </a:bodyPr>
          <a:lstStyle/>
          <a:p>
            <a:pPr algn="ctr"/>
            <a:r>
              <a:rPr kumimoji="1" lang="en-US" altLang="ja-JP" sz="2000" dirty="0">
                <a:latin typeface="Meiryo UI" panose="020B0604030504040204" pitchFamily="50" charset="-128"/>
                <a:ea typeface="Meiryo UI" panose="020B0604030504040204" pitchFamily="50" charset="-128"/>
              </a:rPr>
              <a:t>26</a:t>
            </a:r>
            <a:r>
              <a:rPr kumimoji="1" lang="ja-JP" altLang="en-US" sz="2000" dirty="0">
                <a:latin typeface="Meiryo UI" panose="020B0604030504040204" pitchFamily="50" charset="-128"/>
                <a:ea typeface="Meiryo UI" panose="020B0604030504040204" pitchFamily="50" charset="-128"/>
              </a:rPr>
              <a:t>年</a:t>
            </a:r>
            <a:r>
              <a:rPr kumimoji="1" lang="en-US" altLang="ja-JP" sz="2000" dirty="0">
                <a:latin typeface="Meiryo UI" panose="020B0604030504040204" pitchFamily="50" charset="-128"/>
                <a:ea typeface="Meiryo UI" panose="020B0604030504040204" pitchFamily="50" charset="-128"/>
              </a:rPr>
              <a:t>10</a:t>
            </a:r>
            <a:r>
              <a:rPr kumimoji="1" lang="ja-JP" altLang="en-US" sz="2000" dirty="0">
                <a:latin typeface="Meiryo UI" panose="020B0604030504040204" pitchFamily="50" charset="-128"/>
                <a:ea typeface="Meiryo UI" panose="020B0604030504040204" pitchFamily="50" charset="-128"/>
              </a:rPr>
              <a:t>月</a:t>
            </a:r>
            <a:r>
              <a:rPr kumimoji="1" lang="en-US" altLang="ja-JP" sz="2000" dirty="0">
                <a:latin typeface="Meiryo UI" panose="020B0604030504040204" pitchFamily="50" charset="-128"/>
                <a:ea typeface="Meiryo UI" panose="020B0604030504040204" pitchFamily="50" charset="-128"/>
              </a:rPr>
              <a:t>21</a:t>
            </a:r>
            <a:r>
              <a:rPr kumimoji="1" lang="ja-JP" altLang="en-US" sz="2000" dirty="0">
                <a:latin typeface="Meiryo UI" panose="020B0604030504040204" pitchFamily="50" charset="-128"/>
                <a:ea typeface="Meiryo UI" panose="020B0604030504040204" pitchFamily="50" charset="-128"/>
              </a:rPr>
              <a:t>日</a:t>
            </a:r>
            <a:endParaRPr kumimoji="1" lang="en-US" altLang="ja-JP" sz="2000" dirty="0">
              <a:latin typeface="Meiryo UI" panose="020B0604030504040204" pitchFamily="50" charset="-128"/>
              <a:ea typeface="Meiryo UI" panose="020B0604030504040204" pitchFamily="50" charset="-128"/>
            </a:endParaRPr>
          </a:p>
          <a:p>
            <a:pPr algn="ctr"/>
            <a:r>
              <a:rPr kumimoji="1" lang="ja-JP" altLang="en-US" sz="2000" dirty="0">
                <a:latin typeface="Meiryo UI" panose="020B0604030504040204" pitchFamily="50" charset="-128"/>
                <a:ea typeface="Meiryo UI" panose="020B0604030504040204" pitchFamily="50" charset="-128"/>
              </a:rPr>
              <a:t>第</a:t>
            </a:r>
            <a:r>
              <a:rPr kumimoji="1" lang="en-US" altLang="ja-JP" sz="2000" dirty="0">
                <a:latin typeface="Meiryo UI" panose="020B0604030504040204" pitchFamily="50" charset="-128"/>
                <a:ea typeface="Meiryo UI" panose="020B0604030504040204" pitchFamily="50" charset="-128"/>
              </a:rPr>
              <a:t>7</a:t>
            </a:r>
            <a:r>
              <a:rPr kumimoji="1" lang="ja-JP" altLang="en-US" sz="2000" dirty="0">
                <a:latin typeface="Meiryo UI" panose="020B0604030504040204" pitchFamily="50" charset="-128"/>
                <a:ea typeface="Meiryo UI" panose="020B0604030504040204" pitchFamily="50" charset="-128"/>
              </a:rPr>
              <a:t>回</a:t>
            </a:r>
            <a:r>
              <a:rPr kumimoji="1" lang="en-US" altLang="ja-JP" sz="2000" dirty="0">
                <a:latin typeface="Meiryo UI" panose="020B0604030504040204" pitchFamily="50" charset="-128"/>
                <a:ea typeface="Meiryo UI" panose="020B0604030504040204" pitchFamily="50" charset="-128"/>
              </a:rPr>
              <a:t>JMRC</a:t>
            </a:r>
            <a:r>
              <a:rPr lang="ja-JP" altLang="en-US" sz="2000" dirty="0">
                <a:latin typeface="Meiryo UI" panose="020B0604030504040204" pitchFamily="50" charset="-128"/>
                <a:ea typeface="Meiryo UI" panose="020B0604030504040204" pitchFamily="50" charset="-128"/>
              </a:rPr>
              <a:t>近畿</a:t>
            </a:r>
            <a:endParaRPr lang="en-US" altLang="ja-JP" sz="2000" dirty="0">
              <a:latin typeface="Meiryo UI" panose="020B0604030504040204" pitchFamily="50" charset="-128"/>
              <a:ea typeface="Meiryo UI" panose="020B0604030504040204" pitchFamily="50" charset="-128"/>
            </a:endParaRPr>
          </a:p>
          <a:p>
            <a:pPr algn="ctr"/>
            <a:r>
              <a:rPr lang="ja-JP" altLang="en-US" sz="2000" dirty="0">
                <a:latin typeface="Meiryo UI" panose="020B0604030504040204" pitchFamily="50" charset="-128"/>
                <a:ea typeface="Meiryo UI" panose="020B0604030504040204" pitchFamily="50" charset="-128"/>
              </a:rPr>
              <a:t>運営委員会</a:t>
            </a:r>
            <a:endParaRPr kumimoji="1" lang="ja-JP" altLang="en-US" sz="2000" dirty="0">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346DCC1F-933C-4B15-D634-B3FB4769FCD7}"/>
              </a:ext>
            </a:extLst>
          </p:cNvPr>
          <p:cNvSpPr txBox="1"/>
          <p:nvPr/>
        </p:nvSpPr>
        <p:spPr>
          <a:xfrm>
            <a:off x="109475" y="5415545"/>
            <a:ext cx="2855397" cy="646331"/>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a:t>
            </a:r>
            <a:endParaRPr lang="en-US" altLang="ja-JP" dirty="0">
              <a:solidFill>
                <a:srgbClr val="FF0000"/>
              </a:solidFill>
              <a:latin typeface="Meiryo UI" panose="020B0604030504040204" pitchFamily="50" charset="-128"/>
              <a:ea typeface="Meiryo UI" panose="020B0604030504040204" pitchFamily="50" charset="-128"/>
            </a:endParaRPr>
          </a:p>
          <a:p>
            <a:r>
              <a:rPr lang="ja-JP" altLang="en-US" dirty="0">
                <a:solidFill>
                  <a:srgbClr val="FF0000"/>
                </a:solidFill>
                <a:latin typeface="Meiryo UI" panose="020B0604030504040204" pitchFamily="50" charset="-128"/>
                <a:ea typeface="Meiryo UI" panose="020B0604030504040204" pitchFamily="50" charset="-128"/>
              </a:rPr>
              <a:t>　主催者、部会権限追加</a:t>
            </a:r>
            <a:endParaRPr lang="en-US" altLang="ja-JP"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0459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68278FB4-B8C4-279F-812D-14BC1D5BBE8D}"/>
              </a:ext>
            </a:extLst>
          </p:cNvPr>
          <p:cNvPicPr>
            <a:picLocks noChangeAspect="1"/>
          </p:cNvPicPr>
          <p:nvPr/>
        </p:nvPicPr>
        <p:blipFill>
          <a:blip r:embed="rId2"/>
          <a:stretch>
            <a:fillRect/>
          </a:stretch>
        </p:blipFill>
        <p:spPr>
          <a:xfrm>
            <a:off x="1812921" y="2346720"/>
            <a:ext cx="3319034" cy="1870631"/>
          </a:xfrm>
          <a:prstGeom prst="rect">
            <a:avLst/>
          </a:prstGeom>
        </p:spPr>
      </p:pic>
      <p:sp>
        <p:nvSpPr>
          <p:cNvPr id="2" name="テキスト ボックス 1">
            <a:extLst>
              <a:ext uri="{FF2B5EF4-FFF2-40B4-BE49-F238E27FC236}">
                <a16:creationId xmlns:a16="http://schemas.microsoft.com/office/drawing/2014/main" id="{8DAD4C26-0460-DE7E-E0B9-AA8900457071}"/>
              </a:ext>
            </a:extLst>
          </p:cNvPr>
          <p:cNvSpPr txBox="1"/>
          <p:nvPr/>
        </p:nvSpPr>
        <p:spPr>
          <a:xfrm>
            <a:off x="199352" y="824458"/>
            <a:ext cx="11105804"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（１）オンライン事務局</a:t>
            </a:r>
            <a:r>
              <a:rPr lang="ja-JP" altLang="en-US" sz="2400" dirty="0">
                <a:latin typeface="Meiryo UI" panose="020B0604030504040204" pitchFamily="50" charset="-128"/>
                <a:ea typeface="Meiryo UI" panose="020B0604030504040204" pitchFamily="50" charset="-128"/>
              </a:rPr>
              <a:t>システム（</a:t>
            </a:r>
            <a:r>
              <a:rPr lang="en-US" altLang="ja-JP" sz="2400" dirty="0">
                <a:latin typeface="Meiryo UI" panose="020B0604030504040204" pitchFamily="50" charset="-128"/>
                <a:ea typeface="Meiryo UI" panose="020B0604030504040204" pitchFamily="50" charset="-128"/>
              </a:rPr>
              <a:t>JMRC</a:t>
            </a:r>
            <a:r>
              <a:rPr lang="ja-JP" altLang="en-US" sz="2400" dirty="0">
                <a:latin typeface="Meiryo UI" panose="020B0604030504040204" pitchFamily="50" charset="-128"/>
                <a:ea typeface="Meiryo UI" panose="020B0604030504040204" pitchFamily="50" charset="-128"/>
              </a:rPr>
              <a:t>近畿事務局ポータルサイト）について</a:t>
            </a:r>
            <a:endParaRPr lang="en-US" altLang="ja-JP" sz="2400" dirty="0">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CBE7DFF5-D6A7-4BAA-3C63-034CF25385DA}"/>
              </a:ext>
            </a:extLst>
          </p:cNvPr>
          <p:cNvPicPr>
            <a:picLocks noChangeAspect="1"/>
          </p:cNvPicPr>
          <p:nvPr/>
        </p:nvPicPr>
        <p:blipFill>
          <a:blip r:embed="rId3"/>
          <a:stretch>
            <a:fillRect/>
          </a:stretch>
        </p:blipFill>
        <p:spPr>
          <a:xfrm>
            <a:off x="421806" y="1413882"/>
            <a:ext cx="799106" cy="1162335"/>
          </a:xfrm>
          <a:prstGeom prst="rect">
            <a:avLst/>
          </a:prstGeom>
        </p:spPr>
      </p:pic>
      <p:sp>
        <p:nvSpPr>
          <p:cNvPr id="5" name="テキスト ボックス 4">
            <a:extLst>
              <a:ext uri="{FF2B5EF4-FFF2-40B4-BE49-F238E27FC236}">
                <a16:creationId xmlns:a16="http://schemas.microsoft.com/office/drawing/2014/main" id="{19C6243F-6D44-C27B-E40A-E16806800FC0}"/>
              </a:ext>
            </a:extLst>
          </p:cNvPr>
          <p:cNvSpPr txBox="1"/>
          <p:nvPr/>
        </p:nvSpPr>
        <p:spPr>
          <a:xfrm>
            <a:off x="276588" y="2576217"/>
            <a:ext cx="1025220" cy="307777"/>
          </a:xfrm>
          <a:prstGeom prst="rect">
            <a:avLst/>
          </a:prstGeom>
          <a:noFill/>
        </p:spPr>
        <p:txBody>
          <a:bodyPr wrap="square" rtlCol="0">
            <a:spAutoFit/>
          </a:bodyPr>
          <a:lstStyle/>
          <a:p>
            <a:pPr algn="ctr"/>
            <a:r>
              <a:rPr lang="ja-JP" altLang="en-US" sz="1400" dirty="0">
                <a:highlight>
                  <a:srgbClr val="FFFF00"/>
                </a:highlight>
                <a:latin typeface="Meiryo UI" panose="020B0604030504040204" pitchFamily="50" charset="-128"/>
                <a:ea typeface="Meiryo UI" panose="020B0604030504040204" pitchFamily="50" charset="-128"/>
              </a:rPr>
              <a:t>クラブ代表</a:t>
            </a:r>
            <a:endParaRPr kumimoji="1" lang="en-US" altLang="ja-JP" sz="1400" dirty="0">
              <a:highlight>
                <a:srgbClr val="FFFF00"/>
              </a:highlight>
              <a:latin typeface="Meiryo UI" panose="020B0604030504040204" pitchFamily="50" charset="-128"/>
              <a:ea typeface="Meiryo UI" panose="020B0604030504040204" pitchFamily="50" charset="-128"/>
            </a:endParaRPr>
          </a:p>
        </p:txBody>
      </p:sp>
      <p:pic>
        <p:nvPicPr>
          <p:cNvPr id="7" name="図 6">
            <a:extLst>
              <a:ext uri="{FF2B5EF4-FFF2-40B4-BE49-F238E27FC236}">
                <a16:creationId xmlns:a16="http://schemas.microsoft.com/office/drawing/2014/main" id="{63D02F11-265B-9C38-35CE-FB22A801EE17}"/>
              </a:ext>
            </a:extLst>
          </p:cNvPr>
          <p:cNvPicPr>
            <a:picLocks noChangeAspect="1"/>
          </p:cNvPicPr>
          <p:nvPr/>
        </p:nvPicPr>
        <p:blipFill>
          <a:blip r:embed="rId4"/>
          <a:stretch>
            <a:fillRect/>
          </a:stretch>
        </p:blipFill>
        <p:spPr>
          <a:xfrm>
            <a:off x="460915" y="2864277"/>
            <a:ext cx="720007" cy="962052"/>
          </a:xfrm>
          <a:prstGeom prst="rect">
            <a:avLst/>
          </a:prstGeom>
        </p:spPr>
      </p:pic>
      <p:sp>
        <p:nvSpPr>
          <p:cNvPr id="8" name="テキスト ボックス 7">
            <a:extLst>
              <a:ext uri="{FF2B5EF4-FFF2-40B4-BE49-F238E27FC236}">
                <a16:creationId xmlns:a16="http://schemas.microsoft.com/office/drawing/2014/main" id="{A1FA76C1-377F-D98F-4571-9382155534C3}"/>
              </a:ext>
            </a:extLst>
          </p:cNvPr>
          <p:cNvSpPr txBox="1"/>
          <p:nvPr/>
        </p:nvSpPr>
        <p:spPr>
          <a:xfrm>
            <a:off x="90081" y="3829950"/>
            <a:ext cx="1624587" cy="307777"/>
          </a:xfrm>
          <a:prstGeom prst="rect">
            <a:avLst/>
          </a:prstGeom>
          <a:noFill/>
        </p:spPr>
        <p:txBody>
          <a:bodyPr wrap="square" rtlCol="0">
            <a:spAutoFit/>
          </a:bodyPr>
          <a:lstStyle/>
          <a:p>
            <a:pPr algn="ctr"/>
            <a:r>
              <a:rPr lang="ja-JP" altLang="en-US" sz="1400" dirty="0">
                <a:highlight>
                  <a:srgbClr val="FFFF00"/>
                </a:highlight>
                <a:latin typeface="Meiryo UI" panose="020B0604030504040204" pitchFamily="50" charset="-128"/>
                <a:ea typeface="Meiryo UI" panose="020B0604030504040204" pitchFamily="50" charset="-128"/>
              </a:rPr>
              <a:t>クラブ員（選手）</a:t>
            </a:r>
            <a:endParaRPr kumimoji="1" lang="ja-JP" altLang="en-US" sz="1400" dirty="0">
              <a:highlight>
                <a:srgbClr val="FFFF00"/>
              </a:highlight>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E2AA0ACB-637A-CA2A-AEB1-EE3BE9A8BB14}"/>
              </a:ext>
            </a:extLst>
          </p:cNvPr>
          <p:cNvSpPr txBox="1"/>
          <p:nvPr/>
        </p:nvSpPr>
        <p:spPr>
          <a:xfrm>
            <a:off x="1779271" y="4280292"/>
            <a:ext cx="4509333" cy="2308324"/>
          </a:xfrm>
          <a:prstGeom prst="rect">
            <a:avLst/>
          </a:prstGeom>
          <a:noFill/>
        </p:spPr>
        <p:txBody>
          <a:bodyPr wrap="square" rtlCol="0">
            <a:spAutoFit/>
          </a:bodyPr>
          <a:lstStyle/>
          <a:p>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オンライン登録対象者</a:t>
            </a:r>
            <a:r>
              <a:rPr lang="en-US" altLang="ja-JP" sz="1600" dirty="0">
                <a:latin typeface="Meiryo UI" panose="020B0604030504040204" pitchFamily="50" charset="-128"/>
                <a:ea typeface="Meiryo UI" panose="020B0604030504040204" pitchFamily="50" charset="-128"/>
              </a:rPr>
              <a:t>】</a:t>
            </a:r>
          </a:p>
          <a:p>
            <a:endParaRPr lang="en-US" altLang="ja-JP" sz="1600" dirty="0">
              <a:latin typeface="Meiryo UI" panose="020B0604030504040204" pitchFamily="50" charset="-128"/>
              <a:ea typeface="Meiryo UI" panose="020B0604030504040204" pitchFamily="50" charset="-128"/>
            </a:endParaRPr>
          </a:p>
          <a:p>
            <a:r>
              <a:rPr lang="ja-JP" altLang="en-US" sz="1600" dirty="0">
                <a:highlight>
                  <a:srgbClr val="FFFF00"/>
                </a:highlight>
                <a:latin typeface="Meiryo UI" panose="020B0604030504040204" pitchFamily="50" charset="-128"/>
                <a:ea typeface="Meiryo UI" panose="020B0604030504040204" pitchFamily="50" charset="-128"/>
              </a:rPr>
              <a:t>クラブ代表</a:t>
            </a:r>
            <a:r>
              <a:rPr lang="ja-JP" altLang="en-US" sz="1600" dirty="0">
                <a:latin typeface="Meiryo UI" panose="020B0604030504040204" pitchFamily="50" charset="-128"/>
                <a:ea typeface="Meiryo UI" panose="020B0604030504040204" pitchFamily="50" charset="-128"/>
              </a:rPr>
              <a:t>：正会員登録（加盟、準加盟、賛助）</a:t>
            </a:r>
            <a:endParaRPr lang="en-US" altLang="ja-JP" sz="1600" dirty="0">
              <a:latin typeface="Meiryo UI" panose="020B0604030504040204" pitchFamily="50" charset="-128"/>
              <a:ea typeface="Meiryo UI" panose="020B0604030504040204" pitchFamily="50" charset="-128"/>
            </a:endParaRPr>
          </a:p>
          <a:p>
            <a:r>
              <a:rPr kumimoji="1" lang="ja-JP" altLang="en-US" sz="1600" dirty="0">
                <a:highlight>
                  <a:srgbClr val="FFFF00"/>
                </a:highlight>
                <a:latin typeface="Meiryo UI" panose="020B0604030504040204" pitchFamily="50" charset="-128"/>
                <a:ea typeface="Meiryo UI" panose="020B0604030504040204" pitchFamily="50" charset="-128"/>
              </a:rPr>
              <a:t>クラブ員</a:t>
            </a:r>
            <a:r>
              <a:rPr kumimoji="1" lang="ja-JP" altLang="en-US" sz="1600" dirty="0">
                <a:latin typeface="Meiryo UI" panose="020B0604030504040204" pitchFamily="50" charset="-128"/>
                <a:ea typeface="Meiryo UI" panose="020B0604030504040204" pitchFamily="50" charset="-128"/>
              </a:rPr>
              <a:t>：個人会員登録、オフィシャル登録</a:t>
            </a:r>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（クラブ員とクラブの紐づけもポータル内で実施）</a:t>
            </a:r>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r>
              <a:rPr lang="en-US" altLang="ja-JP" sz="1600" dirty="0">
                <a:highlight>
                  <a:srgbClr val="00FFFF"/>
                </a:highlight>
                <a:latin typeface="Meiryo UI" panose="020B0604030504040204" pitchFamily="50" charset="-128"/>
                <a:ea typeface="Meiryo UI" panose="020B0604030504040204" pitchFamily="50" charset="-128"/>
              </a:rPr>
              <a:t>JMRC</a:t>
            </a:r>
            <a:r>
              <a:rPr lang="ja-JP" altLang="en-US" sz="1600" dirty="0">
                <a:highlight>
                  <a:srgbClr val="00FFFF"/>
                </a:highlight>
                <a:latin typeface="Meiryo UI" panose="020B0604030504040204" pitchFamily="50" charset="-128"/>
                <a:ea typeface="Meiryo UI" panose="020B0604030504040204" pitchFamily="50" charset="-128"/>
              </a:rPr>
              <a:t>近畿、運営委員、事務局員</a:t>
            </a:r>
            <a:r>
              <a:rPr lang="ja-JP" altLang="en-US" sz="1600" dirty="0">
                <a:latin typeface="Meiryo UI" panose="020B0604030504040204" pitchFamily="50" charset="-128"/>
                <a:ea typeface="Meiryo UI" panose="020B0604030504040204" pitchFamily="50" charset="-128"/>
              </a:rPr>
              <a:t>も各自登録</a:t>
            </a:r>
            <a:endParaRPr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　　⇒事務局長が承認（代理：副委員長）</a:t>
            </a:r>
            <a:endParaRPr kumimoji="1" lang="en-US" altLang="ja-JP" sz="1600" dirty="0">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その他、現在の</a:t>
            </a:r>
            <a:r>
              <a:rPr lang="en-US" altLang="ja-JP" sz="1600" dirty="0">
                <a:latin typeface="Meiryo UI" panose="020B0604030504040204" pitchFamily="50" charset="-128"/>
                <a:ea typeface="Meiryo UI" panose="020B0604030504040204" pitchFamily="50" charset="-128"/>
              </a:rPr>
              <a:t>HP</a:t>
            </a:r>
            <a:r>
              <a:rPr lang="ja-JP" altLang="en-US" sz="1600" dirty="0">
                <a:latin typeface="Meiryo UI" panose="020B0604030504040204" pitchFamily="50" charset="-128"/>
                <a:ea typeface="Meiryo UI" panose="020B0604030504040204" pitchFamily="50" charset="-128"/>
              </a:rPr>
              <a:t>機能を移行する</a:t>
            </a:r>
            <a:endParaRPr kumimoji="1" lang="en-US" altLang="ja-JP" sz="1600" dirty="0">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8B132F9A-51DD-E072-5DA1-E1DF589A5931}"/>
              </a:ext>
            </a:extLst>
          </p:cNvPr>
          <p:cNvSpPr txBox="1"/>
          <p:nvPr/>
        </p:nvSpPr>
        <p:spPr>
          <a:xfrm>
            <a:off x="6594123" y="3874247"/>
            <a:ext cx="5294801" cy="2862322"/>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ポータルサイトでできること</a:t>
            </a:r>
            <a:r>
              <a:rPr lang="en-US" altLang="ja-JP" dirty="0">
                <a:latin typeface="Meiryo UI" panose="020B0604030504040204" pitchFamily="50" charset="-128"/>
                <a:ea typeface="Meiryo UI" panose="020B0604030504040204" pitchFamily="50" charset="-128"/>
              </a:rPr>
              <a:t>】</a:t>
            </a:r>
          </a:p>
          <a:p>
            <a:endParaRPr lang="en-US" altLang="ja-JP" dirty="0">
              <a:latin typeface="Meiryo UI" panose="020B0604030504040204" pitchFamily="50" charset="-128"/>
              <a:ea typeface="Meiryo UI" panose="020B0604030504040204" pitchFamily="50" charset="-128"/>
            </a:endParaRPr>
          </a:p>
          <a:p>
            <a:r>
              <a:rPr lang="ja-JP" altLang="en-US" sz="1600" dirty="0">
                <a:highlight>
                  <a:srgbClr val="00FF00"/>
                </a:highlight>
                <a:latin typeface="Meiryo UI" panose="020B0604030504040204" pitchFamily="50" charset="-128"/>
                <a:ea typeface="Meiryo UI" panose="020B0604030504040204" pitchFamily="50" charset="-128"/>
              </a:rPr>
              <a:t>一般、未登録者</a:t>
            </a:r>
            <a:endParaRPr lang="en-US" altLang="ja-JP" sz="1600" dirty="0">
              <a:highlight>
                <a:srgbClr val="00FF00"/>
              </a:highlight>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情報の閲覧と登録画面のみ（現在の</a:t>
            </a:r>
            <a:r>
              <a:rPr lang="en-US" altLang="ja-JP" sz="1600" dirty="0">
                <a:latin typeface="Meiryo UI" panose="020B0604030504040204" pitchFamily="50" charset="-128"/>
                <a:ea typeface="Meiryo UI" panose="020B0604030504040204" pitchFamily="50" charset="-128"/>
              </a:rPr>
              <a:t>HP</a:t>
            </a:r>
            <a:r>
              <a:rPr lang="ja-JP" altLang="en-US" sz="1600" dirty="0">
                <a:latin typeface="Meiryo UI" panose="020B0604030504040204" pitchFamily="50" charset="-128"/>
                <a:ea typeface="Meiryo UI" panose="020B0604030504040204" pitchFamily="50" charset="-128"/>
              </a:rPr>
              <a:t>同等）</a:t>
            </a:r>
            <a:endParaRPr lang="en-US" altLang="ja-JP" sz="1600" dirty="0">
              <a:latin typeface="Meiryo UI" panose="020B0604030504040204" pitchFamily="50" charset="-128"/>
              <a:ea typeface="Meiryo UI" panose="020B0604030504040204" pitchFamily="50" charset="-128"/>
            </a:endParaRPr>
          </a:p>
          <a:p>
            <a:r>
              <a:rPr lang="en-US" altLang="ja-JP" sz="1600" dirty="0">
                <a:latin typeface="Meiryo UI" panose="020B0604030504040204" pitchFamily="50" charset="-128"/>
                <a:ea typeface="Meiryo UI" panose="020B0604030504040204" pitchFamily="50" charset="-128"/>
              </a:rPr>
              <a:t>JAF</a:t>
            </a:r>
            <a:r>
              <a:rPr lang="ja-JP" altLang="en-US" sz="1600" dirty="0">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JMRC</a:t>
            </a:r>
            <a:r>
              <a:rPr lang="ja-JP" altLang="en-US" sz="1600" dirty="0">
                <a:latin typeface="Meiryo UI" panose="020B0604030504040204" pitchFamily="50" charset="-128"/>
                <a:ea typeface="Meiryo UI" panose="020B0604030504040204" pitchFamily="50" charset="-128"/>
              </a:rPr>
              <a:t>他地区情報の取得、各種リンクへの接続</a:t>
            </a:r>
          </a:p>
          <a:p>
            <a:endParaRPr lang="en-US" altLang="ja-JP" sz="1600" dirty="0">
              <a:latin typeface="Meiryo UI" panose="020B0604030504040204" pitchFamily="50" charset="-128"/>
              <a:ea typeface="Meiryo UI" panose="020B0604030504040204" pitchFamily="50" charset="-128"/>
            </a:endParaRPr>
          </a:p>
          <a:p>
            <a:r>
              <a:rPr lang="ja-JP" altLang="en-US" sz="1600" dirty="0">
                <a:highlight>
                  <a:srgbClr val="FFFF00"/>
                </a:highlight>
                <a:latin typeface="Meiryo UI" panose="020B0604030504040204" pitchFamily="50" charset="-128"/>
                <a:ea typeface="Meiryo UI" panose="020B0604030504040204" pitchFamily="50" charset="-128"/>
              </a:rPr>
              <a:t>登録者（クラブ代表、クラブ員）</a:t>
            </a:r>
            <a:endParaRPr lang="en-US" altLang="ja-JP" sz="1600" dirty="0">
              <a:highlight>
                <a:srgbClr val="FFFF00"/>
              </a:highlight>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各種オンライン申請、申請内容の確認、過去データの閲覧</a:t>
            </a:r>
            <a:endParaRPr lang="en-US" altLang="ja-JP" sz="1600" dirty="0">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各クラブ代表は、自クラブの登録メンバーの一覧を閲覧できる</a:t>
            </a:r>
            <a:endParaRPr lang="en-US" altLang="ja-JP" sz="1600" dirty="0">
              <a:latin typeface="Meiryo UI" panose="020B0604030504040204" pitchFamily="50" charset="-128"/>
              <a:ea typeface="Meiryo UI" panose="020B0604030504040204" pitchFamily="50" charset="-128"/>
            </a:endParaRPr>
          </a:p>
          <a:p>
            <a:r>
              <a:rPr lang="en-US" altLang="ja-JP" sz="1600" dirty="0">
                <a:highlight>
                  <a:srgbClr val="00FFFF"/>
                </a:highlight>
                <a:latin typeface="Meiryo UI" panose="020B0604030504040204" pitchFamily="50" charset="-128"/>
                <a:ea typeface="Meiryo UI" panose="020B0604030504040204" pitchFamily="50" charset="-128"/>
              </a:rPr>
              <a:t>JMRC</a:t>
            </a:r>
            <a:r>
              <a:rPr lang="ja-JP" altLang="en-US" sz="1600" dirty="0">
                <a:highlight>
                  <a:srgbClr val="00FFFF"/>
                </a:highlight>
                <a:latin typeface="Meiryo UI" panose="020B0604030504040204" pitchFamily="50" charset="-128"/>
                <a:ea typeface="Meiryo UI" panose="020B0604030504040204" pitchFamily="50" charset="-128"/>
              </a:rPr>
              <a:t>近畿（運営委員、事務局員）</a:t>
            </a:r>
            <a:endParaRPr lang="en-US" altLang="ja-JP" sz="1600" dirty="0">
              <a:highlight>
                <a:srgbClr val="00FFFF"/>
              </a:highlight>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すべてのデータの確認が可能（承認者機能は別途設定）</a:t>
            </a:r>
            <a:endParaRPr lang="en-US" altLang="ja-JP" sz="1600" dirty="0">
              <a:latin typeface="Meiryo UI" panose="020B0604030504040204" pitchFamily="50" charset="-128"/>
              <a:ea typeface="Meiryo UI" panose="020B0604030504040204" pitchFamily="50" charset="-128"/>
            </a:endParaRPr>
          </a:p>
        </p:txBody>
      </p:sp>
      <p:sp>
        <p:nvSpPr>
          <p:cNvPr id="19" name="二等辺三角形 18">
            <a:extLst>
              <a:ext uri="{FF2B5EF4-FFF2-40B4-BE49-F238E27FC236}">
                <a16:creationId xmlns:a16="http://schemas.microsoft.com/office/drawing/2014/main" id="{20FD7FE8-F849-3828-F22C-DA015276CB86}"/>
              </a:ext>
            </a:extLst>
          </p:cNvPr>
          <p:cNvSpPr/>
          <p:nvPr/>
        </p:nvSpPr>
        <p:spPr>
          <a:xfrm rot="5400000">
            <a:off x="4920169" y="2563437"/>
            <a:ext cx="2413869" cy="46166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5C588E42-5325-83A0-5122-40E8462884E8}"/>
              </a:ext>
            </a:extLst>
          </p:cNvPr>
          <p:cNvPicPr>
            <a:picLocks noChangeAspect="1"/>
          </p:cNvPicPr>
          <p:nvPr/>
        </p:nvPicPr>
        <p:blipFill>
          <a:blip r:embed="rId4"/>
          <a:stretch>
            <a:fillRect/>
          </a:stretch>
        </p:blipFill>
        <p:spPr>
          <a:xfrm>
            <a:off x="500493" y="4098293"/>
            <a:ext cx="720007" cy="962052"/>
          </a:xfrm>
          <a:prstGeom prst="rect">
            <a:avLst/>
          </a:prstGeom>
        </p:spPr>
      </p:pic>
      <p:sp>
        <p:nvSpPr>
          <p:cNvPr id="21" name="テキスト ボックス 20">
            <a:extLst>
              <a:ext uri="{FF2B5EF4-FFF2-40B4-BE49-F238E27FC236}">
                <a16:creationId xmlns:a16="http://schemas.microsoft.com/office/drawing/2014/main" id="{4ECBA410-D736-FEE0-E344-EA1996DF8A87}"/>
              </a:ext>
            </a:extLst>
          </p:cNvPr>
          <p:cNvSpPr txBox="1"/>
          <p:nvPr/>
        </p:nvSpPr>
        <p:spPr>
          <a:xfrm>
            <a:off x="-32273" y="5085848"/>
            <a:ext cx="2014768" cy="307777"/>
          </a:xfrm>
          <a:prstGeom prst="rect">
            <a:avLst/>
          </a:prstGeom>
          <a:noFill/>
        </p:spPr>
        <p:txBody>
          <a:bodyPr wrap="square" rtlCol="0">
            <a:spAutoFit/>
          </a:bodyPr>
          <a:lstStyle/>
          <a:p>
            <a:pPr algn="ctr"/>
            <a:r>
              <a:rPr lang="ja-JP" altLang="en-US" sz="1400" dirty="0">
                <a:highlight>
                  <a:srgbClr val="FFFF00"/>
                </a:highlight>
                <a:latin typeface="Meiryo UI" panose="020B0604030504040204" pitchFamily="50" charset="-128"/>
                <a:ea typeface="Meiryo UI" panose="020B0604030504040204" pitchFamily="50" charset="-128"/>
              </a:rPr>
              <a:t>クラブ員（オフィシャル）</a:t>
            </a:r>
            <a:endParaRPr kumimoji="1" lang="ja-JP" altLang="en-US" sz="1400" dirty="0">
              <a:highlight>
                <a:srgbClr val="FFFF00"/>
              </a:highlight>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268B1A52-7743-D270-F752-EEA7C08EF01B}"/>
              </a:ext>
            </a:extLst>
          </p:cNvPr>
          <p:cNvSpPr txBox="1"/>
          <p:nvPr/>
        </p:nvSpPr>
        <p:spPr>
          <a:xfrm>
            <a:off x="1672338" y="1587335"/>
            <a:ext cx="3531429" cy="646331"/>
          </a:xfrm>
          <a:prstGeom prst="rect">
            <a:avLst/>
          </a:prstGeom>
          <a:noFill/>
          <a:ln>
            <a:solidFill>
              <a:schemeClr val="tx1"/>
            </a:solidFill>
          </a:ln>
        </p:spPr>
        <p:txBody>
          <a:bodyPr wrap="square" rtlCol="0">
            <a:spAutoFit/>
          </a:bodyPr>
          <a:lstStyle/>
          <a:p>
            <a:pPr algn="ctr"/>
            <a:r>
              <a:rPr lang="ja-JP" altLang="en-US" dirty="0">
                <a:latin typeface="Meiryo UI" panose="020B0604030504040204" pitchFamily="50" charset="-128"/>
                <a:ea typeface="Meiryo UI" panose="020B0604030504040204" pitchFamily="50" charset="-128"/>
              </a:rPr>
              <a:t>パソコン、スマホからポータルサイトで</a:t>
            </a:r>
            <a:endParaRPr lang="en-US" altLang="ja-JP" dirty="0">
              <a:latin typeface="Meiryo UI" panose="020B0604030504040204" pitchFamily="50" charset="-128"/>
              <a:ea typeface="Meiryo UI" panose="020B0604030504040204" pitchFamily="50" charset="-128"/>
            </a:endParaRPr>
          </a:p>
          <a:p>
            <a:pPr algn="ctr"/>
            <a:r>
              <a:rPr lang="ja-JP" altLang="en-US" dirty="0">
                <a:latin typeface="Meiryo UI" panose="020B0604030504040204" pitchFamily="50" charset="-128"/>
                <a:ea typeface="Meiryo UI" panose="020B0604030504040204" pitchFamily="50" charset="-128"/>
              </a:rPr>
              <a:t>関係者全員がオンライン登録を行う</a:t>
            </a:r>
            <a:endParaRPr lang="en-US" altLang="ja-JP"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B11F59E1-8362-2888-4F8F-8B2913C6673E}"/>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１．</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a:t>
            </a:r>
            <a:endParaRPr kumimoji="1" lang="ja-JP" altLang="en-US" sz="3600" dirty="0">
              <a:latin typeface="Meiryo UI" panose="020B0604030504040204" pitchFamily="50" charset="-128"/>
              <a:ea typeface="Meiryo UI" panose="020B0604030504040204" pitchFamily="50" charset="-128"/>
            </a:endParaRPr>
          </a:p>
        </p:txBody>
      </p:sp>
      <p:pic>
        <p:nvPicPr>
          <p:cNvPr id="13" name="図 12">
            <a:extLst>
              <a:ext uri="{FF2B5EF4-FFF2-40B4-BE49-F238E27FC236}">
                <a16:creationId xmlns:a16="http://schemas.microsoft.com/office/drawing/2014/main" id="{87B503BE-3E8C-0B06-D4D1-6DCC0AB32D72}"/>
              </a:ext>
            </a:extLst>
          </p:cNvPr>
          <p:cNvPicPr>
            <a:picLocks noChangeAspect="1"/>
          </p:cNvPicPr>
          <p:nvPr/>
        </p:nvPicPr>
        <p:blipFill>
          <a:blip r:embed="rId5"/>
          <a:stretch>
            <a:fillRect/>
          </a:stretch>
        </p:blipFill>
        <p:spPr>
          <a:xfrm>
            <a:off x="7080942" y="1311203"/>
            <a:ext cx="4321164" cy="2447049"/>
          </a:xfrm>
          <a:prstGeom prst="rect">
            <a:avLst/>
          </a:prstGeom>
        </p:spPr>
      </p:pic>
      <p:sp>
        <p:nvSpPr>
          <p:cNvPr id="6" name="テキスト ボックス 5">
            <a:extLst>
              <a:ext uri="{FF2B5EF4-FFF2-40B4-BE49-F238E27FC236}">
                <a16:creationId xmlns:a16="http://schemas.microsoft.com/office/drawing/2014/main" id="{E284F582-9BC1-D939-5FDE-9A6F23C5AB5A}"/>
              </a:ext>
            </a:extLst>
          </p:cNvPr>
          <p:cNvSpPr txBox="1"/>
          <p:nvPr/>
        </p:nvSpPr>
        <p:spPr>
          <a:xfrm>
            <a:off x="7317126" y="2283829"/>
            <a:ext cx="3848793" cy="1200329"/>
          </a:xfrm>
          <a:prstGeom prst="rect">
            <a:avLst/>
          </a:prstGeom>
          <a:noFill/>
        </p:spPr>
        <p:txBody>
          <a:bodyPr wrap="square" rtlCol="0">
            <a:spAutoFit/>
          </a:bodyPr>
          <a:lstStyle/>
          <a:p>
            <a:pPr algn="ctr"/>
            <a:r>
              <a:rPr kumimoji="1" lang="ja-JP" altLang="en-US" sz="3600" dirty="0">
                <a:solidFill>
                  <a:srgbClr val="FFC000"/>
                </a:solidFill>
                <a:latin typeface="Meiryo UI" panose="020B0604030504040204" pitchFamily="50" charset="-128"/>
                <a:ea typeface="Meiryo UI" panose="020B0604030504040204" pitchFamily="50" charset="-128"/>
              </a:rPr>
              <a:t>ポータル</a:t>
            </a:r>
            <a:endParaRPr kumimoji="1" lang="en-US" altLang="ja-JP" sz="3600" dirty="0">
              <a:solidFill>
                <a:srgbClr val="FFC000"/>
              </a:solidFill>
              <a:latin typeface="Meiryo UI" panose="020B0604030504040204" pitchFamily="50" charset="-128"/>
              <a:ea typeface="Meiryo UI" panose="020B0604030504040204" pitchFamily="50" charset="-128"/>
            </a:endParaRPr>
          </a:p>
          <a:p>
            <a:pPr algn="ctr"/>
            <a:r>
              <a:rPr kumimoji="1" lang="ja-JP" altLang="en-US" sz="3600" dirty="0">
                <a:solidFill>
                  <a:srgbClr val="FFC000"/>
                </a:solidFill>
                <a:latin typeface="Meiryo UI" panose="020B0604030504040204" pitchFamily="50" charset="-128"/>
                <a:ea typeface="Meiryo UI" panose="020B0604030504040204" pitchFamily="50" charset="-128"/>
              </a:rPr>
              <a:t>画面イメージ</a:t>
            </a:r>
          </a:p>
        </p:txBody>
      </p:sp>
      <p:sp>
        <p:nvSpPr>
          <p:cNvPr id="11" name="テキスト ボックス 10">
            <a:extLst>
              <a:ext uri="{FF2B5EF4-FFF2-40B4-BE49-F238E27FC236}">
                <a16:creationId xmlns:a16="http://schemas.microsoft.com/office/drawing/2014/main" id="{1028A5ED-C356-F5DE-AE6A-B8B192BC4A47}"/>
              </a:ext>
            </a:extLst>
          </p:cNvPr>
          <p:cNvSpPr txBox="1"/>
          <p:nvPr/>
        </p:nvSpPr>
        <p:spPr>
          <a:xfrm>
            <a:off x="3058097" y="3144186"/>
            <a:ext cx="1866298" cy="954107"/>
          </a:xfrm>
          <a:prstGeom prst="rect">
            <a:avLst/>
          </a:prstGeom>
          <a:noFill/>
        </p:spPr>
        <p:txBody>
          <a:bodyPr wrap="square" rtlCol="0">
            <a:spAutoFit/>
          </a:bodyPr>
          <a:lstStyle/>
          <a:p>
            <a:pPr algn="ctr"/>
            <a:r>
              <a:rPr kumimoji="1" lang="ja-JP" altLang="en-US" sz="2800" dirty="0">
                <a:solidFill>
                  <a:srgbClr val="FF0000"/>
                </a:solidFill>
                <a:latin typeface="Meiryo UI" panose="020B0604030504040204" pitchFamily="50" charset="-128"/>
                <a:ea typeface="Meiryo UI" panose="020B0604030504040204" pitchFamily="50" charset="-128"/>
              </a:rPr>
              <a:t>登録画面</a:t>
            </a:r>
            <a:endParaRPr kumimoji="1" lang="en-US" altLang="ja-JP" sz="2800" dirty="0">
              <a:solidFill>
                <a:srgbClr val="FF0000"/>
              </a:solidFill>
              <a:latin typeface="Meiryo UI" panose="020B0604030504040204" pitchFamily="50" charset="-128"/>
              <a:ea typeface="Meiryo UI" panose="020B0604030504040204" pitchFamily="50" charset="-128"/>
            </a:endParaRPr>
          </a:p>
          <a:p>
            <a:pPr algn="ctr"/>
            <a:r>
              <a:rPr kumimoji="1" lang="ja-JP" altLang="en-US" sz="2800" dirty="0">
                <a:solidFill>
                  <a:srgbClr val="FF0000"/>
                </a:solidFill>
                <a:latin typeface="Meiryo UI" panose="020B0604030504040204" pitchFamily="50" charset="-128"/>
                <a:ea typeface="Meiryo UI" panose="020B0604030504040204" pitchFamily="50" charset="-128"/>
              </a:rPr>
              <a:t>イメージ</a:t>
            </a:r>
          </a:p>
        </p:txBody>
      </p:sp>
      <p:pic>
        <p:nvPicPr>
          <p:cNvPr id="14" name="図 13">
            <a:extLst>
              <a:ext uri="{FF2B5EF4-FFF2-40B4-BE49-F238E27FC236}">
                <a16:creationId xmlns:a16="http://schemas.microsoft.com/office/drawing/2014/main" id="{5048F84F-8F26-6677-3639-88A25BCABB03}"/>
              </a:ext>
            </a:extLst>
          </p:cNvPr>
          <p:cNvPicPr>
            <a:picLocks noChangeAspect="1"/>
          </p:cNvPicPr>
          <p:nvPr/>
        </p:nvPicPr>
        <p:blipFill>
          <a:blip r:embed="rId3"/>
          <a:stretch>
            <a:fillRect/>
          </a:stretch>
        </p:blipFill>
        <p:spPr>
          <a:xfrm>
            <a:off x="460915" y="5331775"/>
            <a:ext cx="799106" cy="1162335"/>
          </a:xfrm>
          <a:prstGeom prst="rect">
            <a:avLst/>
          </a:prstGeom>
        </p:spPr>
      </p:pic>
      <p:sp>
        <p:nvSpPr>
          <p:cNvPr id="15" name="テキスト ボックス 14">
            <a:extLst>
              <a:ext uri="{FF2B5EF4-FFF2-40B4-BE49-F238E27FC236}">
                <a16:creationId xmlns:a16="http://schemas.microsoft.com/office/drawing/2014/main" id="{D2494D53-7968-EE55-6883-4C35837734A5}"/>
              </a:ext>
            </a:extLst>
          </p:cNvPr>
          <p:cNvSpPr txBox="1"/>
          <p:nvPr/>
        </p:nvSpPr>
        <p:spPr>
          <a:xfrm>
            <a:off x="113218" y="6502585"/>
            <a:ext cx="1559120" cy="307777"/>
          </a:xfrm>
          <a:prstGeom prst="rect">
            <a:avLst/>
          </a:prstGeom>
          <a:noFill/>
        </p:spPr>
        <p:txBody>
          <a:bodyPr wrap="square" rtlCol="0">
            <a:spAutoFit/>
          </a:bodyPr>
          <a:lstStyle/>
          <a:p>
            <a:pPr algn="ctr"/>
            <a:r>
              <a:rPr kumimoji="1" lang="ja-JP" altLang="en-US" sz="1400" dirty="0">
                <a:highlight>
                  <a:srgbClr val="00FFFF"/>
                </a:highlight>
                <a:latin typeface="Meiryo UI" panose="020B0604030504040204" pitchFamily="50" charset="-128"/>
                <a:ea typeface="Meiryo UI" panose="020B0604030504040204" pitchFamily="50" charset="-128"/>
              </a:rPr>
              <a:t>運営委員、事務局</a:t>
            </a:r>
            <a:endParaRPr kumimoji="1" lang="en-US" altLang="ja-JP" sz="1400" dirty="0">
              <a:highlight>
                <a:srgbClr val="00FFFF"/>
              </a:highlight>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1B8E05A3-BFC8-C258-1F34-11E90B9F75F6}"/>
              </a:ext>
            </a:extLst>
          </p:cNvPr>
          <p:cNvSpPr txBox="1"/>
          <p:nvPr/>
        </p:nvSpPr>
        <p:spPr>
          <a:xfrm>
            <a:off x="10803308" y="132393"/>
            <a:ext cx="1197595" cy="461665"/>
          </a:xfrm>
          <a:prstGeom prst="rect">
            <a:avLst/>
          </a:prstGeom>
          <a:noFill/>
        </p:spPr>
        <p:txBody>
          <a:bodyPr wrap="square" rtlCol="0">
            <a:spAutoFit/>
          </a:bodyPr>
          <a:lstStyle/>
          <a:p>
            <a:pPr algn="r"/>
            <a:r>
              <a:rPr lang="en-US" altLang="ja-JP" sz="2400" dirty="0"/>
              <a:t>2</a:t>
            </a:r>
            <a:r>
              <a:rPr kumimoji="1" lang="en-US" altLang="ja-JP" sz="2400" dirty="0"/>
              <a:t>/14</a:t>
            </a:r>
            <a:endParaRPr kumimoji="1" lang="ja-JP" altLang="en-US" sz="2400" dirty="0"/>
          </a:p>
        </p:txBody>
      </p:sp>
    </p:spTree>
    <p:extLst>
      <p:ext uri="{BB962C8B-B14F-4D97-AF65-F5344CB8AC3E}">
        <p14:creationId xmlns:p14="http://schemas.microsoft.com/office/powerpoint/2010/main" val="447635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CAD00CA8-D5D1-9878-D04A-65E09D0CEBE6}"/>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grpSp>
        <p:nvGrpSpPr>
          <p:cNvPr id="9" name="グループ化 8">
            <a:extLst>
              <a:ext uri="{FF2B5EF4-FFF2-40B4-BE49-F238E27FC236}">
                <a16:creationId xmlns:a16="http://schemas.microsoft.com/office/drawing/2014/main" id="{B89AC99E-184B-C914-750D-C5BDBB8836CE}"/>
              </a:ext>
            </a:extLst>
          </p:cNvPr>
          <p:cNvGrpSpPr/>
          <p:nvPr/>
        </p:nvGrpSpPr>
        <p:grpSpPr>
          <a:xfrm>
            <a:off x="932824" y="989214"/>
            <a:ext cx="10326351" cy="5810596"/>
            <a:chOff x="1512916" y="1336151"/>
            <a:chExt cx="9355237" cy="5264154"/>
          </a:xfrm>
        </p:grpSpPr>
        <p:pic>
          <p:nvPicPr>
            <p:cNvPr id="5" name="図 4">
              <a:extLst>
                <a:ext uri="{FF2B5EF4-FFF2-40B4-BE49-F238E27FC236}">
                  <a16:creationId xmlns:a16="http://schemas.microsoft.com/office/drawing/2014/main" id="{1DB277DA-A65A-43D7-E7F0-5EB579FFBF62}"/>
                </a:ext>
              </a:extLst>
            </p:cNvPr>
            <p:cNvPicPr>
              <a:picLocks noChangeAspect="1"/>
            </p:cNvPicPr>
            <p:nvPr/>
          </p:nvPicPr>
          <p:blipFill>
            <a:blip r:embed="rId2"/>
            <a:stretch>
              <a:fillRect/>
            </a:stretch>
          </p:blipFill>
          <p:spPr>
            <a:xfrm>
              <a:off x="1512916" y="1336151"/>
              <a:ext cx="9355237" cy="5264154"/>
            </a:xfrm>
            <a:prstGeom prst="rect">
              <a:avLst/>
            </a:prstGeom>
            <a:ln>
              <a:solidFill>
                <a:schemeClr val="tx1"/>
              </a:solidFill>
            </a:ln>
          </p:spPr>
        </p:pic>
        <p:sp>
          <p:nvSpPr>
            <p:cNvPr id="7" name="正方形/長方形 6">
              <a:extLst>
                <a:ext uri="{FF2B5EF4-FFF2-40B4-BE49-F238E27FC236}">
                  <a16:creationId xmlns:a16="http://schemas.microsoft.com/office/drawing/2014/main" id="{20F6EBEB-4663-1FF2-25BE-3B60E7BCAC9C}"/>
                </a:ext>
              </a:extLst>
            </p:cNvPr>
            <p:cNvSpPr/>
            <p:nvPr/>
          </p:nvSpPr>
          <p:spPr>
            <a:xfrm>
              <a:off x="1512916" y="2053244"/>
              <a:ext cx="4854633" cy="2743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latin typeface="Meiryo UI" panose="020B0604030504040204" pitchFamily="50" charset="-128"/>
                  <a:ea typeface="Meiryo UI" panose="020B0604030504040204" pitchFamily="50" charset="-128"/>
                </a:rPr>
                <a:t>JMRC</a:t>
              </a:r>
              <a:r>
                <a:rPr lang="ja-JP" altLang="en-US" sz="1400" dirty="0">
                  <a:latin typeface="Meiryo UI" panose="020B0604030504040204" pitchFamily="50" charset="-128"/>
                  <a:ea typeface="Meiryo UI" panose="020B0604030504040204" pitchFamily="50" charset="-128"/>
                </a:rPr>
                <a:t>近畿オンライン</a:t>
              </a:r>
              <a:r>
                <a:rPr kumimoji="1" lang="ja-JP" altLang="en-US" sz="1400" dirty="0">
                  <a:latin typeface="Meiryo UI" panose="020B0604030504040204" pitchFamily="50" charset="-128"/>
                  <a:ea typeface="Meiryo UI" panose="020B0604030504040204" pitchFamily="50" charset="-128"/>
                </a:rPr>
                <a:t>事務局（ポータル）</a:t>
              </a:r>
            </a:p>
          </p:txBody>
        </p:sp>
        <p:sp>
          <p:nvSpPr>
            <p:cNvPr id="8" name="正方形/長方形 7">
              <a:extLst>
                <a:ext uri="{FF2B5EF4-FFF2-40B4-BE49-F238E27FC236}">
                  <a16:creationId xmlns:a16="http://schemas.microsoft.com/office/drawing/2014/main" id="{083F5A56-3873-60F7-F561-A4C38A6B0E92}"/>
                </a:ext>
              </a:extLst>
            </p:cNvPr>
            <p:cNvSpPr/>
            <p:nvPr/>
          </p:nvSpPr>
          <p:spPr>
            <a:xfrm>
              <a:off x="1579418" y="2385753"/>
              <a:ext cx="9168938" cy="389866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0" name="正方形/長方形 9">
            <a:extLst>
              <a:ext uri="{FF2B5EF4-FFF2-40B4-BE49-F238E27FC236}">
                <a16:creationId xmlns:a16="http://schemas.microsoft.com/office/drawing/2014/main" id="{C56BA8FF-9DD3-326E-1474-3579614B27AF}"/>
              </a:ext>
            </a:extLst>
          </p:cNvPr>
          <p:cNvSpPr/>
          <p:nvPr/>
        </p:nvSpPr>
        <p:spPr>
          <a:xfrm>
            <a:off x="1163785" y="2261062"/>
            <a:ext cx="2901138"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正会員クラブメニュー</a:t>
            </a:r>
          </a:p>
        </p:txBody>
      </p:sp>
      <p:sp>
        <p:nvSpPr>
          <p:cNvPr id="11" name="正方形/長方形 10">
            <a:extLst>
              <a:ext uri="{FF2B5EF4-FFF2-40B4-BE49-F238E27FC236}">
                <a16:creationId xmlns:a16="http://schemas.microsoft.com/office/drawing/2014/main" id="{0CA7ED6C-2D54-DAA7-EB5C-29C97B789F77}"/>
              </a:ext>
            </a:extLst>
          </p:cNvPr>
          <p:cNvSpPr/>
          <p:nvPr/>
        </p:nvSpPr>
        <p:spPr>
          <a:xfrm>
            <a:off x="1163782" y="3325722"/>
            <a:ext cx="2901138"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個人会員メニュー</a:t>
            </a:r>
            <a:endParaRPr kumimoji="1" lang="ja-JP" altLang="en-US" b="1"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854C4B40-C028-47D3-77F6-B0A1C400E1CC}"/>
              </a:ext>
            </a:extLst>
          </p:cNvPr>
          <p:cNvSpPr/>
          <p:nvPr/>
        </p:nvSpPr>
        <p:spPr>
          <a:xfrm>
            <a:off x="4418212" y="2261060"/>
            <a:ext cx="6504711"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eiryo UI" panose="020B0604030504040204" pitchFamily="50" charset="-128"/>
                <a:ea typeface="Meiryo UI" panose="020B0604030504040204" pitchFamily="50" charset="-128"/>
              </a:rPr>
              <a:t>INFORMATION</a:t>
            </a:r>
          </a:p>
        </p:txBody>
      </p:sp>
      <p:sp>
        <p:nvSpPr>
          <p:cNvPr id="13" name="正方形/長方形 12">
            <a:extLst>
              <a:ext uri="{FF2B5EF4-FFF2-40B4-BE49-F238E27FC236}">
                <a16:creationId xmlns:a16="http://schemas.microsoft.com/office/drawing/2014/main" id="{113B943B-7130-2EAE-15EF-B259498D3C32}"/>
              </a:ext>
            </a:extLst>
          </p:cNvPr>
          <p:cNvSpPr/>
          <p:nvPr/>
        </p:nvSpPr>
        <p:spPr>
          <a:xfrm>
            <a:off x="1163782" y="4390382"/>
            <a:ext cx="2901138"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スポーツ安全保険の案内</a:t>
            </a:r>
          </a:p>
        </p:txBody>
      </p:sp>
      <p:sp>
        <p:nvSpPr>
          <p:cNvPr id="14" name="正方形/長方形 13">
            <a:extLst>
              <a:ext uri="{FF2B5EF4-FFF2-40B4-BE49-F238E27FC236}">
                <a16:creationId xmlns:a16="http://schemas.microsoft.com/office/drawing/2014/main" id="{708A2614-AC78-DE0B-6792-790D174889C9}"/>
              </a:ext>
            </a:extLst>
          </p:cNvPr>
          <p:cNvSpPr/>
          <p:nvPr/>
        </p:nvSpPr>
        <p:spPr>
          <a:xfrm>
            <a:off x="1163782" y="5455042"/>
            <a:ext cx="2901138"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eiryo UI" panose="020B0604030504040204" pitchFamily="50" charset="-128"/>
                <a:ea typeface="Meiryo UI" panose="020B0604030504040204" pitchFamily="50" charset="-128"/>
              </a:rPr>
              <a:t>JMRC</a:t>
            </a:r>
            <a:r>
              <a:rPr kumimoji="1" lang="ja-JP" altLang="en-US" b="1" dirty="0">
                <a:latin typeface="Meiryo UI" panose="020B0604030504040204" pitchFamily="50" charset="-128"/>
                <a:ea typeface="Meiryo UI" panose="020B0604030504040204" pitchFamily="50" charset="-128"/>
              </a:rPr>
              <a:t>近畿シリーズ概要</a:t>
            </a:r>
            <a:endParaRPr kumimoji="1" lang="en-US" altLang="ja-JP" b="1" dirty="0">
              <a:latin typeface="Meiryo UI" panose="020B0604030504040204" pitchFamily="50" charset="-128"/>
              <a:ea typeface="Meiryo UI" panose="020B0604030504040204" pitchFamily="50" charset="-128"/>
            </a:endParaRPr>
          </a:p>
          <a:p>
            <a:pPr algn="ctr"/>
            <a:r>
              <a:rPr lang="ja-JP" altLang="en-US" b="1" dirty="0">
                <a:latin typeface="Meiryo UI" panose="020B0604030504040204" pitchFamily="50" charset="-128"/>
                <a:ea typeface="Meiryo UI" panose="020B0604030504040204" pitchFamily="50" charset="-128"/>
              </a:rPr>
              <a:t>（ハンドブック掲載分）</a:t>
            </a:r>
            <a:endParaRPr kumimoji="1" lang="ja-JP" altLang="en-US" b="1"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D1DA4716-F928-6CCD-82AC-3A6FB1AA0482}"/>
              </a:ext>
            </a:extLst>
          </p:cNvPr>
          <p:cNvSpPr/>
          <p:nvPr/>
        </p:nvSpPr>
        <p:spPr>
          <a:xfrm>
            <a:off x="7847215" y="332572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latin typeface="Meiryo UI" panose="020B0604030504040204" pitchFamily="50" charset="-128"/>
                <a:ea typeface="Meiryo UI" panose="020B0604030504040204" pitchFamily="50" charset="-128"/>
              </a:rPr>
              <a:t>JAF</a:t>
            </a:r>
            <a:r>
              <a:rPr lang="ja-JP" altLang="en-US" b="1" dirty="0">
                <a:latin typeface="Meiryo UI" panose="020B0604030504040204" pitchFamily="50" charset="-128"/>
                <a:ea typeface="Meiryo UI" panose="020B0604030504040204" pitchFamily="50" charset="-128"/>
              </a:rPr>
              <a:t>モータースポーツ</a:t>
            </a:r>
            <a:endParaRPr lang="en-US" altLang="ja-JP" b="1" dirty="0">
              <a:latin typeface="Meiryo UI" panose="020B0604030504040204" pitchFamily="50" charset="-128"/>
              <a:ea typeface="Meiryo UI" panose="020B0604030504040204" pitchFamily="50" charset="-128"/>
            </a:endParaRPr>
          </a:p>
          <a:p>
            <a:pPr algn="ctr"/>
            <a:r>
              <a:rPr kumimoji="1" lang="ja-JP" altLang="en-US" b="1" dirty="0">
                <a:latin typeface="Meiryo UI" panose="020B0604030504040204" pitchFamily="50" charset="-128"/>
                <a:ea typeface="Meiryo UI" panose="020B0604030504040204" pitchFamily="50" charset="-128"/>
              </a:rPr>
              <a:t>その他リンク</a:t>
            </a:r>
          </a:p>
        </p:txBody>
      </p:sp>
      <p:sp>
        <p:nvSpPr>
          <p:cNvPr id="4" name="正方形/長方形 3">
            <a:extLst>
              <a:ext uri="{FF2B5EF4-FFF2-40B4-BE49-F238E27FC236}">
                <a16:creationId xmlns:a16="http://schemas.microsoft.com/office/drawing/2014/main" id="{99C001C6-B147-77A9-40D1-386CAC1D2F24}"/>
              </a:ext>
            </a:extLst>
          </p:cNvPr>
          <p:cNvSpPr/>
          <p:nvPr/>
        </p:nvSpPr>
        <p:spPr>
          <a:xfrm>
            <a:off x="7847215" y="439038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全国</a:t>
            </a:r>
            <a:r>
              <a:rPr kumimoji="1" lang="en-US" altLang="ja-JP" b="1" dirty="0">
                <a:latin typeface="Meiryo UI" panose="020B0604030504040204" pitchFamily="50" charset="-128"/>
                <a:ea typeface="Meiryo UI" panose="020B0604030504040204" pitchFamily="50" charset="-128"/>
              </a:rPr>
              <a:t>JMRC</a:t>
            </a:r>
            <a:r>
              <a:rPr kumimoji="1" lang="ja-JP" altLang="en-US" b="1" dirty="0">
                <a:latin typeface="Meiryo UI" panose="020B0604030504040204" pitchFamily="50" charset="-128"/>
                <a:ea typeface="Meiryo UI" panose="020B0604030504040204" pitchFamily="50" charset="-128"/>
              </a:rPr>
              <a:t>リンク</a:t>
            </a:r>
          </a:p>
        </p:txBody>
      </p:sp>
      <p:sp>
        <p:nvSpPr>
          <p:cNvPr id="15" name="正方形/長方形 14">
            <a:extLst>
              <a:ext uri="{FF2B5EF4-FFF2-40B4-BE49-F238E27FC236}">
                <a16:creationId xmlns:a16="http://schemas.microsoft.com/office/drawing/2014/main" id="{7AA4E020-A10F-5993-9B4C-174C4887A7E0}"/>
              </a:ext>
            </a:extLst>
          </p:cNvPr>
          <p:cNvSpPr/>
          <p:nvPr/>
        </p:nvSpPr>
        <p:spPr>
          <a:xfrm>
            <a:off x="7847215" y="545504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お問い合わせ</a:t>
            </a:r>
            <a:endParaRPr kumimoji="1" lang="ja-JP" altLang="en-US" b="1" dirty="0">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A132CC97-464E-AC7C-494A-B3A583343CBA}"/>
              </a:ext>
            </a:extLst>
          </p:cNvPr>
          <p:cNvSpPr/>
          <p:nvPr/>
        </p:nvSpPr>
        <p:spPr>
          <a:xfrm>
            <a:off x="4418213" y="332572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ジムカーナ部会</a:t>
            </a:r>
            <a:r>
              <a:rPr kumimoji="1" lang="en-US" altLang="ja-JP" b="1" dirty="0">
                <a:latin typeface="Meiryo UI" panose="020B0604030504040204" pitchFamily="50" charset="-128"/>
                <a:ea typeface="Meiryo UI" panose="020B0604030504040204" pitchFamily="50" charset="-128"/>
              </a:rPr>
              <a:t>HP</a:t>
            </a:r>
          </a:p>
          <a:p>
            <a:pPr algn="ctr"/>
            <a:r>
              <a:rPr lang="ja-JP" altLang="en-US" b="1" dirty="0">
                <a:latin typeface="Meiryo UI" panose="020B0604030504040204" pitchFamily="50" charset="-128"/>
                <a:ea typeface="Meiryo UI" panose="020B0604030504040204" pitchFamily="50" charset="-128"/>
              </a:rPr>
              <a:t>（オートテストはこちら）</a:t>
            </a:r>
            <a:endParaRPr kumimoji="1" lang="ja-JP" altLang="en-US" b="1" dirty="0">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2389B07E-17FD-6173-C8EA-BFEC9A1B858A}"/>
              </a:ext>
            </a:extLst>
          </p:cNvPr>
          <p:cNvSpPr/>
          <p:nvPr/>
        </p:nvSpPr>
        <p:spPr>
          <a:xfrm>
            <a:off x="4418213" y="439038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ダートトライアル部会</a:t>
            </a:r>
            <a:r>
              <a:rPr lang="en-US" altLang="ja-JP" b="1" dirty="0">
                <a:latin typeface="Meiryo UI" panose="020B0604030504040204" pitchFamily="50" charset="-128"/>
                <a:ea typeface="Meiryo UI" panose="020B0604030504040204" pitchFamily="50" charset="-128"/>
              </a:rPr>
              <a:t>HP</a:t>
            </a:r>
            <a:endParaRPr kumimoji="1" lang="ja-JP" altLang="en-US" b="1" dirty="0">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D77C6948-520D-0416-1B74-C0B1DC07980C}"/>
              </a:ext>
            </a:extLst>
          </p:cNvPr>
          <p:cNvSpPr/>
          <p:nvPr/>
        </p:nvSpPr>
        <p:spPr>
          <a:xfrm>
            <a:off x="4418213" y="545504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ラリー部会</a:t>
            </a:r>
            <a:r>
              <a:rPr lang="en-US" altLang="ja-JP" b="1" dirty="0">
                <a:latin typeface="Meiryo UI" panose="020B0604030504040204" pitchFamily="50" charset="-128"/>
                <a:ea typeface="Meiryo UI" panose="020B0604030504040204" pitchFamily="50" charset="-128"/>
              </a:rPr>
              <a:t>HP</a:t>
            </a:r>
            <a:endParaRPr kumimoji="1" lang="ja-JP" altLang="en-US" b="1" dirty="0">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F275ADB1-BC37-267C-EFB8-F62DDE7ED45E}"/>
              </a:ext>
            </a:extLst>
          </p:cNvPr>
          <p:cNvSpPr txBox="1"/>
          <p:nvPr/>
        </p:nvSpPr>
        <p:spPr>
          <a:xfrm>
            <a:off x="689954" y="1025752"/>
            <a:ext cx="3848793" cy="646331"/>
          </a:xfrm>
          <a:prstGeom prst="rect">
            <a:avLst/>
          </a:prstGeom>
          <a:noFill/>
        </p:spPr>
        <p:txBody>
          <a:bodyPr wrap="square" rtlCol="0">
            <a:spAutoFit/>
          </a:bodyPr>
          <a:lstStyle/>
          <a:p>
            <a:pPr algn="ctr"/>
            <a:r>
              <a:rPr kumimoji="1" lang="ja-JP" altLang="en-US" sz="3600" dirty="0">
                <a:latin typeface="Meiryo UI" panose="020B0604030504040204" pitchFamily="50" charset="-128"/>
                <a:ea typeface="Meiryo UI" panose="020B0604030504040204" pitchFamily="50" charset="-128"/>
              </a:rPr>
              <a:t>ポータルイメージ</a:t>
            </a:r>
          </a:p>
        </p:txBody>
      </p:sp>
      <p:sp>
        <p:nvSpPr>
          <p:cNvPr id="19" name="テキスト ボックス 18">
            <a:extLst>
              <a:ext uri="{FF2B5EF4-FFF2-40B4-BE49-F238E27FC236}">
                <a16:creationId xmlns:a16="http://schemas.microsoft.com/office/drawing/2014/main" id="{375A17AF-5481-A590-CFB8-6458BA5547C6}"/>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3/14</a:t>
            </a:r>
            <a:endParaRPr kumimoji="1" lang="ja-JP" altLang="en-US" sz="2400" dirty="0"/>
          </a:p>
        </p:txBody>
      </p:sp>
    </p:spTree>
    <p:extLst>
      <p:ext uri="{BB962C8B-B14F-4D97-AF65-F5344CB8AC3E}">
        <p14:creationId xmlns:p14="http://schemas.microsoft.com/office/powerpoint/2010/main" val="2045781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6DAC6-0839-A445-4ACC-C2FAD5E2AB8E}"/>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8A5A4355-83AE-F31D-2B26-3AB54D9B4777}"/>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grpSp>
        <p:nvGrpSpPr>
          <p:cNvPr id="9" name="グループ化 8">
            <a:extLst>
              <a:ext uri="{FF2B5EF4-FFF2-40B4-BE49-F238E27FC236}">
                <a16:creationId xmlns:a16="http://schemas.microsoft.com/office/drawing/2014/main" id="{BE388040-621A-9D66-EA33-91F5CA4AB4C0}"/>
              </a:ext>
            </a:extLst>
          </p:cNvPr>
          <p:cNvGrpSpPr/>
          <p:nvPr/>
        </p:nvGrpSpPr>
        <p:grpSpPr>
          <a:xfrm>
            <a:off x="932824" y="989214"/>
            <a:ext cx="10326351" cy="5810596"/>
            <a:chOff x="1512916" y="1336151"/>
            <a:chExt cx="9355237" cy="5264154"/>
          </a:xfrm>
        </p:grpSpPr>
        <p:pic>
          <p:nvPicPr>
            <p:cNvPr id="5" name="図 4">
              <a:extLst>
                <a:ext uri="{FF2B5EF4-FFF2-40B4-BE49-F238E27FC236}">
                  <a16:creationId xmlns:a16="http://schemas.microsoft.com/office/drawing/2014/main" id="{DC2E64E0-A4FD-F9E8-0FA4-E4467AF1BDCA}"/>
                </a:ext>
              </a:extLst>
            </p:cNvPr>
            <p:cNvPicPr>
              <a:picLocks noChangeAspect="1"/>
            </p:cNvPicPr>
            <p:nvPr/>
          </p:nvPicPr>
          <p:blipFill>
            <a:blip r:embed="rId2"/>
            <a:stretch>
              <a:fillRect/>
            </a:stretch>
          </p:blipFill>
          <p:spPr>
            <a:xfrm>
              <a:off x="1512916" y="1336151"/>
              <a:ext cx="9355237" cy="5264154"/>
            </a:xfrm>
            <a:prstGeom prst="rect">
              <a:avLst/>
            </a:prstGeom>
            <a:ln>
              <a:solidFill>
                <a:schemeClr val="tx1"/>
              </a:solidFill>
            </a:ln>
          </p:spPr>
        </p:pic>
        <p:sp>
          <p:nvSpPr>
            <p:cNvPr id="7" name="正方形/長方形 6">
              <a:extLst>
                <a:ext uri="{FF2B5EF4-FFF2-40B4-BE49-F238E27FC236}">
                  <a16:creationId xmlns:a16="http://schemas.microsoft.com/office/drawing/2014/main" id="{DFF5B0BA-2DC8-08C1-3124-64AE26905288}"/>
                </a:ext>
              </a:extLst>
            </p:cNvPr>
            <p:cNvSpPr/>
            <p:nvPr/>
          </p:nvSpPr>
          <p:spPr>
            <a:xfrm>
              <a:off x="1512916" y="2053244"/>
              <a:ext cx="4854633" cy="2743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latin typeface="Meiryo UI" panose="020B0604030504040204" pitchFamily="50" charset="-128"/>
                  <a:ea typeface="Meiryo UI" panose="020B0604030504040204" pitchFamily="50" charset="-128"/>
                </a:rPr>
                <a:t>JMRC</a:t>
              </a:r>
              <a:r>
                <a:rPr lang="ja-JP" altLang="en-US" sz="1400" dirty="0">
                  <a:latin typeface="Meiryo UI" panose="020B0604030504040204" pitchFamily="50" charset="-128"/>
                  <a:ea typeface="Meiryo UI" panose="020B0604030504040204" pitchFamily="50" charset="-128"/>
                </a:rPr>
                <a:t>近畿オンライン</a:t>
              </a:r>
              <a:r>
                <a:rPr kumimoji="1" lang="ja-JP" altLang="en-US" sz="1400" dirty="0">
                  <a:latin typeface="Meiryo UI" panose="020B0604030504040204" pitchFamily="50" charset="-128"/>
                  <a:ea typeface="Meiryo UI" panose="020B0604030504040204" pitchFamily="50" charset="-128"/>
                </a:rPr>
                <a:t>事務局（ポータル）</a:t>
              </a:r>
            </a:p>
          </p:txBody>
        </p:sp>
        <p:sp>
          <p:nvSpPr>
            <p:cNvPr id="8" name="正方形/長方形 7">
              <a:extLst>
                <a:ext uri="{FF2B5EF4-FFF2-40B4-BE49-F238E27FC236}">
                  <a16:creationId xmlns:a16="http://schemas.microsoft.com/office/drawing/2014/main" id="{87C60920-9A74-8D88-9312-2D3129439BB6}"/>
                </a:ext>
              </a:extLst>
            </p:cNvPr>
            <p:cNvSpPr/>
            <p:nvPr/>
          </p:nvSpPr>
          <p:spPr>
            <a:xfrm>
              <a:off x="1579418" y="2385753"/>
              <a:ext cx="9168938" cy="389866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0" name="正方形/長方形 9">
            <a:extLst>
              <a:ext uri="{FF2B5EF4-FFF2-40B4-BE49-F238E27FC236}">
                <a16:creationId xmlns:a16="http://schemas.microsoft.com/office/drawing/2014/main" id="{3B7FEDD1-8099-4989-2B35-C9A832FE1409}"/>
              </a:ext>
            </a:extLst>
          </p:cNvPr>
          <p:cNvSpPr/>
          <p:nvPr/>
        </p:nvSpPr>
        <p:spPr>
          <a:xfrm>
            <a:off x="1246909" y="2379064"/>
            <a:ext cx="2643447"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u="sng" dirty="0">
                <a:solidFill>
                  <a:schemeClr val="tx1"/>
                </a:solidFill>
                <a:latin typeface="BIZ UDPゴシック" panose="020B0400000000000000" pitchFamily="50" charset="-128"/>
                <a:ea typeface="BIZ UDPゴシック" panose="020B0400000000000000" pitchFamily="50" charset="-128"/>
              </a:rPr>
              <a:t>正会員クラブメニュー</a:t>
            </a:r>
          </a:p>
        </p:txBody>
      </p:sp>
      <p:sp>
        <p:nvSpPr>
          <p:cNvPr id="2" name="正方形/長方形 1">
            <a:extLst>
              <a:ext uri="{FF2B5EF4-FFF2-40B4-BE49-F238E27FC236}">
                <a16:creationId xmlns:a16="http://schemas.microsoft.com/office/drawing/2014/main" id="{A724F86A-BC84-A2B0-3B66-911679C40AC9}"/>
              </a:ext>
            </a:extLst>
          </p:cNvPr>
          <p:cNvSpPr/>
          <p:nvPr/>
        </p:nvSpPr>
        <p:spPr>
          <a:xfrm>
            <a:off x="1163784" y="2883867"/>
            <a:ext cx="3151739"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正会員クラブ登録はこちらから</a:t>
            </a:r>
            <a:endParaRPr kumimoji="1" lang="en-US" altLang="ja-JP" sz="1400" b="1" dirty="0"/>
          </a:p>
          <a:p>
            <a:pPr algn="ctr"/>
            <a:r>
              <a:rPr lang="ja-JP" altLang="en-US" sz="1400" b="1" dirty="0"/>
              <a:t>（登録フォーム）</a:t>
            </a:r>
            <a:endParaRPr kumimoji="1" lang="ja-JP" altLang="en-US" sz="1400" b="1" dirty="0"/>
          </a:p>
        </p:txBody>
      </p:sp>
      <p:sp>
        <p:nvSpPr>
          <p:cNvPr id="19" name="正方形/長方形 18">
            <a:extLst>
              <a:ext uri="{FF2B5EF4-FFF2-40B4-BE49-F238E27FC236}">
                <a16:creationId xmlns:a16="http://schemas.microsoft.com/office/drawing/2014/main" id="{DEFF8590-6678-87D9-F81E-01362F8D7D28}"/>
              </a:ext>
            </a:extLst>
          </p:cNvPr>
          <p:cNvSpPr/>
          <p:nvPr/>
        </p:nvSpPr>
        <p:spPr>
          <a:xfrm>
            <a:off x="1163785" y="4318392"/>
            <a:ext cx="3151738"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ＪＡＦ公認競技保険・ＪＭＲＣ近畿見舞金給付関連</a:t>
            </a:r>
          </a:p>
        </p:txBody>
      </p:sp>
      <p:sp>
        <p:nvSpPr>
          <p:cNvPr id="20" name="正方形/長方形 19">
            <a:extLst>
              <a:ext uri="{FF2B5EF4-FFF2-40B4-BE49-F238E27FC236}">
                <a16:creationId xmlns:a16="http://schemas.microsoft.com/office/drawing/2014/main" id="{F9FA63E8-295B-21DD-8E24-5FF79D300762}"/>
              </a:ext>
            </a:extLst>
          </p:cNvPr>
          <p:cNvSpPr/>
          <p:nvPr/>
        </p:nvSpPr>
        <p:spPr>
          <a:xfrm>
            <a:off x="4447759" y="2437626"/>
            <a:ext cx="6367726" cy="3846796"/>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BIZ UDPゴシック" panose="020B0400000000000000" pitchFamily="50" charset="-128"/>
                <a:ea typeface="BIZ UDPゴシック" panose="020B0400000000000000" pitchFamily="50" charset="-128"/>
              </a:rPr>
              <a:t>正会員クラブへのお知らせ</a:t>
            </a:r>
            <a:endParaRPr lang="en-US" altLang="ja-JP" b="1" dirty="0">
              <a:solidFill>
                <a:schemeClr val="tx1"/>
              </a:solidFill>
              <a:latin typeface="BIZ UDPゴシック" panose="020B0400000000000000" pitchFamily="50" charset="-128"/>
              <a:ea typeface="BIZ UDPゴシック" panose="020B0400000000000000" pitchFamily="50" charset="-128"/>
            </a:endParaRPr>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kumimoji="1" lang="ja-JP" altLang="en-US" sz="1400" b="1" dirty="0"/>
          </a:p>
        </p:txBody>
      </p:sp>
      <p:sp>
        <p:nvSpPr>
          <p:cNvPr id="21" name="正方形/長方形 20">
            <a:extLst>
              <a:ext uri="{FF2B5EF4-FFF2-40B4-BE49-F238E27FC236}">
                <a16:creationId xmlns:a16="http://schemas.microsoft.com/office/drawing/2014/main" id="{423CB434-D926-2657-9E40-56B183D6D360}"/>
              </a:ext>
            </a:extLst>
          </p:cNvPr>
          <p:cNvSpPr/>
          <p:nvPr/>
        </p:nvSpPr>
        <p:spPr>
          <a:xfrm>
            <a:off x="1163785" y="5029307"/>
            <a:ext cx="3151740"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主催者向け、レンタル機器案内</a:t>
            </a:r>
          </a:p>
        </p:txBody>
      </p:sp>
      <p:sp>
        <p:nvSpPr>
          <p:cNvPr id="3" name="正方形/長方形 2">
            <a:extLst>
              <a:ext uri="{FF2B5EF4-FFF2-40B4-BE49-F238E27FC236}">
                <a16:creationId xmlns:a16="http://schemas.microsoft.com/office/drawing/2014/main" id="{8C22FE8F-FB38-EED4-CCC1-ACCBFEE942C7}"/>
              </a:ext>
            </a:extLst>
          </p:cNvPr>
          <p:cNvSpPr/>
          <p:nvPr/>
        </p:nvSpPr>
        <p:spPr>
          <a:xfrm>
            <a:off x="1163784" y="5740222"/>
            <a:ext cx="3151741"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t>協議会会則・見舞金細則</a:t>
            </a:r>
            <a:endParaRPr lang="en-US" altLang="ja-JP" sz="1400" b="1" dirty="0"/>
          </a:p>
          <a:p>
            <a:pPr algn="ctr"/>
            <a:r>
              <a:rPr lang="ja-JP" altLang="en-US" sz="1400" b="1" dirty="0"/>
              <a:t>・登録クラブ</a:t>
            </a:r>
            <a:r>
              <a:rPr lang="en-US" altLang="ja-JP" sz="1400" b="1" dirty="0"/>
              <a:t>/</a:t>
            </a:r>
            <a:r>
              <a:rPr lang="ja-JP" altLang="en-US" sz="1400" b="1" dirty="0"/>
              <a:t>団体名簿</a:t>
            </a:r>
            <a:endParaRPr kumimoji="1" lang="ja-JP" altLang="en-US" sz="1400" b="1" dirty="0"/>
          </a:p>
        </p:txBody>
      </p:sp>
      <p:sp>
        <p:nvSpPr>
          <p:cNvPr id="4" name="テキスト ボックス 3">
            <a:extLst>
              <a:ext uri="{FF2B5EF4-FFF2-40B4-BE49-F238E27FC236}">
                <a16:creationId xmlns:a16="http://schemas.microsoft.com/office/drawing/2014/main" id="{790C6250-4B06-C86E-4491-0662A114104E}"/>
              </a:ext>
            </a:extLst>
          </p:cNvPr>
          <p:cNvSpPr txBox="1"/>
          <p:nvPr/>
        </p:nvSpPr>
        <p:spPr>
          <a:xfrm>
            <a:off x="689954" y="1025752"/>
            <a:ext cx="3848793" cy="646331"/>
          </a:xfrm>
          <a:prstGeom prst="rect">
            <a:avLst/>
          </a:prstGeom>
          <a:noFill/>
        </p:spPr>
        <p:txBody>
          <a:bodyPr wrap="square" rtlCol="0">
            <a:spAutoFit/>
          </a:bodyPr>
          <a:lstStyle/>
          <a:p>
            <a:pPr algn="ctr"/>
            <a:r>
              <a:rPr kumimoji="1" lang="ja-JP" altLang="en-US" sz="3600" dirty="0">
                <a:latin typeface="Meiryo UI" panose="020B0604030504040204" pitchFamily="50" charset="-128"/>
                <a:ea typeface="Meiryo UI" panose="020B0604030504040204" pitchFamily="50" charset="-128"/>
              </a:rPr>
              <a:t>ポータルイメージ</a:t>
            </a:r>
          </a:p>
        </p:txBody>
      </p:sp>
      <p:sp>
        <p:nvSpPr>
          <p:cNvPr id="11" name="正方形/長方形 10">
            <a:extLst>
              <a:ext uri="{FF2B5EF4-FFF2-40B4-BE49-F238E27FC236}">
                <a16:creationId xmlns:a16="http://schemas.microsoft.com/office/drawing/2014/main" id="{208C6F90-9DB4-07F2-578C-4112A1DF0607}"/>
              </a:ext>
            </a:extLst>
          </p:cNvPr>
          <p:cNvSpPr/>
          <p:nvPr/>
        </p:nvSpPr>
        <p:spPr>
          <a:xfrm>
            <a:off x="1163784" y="3607477"/>
            <a:ext cx="3151739"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t>登録クラブ員一覧</a:t>
            </a:r>
            <a:r>
              <a:rPr lang="en-US" altLang="ja-JP" sz="1400" b="1" dirty="0"/>
              <a:t>/</a:t>
            </a:r>
            <a:r>
              <a:rPr lang="ja-JP" altLang="en-US" sz="1400" b="1" dirty="0"/>
              <a:t>スポ安登録</a:t>
            </a:r>
          </a:p>
        </p:txBody>
      </p:sp>
      <p:sp>
        <p:nvSpPr>
          <p:cNvPr id="12" name="テキスト ボックス 11">
            <a:extLst>
              <a:ext uri="{FF2B5EF4-FFF2-40B4-BE49-F238E27FC236}">
                <a16:creationId xmlns:a16="http://schemas.microsoft.com/office/drawing/2014/main" id="{7D97B2C5-781D-3898-315B-30AEBD367875}"/>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4/14</a:t>
            </a:r>
            <a:endParaRPr kumimoji="1" lang="ja-JP" altLang="en-US" sz="2400" dirty="0"/>
          </a:p>
        </p:txBody>
      </p:sp>
      <p:sp>
        <p:nvSpPr>
          <p:cNvPr id="15" name="吹き出し: 四角形 14">
            <a:extLst>
              <a:ext uri="{FF2B5EF4-FFF2-40B4-BE49-F238E27FC236}">
                <a16:creationId xmlns:a16="http://schemas.microsoft.com/office/drawing/2014/main" id="{9C31BB74-A550-829F-688B-06DF51D0DD5D}"/>
              </a:ext>
            </a:extLst>
          </p:cNvPr>
          <p:cNvSpPr/>
          <p:nvPr/>
        </p:nvSpPr>
        <p:spPr>
          <a:xfrm>
            <a:off x="6534259" y="1337845"/>
            <a:ext cx="3848793" cy="957709"/>
          </a:xfrm>
          <a:prstGeom prst="wedgeRectCallout">
            <a:avLst>
              <a:gd name="adj1" fmla="val -29863"/>
              <a:gd name="adj2" fmla="val 7705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■お知らせは事務局からの情報展開用</a:t>
            </a:r>
            <a:endParaRPr kumimoji="1"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■事務局登録者が書き込み可能</a:t>
            </a:r>
            <a:endParaRPr lang="en-US" altLang="ja-JP" dirty="0">
              <a:solidFill>
                <a:schemeClr val="tx1"/>
              </a:solidFill>
              <a:latin typeface="Meiryo UI" panose="020B0604030504040204" pitchFamily="50" charset="-128"/>
              <a:ea typeface="Meiryo UI" panose="020B0604030504040204" pitchFamily="50" charset="-128"/>
            </a:endParaRPr>
          </a:p>
        </p:txBody>
      </p:sp>
      <p:grpSp>
        <p:nvGrpSpPr>
          <p:cNvPr id="22" name="グループ化 21">
            <a:extLst>
              <a:ext uri="{FF2B5EF4-FFF2-40B4-BE49-F238E27FC236}">
                <a16:creationId xmlns:a16="http://schemas.microsoft.com/office/drawing/2014/main" id="{261F731B-CEC0-A255-0C9B-B55E948BB0DD}"/>
              </a:ext>
            </a:extLst>
          </p:cNvPr>
          <p:cNvGrpSpPr/>
          <p:nvPr/>
        </p:nvGrpSpPr>
        <p:grpSpPr>
          <a:xfrm>
            <a:off x="4510088" y="3142822"/>
            <a:ext cx="4355869" cy="2186248"/>
            <a:chOff x="4315526" y="3549607"/>
            <a:chExt cx="4355869" cy="2186248"/>
          </a:xfrm>
        </p:grpSpPr>
        <p:sp>
          <p:nvSpPr>
            <p:cNvPr id="23" name="吹き出し: 四角形 22">
              <a:extLst>
                <a:ext uri="{FF2B5EF4-FFF2-40B4-BE49-F238E27FC236}">
                  <a16:creationId xmlns:a16="http://schemas.microsoft.com/office/drawing/2014/main" id="{AFFF890D-CD7B-E8AE-296A-7CF3DF0A679C}"/>
                </a:ext>
              </a:extLst>
            </p:cNvPr>
            <p:cNvSpPr/>
            <p:nvPr/>
          </p:nvSpPr>
          <p:spPr>
            <a:xfrm>
              <a:off x="4315526" y="3549607"/>
              <a:ext cx="4355869" cy="2186248"/>
            </a:xfrm>
            <a:prstGeom prst="wedgeRectCallout">
              <a:avLst>
                <a:gd name="adj1" fmla="val -57474"/>
                <a:gd name="adj2" fmla="val -4244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4" name="図 23">
              <a:extLst>
                <a:ext uri="{FF2B5EF4-FFF2-40B4-BE49-F238E27FC236}">
                  <a16:creationId xmlns:a16="http://schemas.microsoft.com/office/drawing/2014/main" id="{977071A6-E6BE-48DC-F08F-215495896D4D}"/>
                </a:ext>
              </a:extLst>
            </p:cNvPr>
            <p:cNvPicPr>
              <a:picLocks noChangeAspect="1"/>
            </p:cNvPicPr>
            <p:nvPr/>
          </p:nvPicPr>
          <p:blipFill>
            <a:blip r:embed="rId3"/>
            <a:stretch>
              <a:fillRect/>
            </a:stretch>
          </p:blipFill>
          <p:spPr>
            <a:xfrm>
              <a:off x="4395882" y="3690497"/>
              <a:ext cx="4195156" cy="1904468"/>
            </a:xfrm>
            <a:prstGeom prst="rect">
              <a:avLst/>
            </a:prstGeom>
          </p:spPr>
        </p:pic>
      </p:grpSp>
      <p:sp>
        <p:nvSpPr>
          <p:cNvPr id="13" name="吹き出し: 四角形 12">
            <a:extLst>
              <a:ext uri="{FF2B5EF4-FFF2-40B4-BE49-F238E27FC236}">
                <a16:creationId xmlns:a16="http://schemas.microsoft.com/office/drawing/2014/main" id="{6C6B4418-D03A-DC23-4259-921215D8C8A1}"/>
              </a:ext>
            </a:extLst>
          </p:cNvPr>
          <p:cNvSpPr/>
          <p:nvPr/>
        </p:nvSpPr>
        <p:spPr>
          <a:xfrm>
            <a:off x="8902660" y="3130419"/>
            <a:ext cx="2578247" cy="2964087"/>
          </a:xfrm>
          <a:prstGeom prst="wedgeRectCallout">
            <a:avLst>
              <a:gd name="adj1" fmla="val -67434"/>
              <a:gd name="adj2" fmla="val -2054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■正会員クラブの登録は必要事項入力の後、正会員クラブ登録申請を行うと事務局が承認、公認、加盟、準加盟、賛助の各クラブコードを貸与する</a:t>
            </a:r>
            <a:endParaRPr kumimoji="1"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■クラブコードは</a:t>
            </a:r>
            <a:r>
              <a:rPr lang="en-US" altLang="ja-JP" dirty="0">
                <a:solidFill>
                  <a:schemeClr val="tx1"/>
                </a:solidFill>
                <a:latin typeface="Meiryo UI" panose="020B0604030504040204" pitchFamily="50" charset="-128"/>
                <a:ea typeface="Meiryo UI" panose="020B0604030504040204" pitchFamily="50" charset="-128"/>
              </a:rPr>
              <a:t>5</a:t>
            </a:r>
            <a:r>
              <a:rPr lang="ja-JP" altLang="en-US" dirty="0">
                <a:solidFill>
                  <a:schemeClr val="tx1"/>
                </a:solidFill>
                <a:latin typeface="Meiryo UI" panose="020B0604030504040204" pitchFamily="50" charset="-128"/>
                <a:ea typeface="Meiryo UI" panose="020B0604030504040204" pitchFamily="50" charset="-128"/>
              </a:rPr>
              <a:t>桁の数字は不変、</a:t>
            </a:r>
            <a:r>
              <a:rPr lang="en-US" altLang="ja-JP" dirty="0">
                <a:solidFill>
                  <a:schemeClr val="tx1"/>
                </a:solidFill>
                <a:latin typeface="Meiryo UI" panose="020B0604030504040204" pitchFamily="50" charset="-128"/>
                <a:ea typeface="Meiryo UI" panose="020B0604030504040204" pitchFamily="50" charset="-128"/>
              </a:rPr>
              <a:t>6</a:t>
            </a:r>
            <a:r>
              <a:rPr lang="ja-JP" altLang="en-US" dirty="0">
                <a:solidFill>
                  <a:schemeClr val="tx1"/>
                </a:solidFill>
                <a:latin typeface="Meiryo UI" panose="020B0604030504040204" pitchFamily="50" charset="-128"/>
                <a:ea typeface="Meiryo UI" panose="020B0604030504040204" pitchFamily="50" charset="-128"/>
              </a:rPr>
              <a:t>桁目（先頭）の数字が公認、加盟、準加盟、賛助かを表す</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6" name="吹き出し: 四角形 15">
            <a:extLst>
              <a:ext uri="{FF2B5EF4-FFF2-40B4-BE49-F238E27FC236}">
                <a16:creationId xmlns:a16="http://schemas.microsoft.com/office/drawing/2014/main" id="{F19DE5BE-3FBB-C8DE-79BC-3D759309C62A}"/>
              </a:ext>
            </a:extLst>
          </p:cNvPr>
          <p:cNvSpPr/>
          <p:nvPr/>
        </p:nvSpPr>
        <p:spPr>
          <a:xfrm>
            <a:off x="5068366" y="4698176"/>
            <a:ext cx="2707450" cy="1055401"/>
          </a:xfrm>
          <a:prstGeom prst="wedgeRectCallout">
            <a:avLst>
              <a:gd name="adj1" fmla="val -59451"/>
              <a:gd name="adj2" fmla="val -24480"/>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■こちらのメニューは正会員クラブとして承認後に表示（閲覧制限）</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7" name="右中かっこ 16">
            <a:extLst>
              <a:ext uri="{FF2B5EF4-FFF2-40B4-BE49-F238E27FC236}">
                <a16:creationId xmlns:a16="http://schemas.microsoft.com/office/drawing/2014/main" id="{D0377737-9858-436E-85A0-DC0A088C26B3}"/>
              </a:ext>
            </a:extLst>
          </p:cNvPr>
          <p:cNvSpPr/>
          <p:nvPr/>
        </p:nvSpPr>
        <p:spPr>
          <a:xfrm>
            <a:off x="4447758" y="3607477"/>
            <a:ext cx="288389" cy="2720887"/>
          </a:xfrm>
          <a:prstGeom prst="rightBrace">
            <a:avLst>
              <a:gd name="adj1" fmla="val 58600"/>
              <a:gd name="adj2" fmla="val 50000"/>
            </a:avLst>
          </a:prstGeom>
          <a:ln w="444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470448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C2725-26CE-9401-7006-76C09AB007FA}"/>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EF9F54FE-8771-9517-39D8-82503E665429}"/>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grpSp>
        <p:nvGrpSpPr>
          <p:cNvPr id="9" name="グループ化 8">
            <a:extLst>
              <a:ext uri="{FF2B5EF4-FFF2-40B4-BE49-F238E27FC236}">
                <a16:creationId xmlns:a16="http://schemas.microsoft.com/office/drawing/2014/main" id="{3A294415-010D-5E89-6F8E-4F5B1CE03266}"/>
              </a:ext>
            </a:extLst>
          </p:cNvPr>
          <p:cNvGrpSpPr/>
          <p:nvPr/>
        </p:nvGrpSpPr>
        <p:grpSpPr>
          <a:xfrm>
            <a:off x="932824" y="989214"/>
            <a:ext cx="10326351" cy="5810596"/>
            <a:chOff x="1512916" y="1336151"/>
            <a:chExt cx="9355237" cy="5264154"/>
          </a:xfrm>
        </p:grpSpPr>
        <p:pic>
          <p:nvPicPr>
            <p:cNvPr id="5" name="図 4">
              <a:extLst>
                <a:ext uri="{FF2B5EF4-FFF2-40B4-BE49-F238E27FC236}">
                  <a16:creationId xmlns:a16="http://schemas.microsoft.com/office/drawing/2014/main" id="{09381550-1170-BB38-ECBB-7981B85CD7B4}"/>
                </a:ext>
              </a:extLst>
            </p:cNvPr>
            <p:cNvPicPr>
              <a:picLocks noChangeAspect="1"/>
            </p:cNvPicPr>
            <p:nvPr/>
          </p:nvPicPr>
          <p:blipFill>
            <a:blip r:embed="rId2"/>
            <a:stretch>
              <a:fillRect/>
            </a:stretch>
          </p:blipFill>
          <p:spPr>
            <a:xfrm>
              <a:off x="1512916" y="1336151"/>
              <a:ext cx="9355237" cy="5264154"/>
            </a:xfrm>
            <a:prstGeom prst="rect">
              <a:avLst/>
            </a:prstGeom>
            <a:ln>
              <a:solidFill>
                <a:schemeClr val="tx1"/>
              </a:solidFill>
            </a:ln>
          </p:spPr>
        </p:pic>
        <p:sp>
          <p:nvSpPr>
            <p:cNvPr id="7" name="正方形/長方形 6">
              <a:extLst>
                <a:ext uri="{FF2B5EF4-FFF2-40B4-BE49-F238E27FC236}">
                  <a16:creationId xmlns:a16="http://schemas.microsoft.com/office/drawing/2014/main" id="{0558A1F5-BC68-5084-D3FC-C7E94B42DFCC}"/>
                </a:ext>
              </a:extLst>
            </p:cNvPr>
            <p:cNvSpPr/>
            <p:nvPr/>
          </p:nvSpPr>
          <p:spPr>
            <a:xfrm>
              <a:off x="1512916" y="2053244"/>
              <a:ext cx="4854633" cy="2743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latin typeface="Meiryo UI" panose="020B0604030504040204" pitchFamily="50" charset="-128"/>
                  <a:ea typeface="Meiryo UI" panose="020B0604030504040204" pitchFamily="50" charset="-128"/>
                </a:rPr>
                <a:t>JMRC</a:t>
              </a:r>
              <a:r>
                <a:rPr lang="ja-JP" altLang="en-US" sz="1400" dirty="0">
                  <a:latin typeface="Meiryo UI" panose="020B0604030504040204" pitchFamily="50" charset="-128"/>
                  <a:ea typeface="Meiryo UI" panose="020B0604030504040204" pitchFamily="50" charset="-128"/>
                </a:rPr>
                <a:t>近畿オンライン</a:t>
              </a:r>
              <a:r>
                <a:rPr kumimoji="1" lang="ja-JP" altLang="en-US" sz="1400" dirty="0">
                  <a:latin typeface="Meiryo UI" panose="020B0604030504040204" pitchFamily="50" charset="-128"/>
                  <a:ea typeface="Meiryo UI" panose="020B0604030504040204" pitchFamily="50" charset="-128"/>
                </a:rPr>
                <a:t>事務局（ポータル）</a:t>
              </a:r>
            </a:p>
          </p:txBody>
        </p:sp>
        <p:sp>
          <p:nvSpPr>
            <p:cNvPr id="8" name="正方形/長方形 7">
              <a:extLst>
                <a:ext uri="{FF2B5EF4-FFF2-40B4-BE49-F238E27FC236}">
                  <a16:creationId xmlns:a16="http://schemas.microsoft.com/office/drawing/2014/main" id="{34CF12B1-D31E-9A67-A781-23DB80F298AA}"/>
                </a:ext>
              </a:extLst>
            </p:cNvPr>
            <p:cNvSpPr/>
            <p:nvPr/>
          </p:nvSpPr>
          <p:spPr>
            <a:xfrm>
              <a:off x="1579418" y="2385753"/>
              <a:ext cx="9168938" cy="389866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0" name="正方形/長方形 9">
            <a:extLst>
              <a:ext uri="{FF2B5EF4-FFF2-40B4-BE49-F238E27FC236}">
                <a16:creationId xmlns:a16="http://schemas.microsoft.com/office/drawing/2014/main" id="{B2F58FB0-A144-84CD-BB36-77610994D173}"/>
              </a:ext>
            </a:extLst>
          </p:cNvPr>
          <p:cNvSpPr/>
          <p:nvPr/>
        </p:nvSpPr>
        <p:spPr>
          <a:xfrm>
            <a:off x="1006229" y="2310643"/>
            <a:ext cx="3200850"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u="sng" dirty="0">
                <a:solidFill>
                  <a:schemeClr val="tx1"/>
                </a:solidFill>
                <a:latin typeface="BIZ UDPゴシック" panose="020B0400000000000000" pitchFamily="50" charset="-128"/>
                <a:ea typeface="BIZ UDPゴシック" panose="020B0400000000000000" pitchFamily="50" charset="-128"/>
              </a:rPr>
              <a:t>個人会員メニュー</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sp>
        <p:nvSpPr>
          <p:cNvPr id="2" name="正方形/長方形 1">
            <a:extLst>
              <a:ext uri="{FF2B5EF4-FFF2-40B4-BE49-F238E27FC236}">
                <a16:creationId xmlns:a16="http://schemas.microsoft.com/office/drawing/2014/main" id="{4A3BD4C0-B109-BF36-77DA-85B9B9204E6C}"/>
              </a:ext>
            </a:extLst>
          </p:cNvPr>
          <p:cNvSpPr/>
          <p:nvPr/>
        </p:nvSpPr>
        <p:spPr>
          <a:xfrm>
            <a:off x="1162340" y="2939096"/>
            <a:ext cx="2851262"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t>個人会員</a:t>
            </a:r>
            <a:r>
              <a:rPr kumimoji="1" lang="ja-JP" altLang="en-US" sz="1400" b="1" dirty="0"/>
              <a:t>登録はこちら</a:t>
            </a:r>
            <a:endParaRPr kumimoji="1" lang="en-US" altLang="ja-JP" sz="1400" b="1" dirty="0"/>
          </a:p>
          <a:p>
            <a:pPr algn="ctr"/>
            <a:r>
              <a:rPr lang="ja-JP" altLang="en-US" sz="1400" b="1" dirty="0"/>
              <a:t>（登録フォーム）</a:t>
            </a:r>
            <a:endParaRPr kumimoji="1" lang="ja-JP" altLang="en-US" sz="1400" b="1" dirty="0"/>
          </a:p>
        </p:txBody>
      </p:sp>
      <p:sp>
        <p:nvSpPr>
          <p:cNvPr id="20" name="正方形/長方形 19">
            <a:extLst>
              <a:ext uri="{FF2B5EF4-FFF2-40B4-BE49-F238E27FC236}">
                <a16:creationId xmlns:a16="http://schemas.microsoft.com/office/drawing/2014/main" id="{2882DBB0-5690-1FD4-14B0-EBD1E3FC040C}"/>
              </a:ext>
            </a:extLst>
          </p:cNvPr>
          <p:cNvSpPr/>
          <p:nvPr/>
        </p:nvSpPr>
        <p:spPr>
          <a:xfrm>
            <a:off x="4447759" y="2437626"/>
            <a:ext cx="6367726" cy="3846796"/>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BIZ UDPゴシック" panose="020B0400000000000000" pitchFamily="50" charset="-128"/>
                <a:ea typeface="BIZ UDPゴシック" panose="020B0400000000000000" pitchFamily="50" charset="-128"/>
              </a:rPr>
              <a:t>個人会員へのお知らせ</a:t>
            </a:r>
            <a:endParaRPr lang="en-US" altLang="ja-JP" b="1" dirty="0">
              <a:solidFill>
                <a:schemeClr val="tx1"/>
              </a:solidFill>
              <a:latin typeface="BIZ UDPゴシック" panose="020B0400000000000000" pitchFamily="50" charset="-128"/>
              <a:ea typeface="BIZ UDPゴシック" panose="020B0400000000000000" pitchFamily="50" charset="-128"/>
            </a:endParaRPr>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kumimoji="1" lang="ja-JP" altLang="en-US" sz="1400" b="1" dirty="0"/>
          </a:p>
        </p:txBody>
      </p:sp>
      <p:sp>
        <p:nvSpPr>
          <p:cNvPr id="21" name="正方形/長方形 20">
            <a:extLst>
              <a:ext uri="{FF2B5EF4-FFF2-40B4-BE49-F238E27FC236}">
                <a16:creationId xmlns:a16="http://schemas.microsoft.com/office/drawing/2014/main" id="{85635979-B655-2806-460F-E64A6CDCD989}"/>
              </a:ext>
            </a:extLst>
          </p:cNvPr>
          <p:cNvSpPr/>
          <p:nvPr/>
        </p:nvSpPr>
        <p:spPr>
          <a:xfrm>
            <a:off x="1162340" y="5029307"/>
            <a:ext cx="2851262"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t>General</a:t>
            </a:r>
            <a:r>
              <a:rPr kumimoji="1" lang="ja-JP" altLang="en-US" sz="1400" b="1" dirty="0"/>
              <a:t>会員メニュー</a:t>
            </a:r>
          </a:p>
        </p:txBody>
      </p:sp>
      <p:grpSp>
        <p:nvGrpSpPr>
          <p:cNvPr id="13" name="グループ化 12">
            <a:extLst>
              <a:ext uri="{FF2B5EF4-FFF2-40B4-BE49-F238E27FC236}">
                <a16:creationId xmlns:a16="http://schemas.microsoft.com/office/drawing/2014/main" id="{2DE4D906-311B-9DCB-180E-65C7D1F04730}"/>
              </a:ext>
            </a:extLst>
          </p:cNvPr>
          <p:cNvGrpSpPr/>
          <p:nvPr/>
        </p:nvGrpSpPr>
        <p:grpSpPr>
          <a:xfrm>
            <a:off x="4325059" y="3267900"/>
            <a:ext cx="4355869" cy="2186248"/>
            <a:chOff x="4315526" y="3549607"/>
            <a:chExt cx="4355869" cy="2186248"/>
          </a:xfrm>
        </p:grpSpPr>
        <p:sp>
          <p:nvSpPr>
            <p:cNvPr id="11" name="吹き出し: 四角形 10">
              <a:extLst>
                <a:ext uri="{FF2B5EF4-FFF2-40B4-BE49-F238E27FC236}">
                  <a16:creationId xmlns:a16="http://schemas.microsoft.com/office/drawing/2014/main" id="{230F41D6-4060-6601-8A27-66AF60A378ED}"/>
                </a:ext>
              </a:extLst>
            </p:cNvPr>
            <p:cNvSpPr/>
            <p:nvPr/>
          </p:nvSpPr>
          <p:spPr>
            <a:xfrm>
              <a:off x="4315526" y="3549607"/>
              <a:ext cx="4355869" cy="2186248"/>
            </a:xfrm>
            <a:prstGeom prst="wedgeRectCallout">
              <a:avLst>
                <a:gd name="adj1" fmla="val -57474"/>
                <a:gd name="adj2" fmla="val -4244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a:extLst>
                <a:ext uri="{FF2B5EF4-FFF2-40B4-BE49-F238E27FC236}">
                  <a16:creationId xmlns:a16="http://schemas.microsoft.com/office/drawing/2014/main" id="{941AEC0E-77B6-3EDC-05DC-58BE9AE555F2}"/>
                </a:ext>
              </a:extLst>
            </p:cNvPr>
            <p:cNvPicPr>
              <a:picLocks noChangeAspect="1"/>
            </p:cNvPicPr>
            <p:nvPr/>
          </p:nvPicPr>
          <p:blipFill>
            <a:blip r:embed="rId3"/>
            <a:stretch>
              <a:fillRect/>
            </a:stretch>
          </p:blipFill>
          <p:spPr>
            <a:xfrm>
              <a:off x="4395882" y="3690497"/>
              <a:ext cx="4195156" cy="1904468"/>
            </a:xfrm>
            <a:prstGeom prst="rect">
              <a:avLst/>
            </a:prstGeom>
          </p:spPr>
        </p:pic>
      </p:grpSp>
      <p:sp>
        <p:nvSpPr>
          <p:cNvPr id="3" name="正方形/長方形 2">
            <a:extLst>
              <a:ext uri="{FF2B5EF4-FFF2-40B4-BE49-F238E27FC236}">
                <a16:creationId xmlns:a16="http://schemas.microsoft.com/office/drawing/2014/main" id="{F3BBB777-4A7E-4857-3825-151233C3D6E5}"/>
              </a:ext>
            </a:extLst>
          </p:cNvPr>
          <p:cNvSpPr/>
          <p:nvPr/>
        </p:nvSpPr>
        <p:spPr>
          <a:xfrm>
            <a:off x="1162340" y="4327070"/>
            <a:ext cx="2851262"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a:t>イベントカレンダー</a:t>
            </a:r>
            <a:endParaRPr kumimoji="1" lang="ja-JP" altLang="en-US" sz="1400" b="1" dirty="0"/>
          </a:p>
        </p:txBody>
      </p:sp>
      <p:sp>
        <p:nvSpPr>
          <p:cNvPr id="12" name="正方形/長方形 11">
            <a:extLst>
              <a:ext uri="{FF2B5EF4-FFF2-40B4-BE49-F238E27FC236}">
                <a16:creationId xmlns:a16="http://schemas.microsoft.com/office/drawing/2014/main" id="{10A4664D-61F5-1774-7726-C1735A6D9DA9}"/>
              </a:ext>
            </a:extLst>
          </p:cNvPr>
          <p:cNvSpPr/>
          <p:nvPr/>
        </p:nvSpPr>
        <p:spPr>
          <a:xfrm>
            <a:off x="1163785" y="5740222"/>
            <a:ext cx="2851262"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t>Temporary</a:t>
            </a:r>
            <a:r>
              <a:rPr kumimoji="1" lang="ja-JP" altLang="en-US" sz="1400" b="1" dirty="0"/>
              <a:t>会員メニュー</a:t>
            </a:r>
          </a:p>
        </p:txBody>
      </p:sp>
      <p:sp>
        <p:nvSpPr>
          <p:cNvPr id="14" name="正方形/長方形 13">
            <a:extLst>
              <a:ext uri="{FF2B5EF4-FFF2-40B4-BE49-F238E27FC236}">
                <a16:creationId xmlns:a16="http://schemas.microsoft.com/office/drawing/2014/main" id="{53D79691-B5EB-73AA-B814-058C8C99FAE8}"/>
              </a:ext>
            </a:extLst>
          </p:cNvPr>
          <p:cNvSpPr/>
          <p:nvPr/>
        </p:nvSpPr>
        <p:spPr>
          <a:xfrm>
            <a:off x="1162340" y="3624833"/>
            <a:ext cx="2851262"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t>登録情報確認</a:t>
            </a:r>
            <a:endParaRPr lang="en-US" altLang="ja-JP" sz="1400" b="1" dirty="0"/>
          </a:p>
          <a:p>
            <a:pPr algn="ctr"/>
            <a:r>
              <a:rPr lang="ja-JP" altLang="en-US" sz="1400" b="1" dirty="0"/>
              <a:t>（登録内容の修正はこちらから）</a:t>
            </a:r>
          </a:p>
        </p:txBody>
      </p:sp>
      <p:sp>
        <p:nvSpPr>
          <p:cNvPr id="16" name="テキスト ボックス 15">
            <a:extLst>
              <a:ext uri="{FF2B5EF4-FFF2-40B4-BE49-F238E27FC236}">
                <a16:creationId xmlns:a16="http://schemas.microsoft.com/office/drawing/2014/main" id="{E0902DDD-900D-F29A-3CEF-3C6A4944931C}"/>
              </a:ext>
            </a:extLst>
          </p:cNvPr>
          <p:cNvSpPr txBox="1"/>
          <p:nvPr/>
        </p:nvSpPr>
        <p:spPr>
          <a:xfrm>
            <a:off x="689954" y="1025752"/>
            <a:ext cx="3848793" cy="646331"/>
          </a:xfrm>
          <a:prstGeom prst="rect">
            <a:avLst/>
          </a:prstGeom>
          <a:noFill/>
        </p:spPr>
        <p:txBody>
          <a:bodyPr wrap="square" rtlCol="0">
            <a:spAutoFit/>
          </a:bodyPr>
          <a:lstStyle/>
          <a:p>
            <a:pPr algn="ctr"/>
            <a:r>
              <a:rPr kumimoji="1" lang="ja-JP" altLang="en-US" sz="3600" dirty="0">
                <a:latin typeface="Meiryo UI" panose="020B0604030504040204" pitchFamily="50" charset="-128"/>
                <a:ea typeface="Meiryo UI" panose="020B0604030504040204" pitchFamily="50" charset="-128"/>
              </a:rPr>
              <a:t>ポータルイメージ</a:t>
            </a:r>
          </a:p>
        </p:txBody>
      </p:sp>
      <p:sp>
        <p:nvSpPr>
          <p:cNvPr id="15" name="テキスト ボックス 14">
            <a:extLst>
              <a:ext uri="{FF2B5EF4-FFF2-40B4-BE49-F238E27FC236}">
                <a16:creationId xmlns:a16="http://schemas.microsoft.com/office/drawing/2014/main" id="{4C9F3C7D-FBAB-37F5-C7EE-2415BE511BE0}"/>
              </a:ext>
            </a:extLst>
          </p:cNvPr>
          <p:cNvSpPr txBox="1"/>
          <p:nvPr/>
        </p:nvSpPr>
        <p:spPr>
          <a:xfrm>
            <a:off x="10803308" y="132393"/>
            <a:ext cx="1197595" cy="461665"/>
          </a:xfrm>
          <a:prstGeom prst="rect">
            <a:avLst/>
          </a:prstGeom>
          <a:noFill/>
        </p:spPr>
        <p:txBody>
          <a:bodyPr wrap="square" rtlCol="0">
            <a:spAutoFit/>
          </a:bodyPr>
          <a:lstStyle/>
          <a:p>
            <a:pPr algn="r"/>
            <a:r>
              <a:rPr lang="en-US" altLang="ja-JP" sz="2400" dirty="0"/>
              <a:t>5</a:t>
            </a:r>
            <a:r>
              <a:rPr kumimoji="1" lang="en-US" altLang="ja-JP" sz="2400" dirty="0"/>
              <a:t>/14</a:t>
            </a:r>
            <a:endParaRPr kumimoji="1" lang="ja-JP" altLang="en-US" sz="2400" dirty="0"/>
          </a:p>
        </p:txBody>
      </p:sp>
      <p:sp>
        <p:nvSpPr>
          <p:cNvPr id="17" name="吹き出し: 四角形 16">
            <a:extLst>
              <a:ext uri="{FF2B5EF4-FFF2-40B4-BE49-F238E27FC236}">
                <a16:creationId xmlns:a16="http://schemas.microsoft.com/office/drawing/2014/main" id="{61DDC5D7-183B-8D75-31AF-78E43B26E6CA}"/>
              </a:ext>
            </a:extLst>
          </p:cNvPr>
          <p:cNvSpPr/>
          <p:nvPr/>
        </p:nvSpPr>
        <p:spPr>
          <a:xfrm>
            <a:off x="8823858" y="2996138"/>
            <a:ext cx="2578247" cy="2433673"/>
          </a:xfrm>
          <a:prstGeom prst="wedgeRectCallout">
            <a:avLst>
              <a:gd name="adj1" fmla="val -63243"/>
              <a:gd name="adj2" fmla="val 20684"/>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■個人会員登録フォームはオンラインエントリーのエントラント登録のイメージ</a:t>
            </a:r>
            <a:endParaRPr kumimoji="1"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■所属クラブ登録は当該年度の正会員登録クラブ一覧から選択して、申請すると、正会員クラブに申請が飛ぶ</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8" name="吹き出し: 四角形 17">
            <a:extLst>
              <a:ext uri="{FF2B5EF4-FFF2-40B4-BE49-F238E27FC236}">
                <a16:creationId xmlns:a16="http://schemas.microsoft.com/office/drawing/2014/main" id="{3040B3C3-BC5D-1D47-265B-8DA522CB41A8}"/>
              </a:ext>
            </a:extLst>
          </p:cNvPr>
          <p:cNvSpPr/>
          <p:nvPr/>
        </p:nvSpPr>
        <p:spPr>
          <a:xfrm>
            <a:off x="6534259" y="1337845"/>
            <a:ext cx="3848793" cy="957709"/>
          </a:xfrm>
          <a:prstGeom prst="wedgeRectCallout">
            <a:avLst>
              <a:gd name="adj1" fmla="val -29863"/>
              <a:gd name="adj2" fmla="val 7705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■お知らせは事務局からの情報展開用</a:t>
            </a:r>
            <a:endParaRPr kumimoji="1"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■事務局登録者が書き込み可能</a:t>
            </a:r>
            <a:endParaRPr lang="en-US" altLang="ja-JP"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66574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グループ化 11">
            <a:extLst>
              <a:ext uri="{FF2B5EF4-FFF2-40B4-BE49-F238E27FC236}">
                <a16:creationId xmlns:a16="http://schemas.microsoft.com/office/drawing/2014/main" id="{F67A7C71-EC85-FC37-5CC9-454FCDA1A29A}"/>
              </a:ext>
            </a:extLst>
          </p:cNvPr>
          <p:cNvGrpSpPr/>
          <p:nvPr/>
        </p:nvGrpSpPr>
        <p:grpSpPr>
          <a:xfrm>
            <a:off x="141164" y="1402460"/>
            <a:ext cx="9399896" cy="5289284"/>
            <a:chOff x="224291" y="1385835"/>
            <a:chExt cx="9399896" cy="5289284"/>
          </a:xfrm>
        </p:grpSpPr>
        <p:pic>
          <p:nvPicPr>
            <p:cNvPr id="6" name="図 5">
              <a:extLst>
                <a:ext uri="{FF2B5EF4-FFF2-40B4-BE49-F238E27FC236}">
                  <a16:creationId xmlns:a16="http://schemas.microsoft.com/office/drawing/2014/main" id="{82598E25-3A1C-D409-C43D-09AE21B0AE15}"/>
                </a:ext>
              </a:extLst>
            </p:cNvPr>
            <p:cNvPicPr>
              <a:picLocks noChangeAspect="1"/>
            </p:cNvPicPr>
            <p:nvPr/>
          </p:nvPicPr>
          <p:blipFill>
            <a:blip r:embed="rId2"/>
            <a:stretch>
              <a:fillRect/>
            </a:stretch>
          </p:blipFill>
          <p:spPr>
            <a:xfrm>
              <a:off x="224291" y="1385835"/>
              <a:ext cx="9399896" cy="5289284"/>
            </a:xfrm>
            <a:prstGeom prst="rect">
              <a:avLst/>
            </a:prstGeom>
            <a:ln>
              <a:solidFill>
                <a:schemeClr val="tx1"/>
              </a:solidFill>
            </a:ln>
          </p:spPr>
        </p:pic>
        <p:sp>
          <p:nvSpPr>
            <p:cNvPr id="7" name="正方形/長方形 6">
              <a:extLst>
                <a:ext uri="{FF2B5EF4-FFF2-40B4-BE49-F238E27FC236}">
                  <a16:creationId xmlns:a16="http://schemas.microsoft.com/office/drawing/2014/main" id="{93FE4B8C-0ADF-A7E1-897A-C1DC8BB3FC39}"/>
                </a:ext>
              </a:extLst>
            </p:cNvPr>
            <p:cNvSpPr/>
            <p:nvPr/>
          </p:nvSpPr>
          <p:spPr>
            <a:xfrm>
              <a:off x="224291" y="2106351"/>
              <a:ext cx="4877808" cy="27563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latin typeface="Meiryo UI" panose="020B0604030504040204" pitchFamily="50" charset="-128"/>
                  <a:ea typeface="Meiryo UI" panose="020B0604030504040204" pitchFamily="50" charset="-128"/>
                </a:rPr>
                <a:t>JMRC</a:t>
              </a:r>
              <a:r>
                <a:rPr lang="ja-JP" altLang="en-US" sz="1400" dirty="0">
                  <a:latin typeface="Meiryo UI" panose="020B0604030504040204" pitchFamily="50" charset="-128"/>
                  <a:ea typeface="Meiryo UI" panose="020B0604030504040204" pitchFamily="50" charset="-128"/>
                </a:rPr>
                <a:t>近畿オンライン</a:t>
              </a:r>
              <a:r>
                <a:rPr kumimoji="1" lang="ja-JP" altLang="en-US" sz="1400" dirty="0">
                  <a:latin typeface="Meiryo UI" panose="020B0604030504040204" pitchFamily="50" charset="-128"/>
                  <a:ea typeface="Meiryo UI" panose="020B0604030504040204" pitchFamily="50" charset="-128"/>
                </a:rPr>
                <a:t>事務局（ポータル）</a:t>
              </a:r>
            </a:p>
          </p:txBody>
        </p:sp>
        <p:sp>
          <p:nvSpPr>
            <p:cNvPr id="8" name="正方形/長方形 7">
              <a:extLst>
                <a:ext uri="{FF2B5EF4-FFF2-40B4-BE49-F238E27FC236}">
                  <a16:creationId xmlns:a16="http://schemas.microsoft.com/office/drawing/2014/main" id="{65153D41-0343-FDD2-3716-169C8C77C0C0}"/>
                </a:ext>
              </a:extLst>
            </p:cNvPr>
            <p:cNvSpPr/>
            <p:nvPr/>
          </p:nvSpPr>
          <p:spPr>
            <a:xfrm>
              <a:off x="291110" y="2440448"/>
              <a:ext cx="9212708" cy="39172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1" name="吹き出し: 四角形 20">
            <a:extLst>
              <a:ext uri="{FF2B5EF4-FFF2-40B4-BE49-F238E27FC236}">
                <a16:creationId xmlns:a16="http://schemas.microsoft.com/office/drawing/2014/main" id="{5C7EBA7F-1771-014B-D73E-8E8BD5367A51}"/>
              </a:ext>
            </a:extLst>
          </p:cNvPr>
          <p:cNvSpPr/>
          <p:nvPr/>
        </p:nvSpPr>
        <p:spPr>
          <a:xfrm>
            <a:off x="9621986" y="2381982"/>
            <a:ext cx="2570014" cy="3975746"/>
          </a:xfrm>
          <a:prstGeom prst="wedgeRectCallout">
            <a:avLst>
              <a:gd name="adj1" fmla="val -82910"/>
              <a:gd name="adj2" fmla="val 1695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出力フォーマット</a:t>
            </a: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kumimoji="1" lang="ja-JP" altLang="en-US" dirty="0">
              <a:solidFill>
                <a:schemeClr val="tx1"/>
              </a:solidFill>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2F3D2CC9-9008-B40F-35E5-C9FA721E60D8}"/>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49E72A38-291C-4157-1DEC-851BDFA080F2}"/>
              </a:ext>
            </a:extLst>
          </p:cNvPr>
          <p:cNvSpPr/>
          <p:nvPr/>
        </p:nvSpPr>
        <p:spPr>
          <a:xfrm>
            <a:off x="390546" y="845491"/>
            <a:ext cx="9593040"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b="1" u="sng" dirty="0">
                <a:solidFill>
                  <a:schemeClr val="tx1"/>
                </a:solidFill>
                <a:latin typeface="BIZ UDPゴシック" panose="020B0400000000000000" pitchFamily="50" charset="-128"/>
                <a:ea typeface="BIZ UDPゴシック" panose="020B0400000000000000" pitchFamily="50" charset="-128"/>
              </a:rPr>
              <a:t>正会員クラブ個別の画面（</a:t>
            </a:r>
            <a:r>
              <a:rPr lang="en-US" altLang="ja-JP" sz="2000" b="1" u="sng" dirty="0">
                <a:solidFill>
                  <a:schemeClr val="tx1"/>
                </a:solidFill>
                <a:latin typeface="BIZ UDPゴシック" panose="020B0400000000000000" pitchFamily="50" charset="-128"/>
                <a:ea typeface="BIZ UDPゴシック" panose="020B0400000000000000" pitchFamily="50" charset="-128"/>
              </a:rPr>
              <a:t>BATTLEX</a:t>
            </a:r>
            <a:r>
              <a:rPr lang="ja-JP" altLang="en-US" sz="2000" b="1" u="sng" dirty="0">
                <a:solidFill>
                  <a:schemeClr val="tx1"/>
                </a:solidFill>
                <a:latin typeface="BIZ UDPゴシック" panose="020B0400000000000000" pitchFamily="50" charset="-128"/>
                <a:ea typeface="BIZ UDPゴシック" panose="020B0400000000000000" pitchFamily="50" charset="-128"/>
              </a:rPr>
              <a:t>の場合のイメージ）</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1096C9D4-4967-DE0E-01BE-DD42DAC51D40}"/>
              </a:ext>
            </a:extLst>
          </p:cNvPr>
          <p:cNvSpPr/>
          <p:nvPr/>
        </p:nvSpPr>
        <p:spPr>
          <a:xfrm>
            <a:off x="342459" y="2381981"/>
            <a:ext cx="3388003"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600" b="1" u="sng" dirty="0">
                <a:solidFill>
                  <a:schemeClr val="tx1"/>
                </a:solidFill>
                <a:latin typeface="BIZ UDPゴシック" panose="020B0400000000000000" pitchFamily="50" charset="-128"/>
                <a:ea typeface="BIZ UDPゴシック" panose="020B0400000000000000" pitchFamily="50" charset="-128"/>
              </a:rPr>
              <a:t>BATTLEX</a:t>
            </a:r>
            <a:r>
              <a:rPr kumimoji="1" lang="ja-JP" altLang="en-US" sz="1600" b="1" u="sng" dirty="0">
                <a:solidFill>
                  <a:schemeClr val="tx1"/>
                </a:solidFill>
                <a:latin typeface="BIZ UDPゴシック" panose="020B0400000000000000" pitchFamily="50" charset="-128"/>
                <a:ea typeface="BIZ UDPゴシック" panose="020B0400000000000000" pitchFamily="50" charset="-128"/>
              </a:rPr>
              <a:t>　クラブ員一覧</a:t>
            </a:r>
          </a:p>
        </p:txBody>
      </p:sp>
      <p:graphicFrame>
        <p:nvGraphicFramePr>
          <p:cNvPr id="11" name="表 10">
            <a:extLst>
              <a:ext uri="{FF2B5EF4-FFF2-40B4-BE49-F238E27FC236}">
                <a16:creationId xmlns:a16="http://schemas.microsoft.com/office/drawing/2014/main" id="{088841D7-9578-BFF8-51BC-52B11C2AC441}"/>
              </a:ext>
            </a:extLst>
          </p:cNvPr>
          <p:cNvGraphicFramePr>
            <a:graphicFrameLocks noGrp="1"/>
          </p:cNvGraphicFramePr>
          <p:nvPr>
            <p:extLst>
              <p:ext uri="{D42A27DB-BD31-4B8C-83A1-F6EECF244321}">
                <p14:modId xmlns:p14="http://schemas.microsoft.com/office/powerpoint/2010/main" val="11186058"/>
              </p:ext>
            </p:extLst>
          </p:nvPr>
        </p:nvGraphicFramePr>
        <p:xfrm>
          <a:off x="535602" y="2922970"/>
          <a:ext cx="3228119" cy="2764511"/>
        </p:xfrm>
        <a:graphic>
          <a:graphicData uri="http://schemas.openxmlformats.org/drawingml/2006/table">
            <a:tbl>
              <a:tblPr firstRow="1">
                <a:tableStyleId>{5C22544A-7EE6-4342-B048-85BDC9FD1C3A}</a:tableStyleId>
              </a:tblPr>
              <a:tblGrid>
                <a:gridCol w="697894">
                  <a:extLst>
                    <a:ext uri="{9D8B030D-6E8A-4147-A177-3AD203B41FA5}">
                      <a16:colId xmlns:a16="http://schemas.microsoft.com/office/drawing/2014/main" val="2462663412"/>
                    </a:ext>
                  </a:extLst>
                </a:gridCol>
                <a:gridCol w="849668">
                  <a:extLst>
                    <a:ext uri="{9D8B030D-6E8A-4147-A177-3AD203B41FA5}">
                      <a16:colId xmlns:a16="http://schemas.microsoft.com/office/drawing/2014/main" val="2268523075"/>
                    </a:ext>
                  </a:extLst>
                </a:gridCol>
                <a:gridCol w="797962">
                  <a:extLst>
                    <a:ext uri="{9D8B030D-6E8A-4147-A177-3AD203B41FA5}">
                      <a16:colId xmlns:a16="http://schemas.microsoft.com/office/drawing/2014/main" val="1145403978"/>
                    </a:ext>
                  </a:extLst>
                </a:gridCol>
                <a:gridCol w="882595">
                  <a:extLst>
                    <a:ext uri="{9D8B030D-6E8A-4147-A177-3AD203B41FA5}">
                      <a16:colId xmlns:a16="http://schemas.microsoft.com/office/drawing/2014/main" val="2352260137"/>
                    </a:ext>
                  </a:extLst>
                </a:gridCol>
              </a:tblGrid>
              <a:tr h="202616">
                <a:tc>
                  <a:txBody>
                    <a:bodyPr/>
                    <a:lstStyle/>
                    <a:p>
                      <a:pPr algn="ctr" fontAlgn="b">
                        <a:buNone/>
                      </a:pPr>
                      <a:r>
                        <a:rPr lang="ja-JP" altLang="en-US" sz="1050" b="1" i="0" u="none" strike="noStrike" dirty="0">
                          <a:effectLst/>
                          <a:latin typeface="Meiryo UI" panose="020B0604030504040204" pitchFamily="50" charset="-128"/>
                          <a:ea typeface="Meiryo UI" panose="020B0604030504040204" pitchFamily="50" charset="-128"/>
                        </a:rPr>
                        <a:t>加入申請</a:t>
                      </a: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名前</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フリガナ</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00" b="1" i="0" u="none" strike="noStrike" dirty="0">
                          <a:effectLst/>
                          <a:latin typeface="Meiryo UI" panose="020B0604030504040204" pitchFamily="50" charset="-128"/>
                          <a:ea typeface="Meiryo UI" panose="020B0604030504040204" pitchFamily="50" charset="-128"/>
                        </a:rPr>
                        <a:t>詳細リンク</a:t>
                      </a:r>
                    </a:p>
                  </a:txBody>
                  <a:tcPr marL="7620" marR="7620" marT="7620" marB="0" anchor="b"/>
                </a:tc>
                <a:extLst>
                  <a:ext uri="{0D108BD9-81ED-4DB2-BD59-A6C34878D82A}">
                    <a16:rowId xmlns:a16="http://schemas.microsoft.com/office/drawing/2014/main" val="2568289191"/>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段上 泰之</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45092668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武田とも子</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a:effectLst/>
                          <a:latin typeface="Meiryo UI" panose="020B0604030504040204" pitchFamily="50" charset="-128"/>
                          <a:ea typeface="Meiryo UI" panose="020B0604030504040204" pitchFamily="50" charset="-128"/>
                        </a:rPr>
                        <a:t>詳細</a:t>
                      </a: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4262929960"/>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定松 舞子</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70486054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多田 安男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a:effectLst/>
                          <a:latin typeface="Meiryo UI" panose="020B0604030504040204" pitchFamily="50" charset="-128"/>
                          <a:ea typeface="Meiryo UI" panose="020B0604030504040204" pitchFamily="50" charset="-128"/>
                        </a:rPr>
                        <a:t>詳細</a:t>
                      </a: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20282441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抱 博高</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331551879"/>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鈴木 亮</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457038890"/>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武田あきひと</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720786565"/>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大田 健太郎</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372779491"/>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冬野 紘彰</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599633959"/>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川脇 一晃</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797612066"/>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西川 佳廣</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051026405"/>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鈴木 瑛士</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535557930"/>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井上 拓己</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4072576346"/>
                  </a:ext>
                </a:extLst>
              </a:tr>
              <a:tr h="170793">
                <a:tc>
                  <a:txBody>
                    <a:bodyPr/>
                    <a:lstStyle/>
                    <a:p>
                      <a:pPr algn="ctr" fontAlgn="b">
                        <a:buNone/>
                      </a:pP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571831437"/>
                  </a:ext>
                </a:extLst>
              </a:tr>
              <a:tr h="170793">
                <a:tc>
                  <a:txBody>
                    <a:bodyPr/>
                    <a:lstStyle/>
                    <a:p>
                      <a:pPr algn="ctr" fontAlgn="b">
                        <a:buNone/>
                      </a:pP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131987128"/>
                  </a:ext>
                </a:extLst>
              </a:tr>
            </a:tbl>
          </a:graphicData>
        </a:graphic>
      </p:graphicFrame>
      <p:graphicFrame>
        <p:nvGraphicFramePr>
          <p:cNvPr id="13" name="表 12">
            <a:extLst>
              <a:ext uri="{FF2B5EF4-FFF2-40B4-BE49-F238E27FC236}">
                <a16:creationId xmlns:a16="http://schemas.microsoft.com/office/drawing/2014/main" id="{7CF6AA79-7FCF-4779-8E28-0C76C12EFD90}"/>
              </a:ext>
            </a:extLst>
          </p:cNvPr>
          <p:cNvGraphicFramePr>
            <a:graphicFrameLocks noGrp="1"/>
          </p:cNvGraphicFramePr>
          <p:nvPr>
            <p:extLst>
              <p:ext uri="{D42A27DB-BD31-4B8C-83A1-F6EECF244321}">
                <p14:modId xmlns:p14="http://schemas.microsoft.com/office/powerpoint/2010/main" val="764365619"/>
              </p:ext>
            </p:extLst>
          </p:nvPr>
        </p:nvGraphicFramePr>
        <p:xfrm>
          <a:off x="4070114" y="3113172"/>
          <a:ext cx="4679605" cy="490810"/>
        </p:xfrm>
        <a:graphic>
          <a:graphicData uri="http://schemas.openxmlformats.org/drawingml/2006/table">
            <a:tbl>
              <a:tblPr firstRow="1">
                <a:tableStyleId>{5C22544A-7EE6-4342-B048-85BDC9FD1C3A}</a:tableStyleId>
              </a:tblPr>
              <a:tblGrid>
                <a:gridCol w="866031">
                  <a:extLst>
                    <a:ext uri="{9D8B030D-6E8A-4147-A177-3AD203B41FA5}">
                      <a16:colId xmlns:a16="http://schemas.microsoft.com/office/drawing/2014/main" val="1255667630"/>
                    </a:ext>
                  </a:extLst>
                </a:gridCol>
                <a:gridCol w="1033159">
                  <a:extLst>
                    <a:ext uri="{9D8B030D-6E8A-4147-A177-3AD203B41FA5}">
                      <a16:colId xmlns:a16="http://schemas.microsoft.com/office/drawing/2014/main" val="838351586"/>
                    </a:ext>
                  </a:extLst>
                </a:gridCol>
                <a:gridCol w="987579">
                  <a:extLst>
                    <a:ext uri="{9D8B030D-6E8A-4147-A177-3AD203B41FA5}">
                      <a16:colId xmlns:a16="http://schemas.microsoft.com/office/drawing/2014/main" val="3182637151"/>
                    </a:ext>
                  </a:extLst>
                </a:gridCol>
                <a:gridCol w="987579">
                  <a:extLst>
                    <a:ext uri="{9D8B030D-6E8A-4147-A177-3AD203B41FA5}">
                      <a16:colId xmlns:a16="http://schemas.microsoft.com/office/drawing/2014/main" val="1019788112"/>
                    </a:ext>
                  </a:extLst>
                </a:gridCol>
                <a:gridCol w="805257">
                  <a:extLst>
                    <a:ext uri="{9D8B030D-6E8A-4147-A177-3AD203B41FA5}">
                      <a16:colId xmlns:a16="http://schemas.microsoft.com/office/drawing/2014/main" val="3427785552"/>
                    </a:ext>
                  </a:extLst>
                </a:gridCol>
              </a:tblGrid>
              <a:tr h="245405">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免許証番号</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zh-TW" altLang="en-US" sz="1050" u="none" strike="noStrike" dirty="0">
                          <a:effectLst/>
                          <a:latin typeface="Meiryo UI" panose="020B0604030504040204" pitchFamily="50" charset="-128"/>
                          <a:ea typeface="Meiryo UI" panose="020B0604030504040204" pitchFamily="50" charset="-128"/>
                        </a:rPr>
                        <a:t>免許有効期限</a:t>
                      </a:r>
                      <a:endParaRPr lang="zh-TW"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ライセンス番号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ライセンス種別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スポ安加入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4041907858"/>
                  </a:ext>
                </a:extLst>
              </a:tr>
              <a:tr h="245405">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2284231042"/>
                  </a:ext>
                </a:extLst>
              </a:tr>
            </a:tbl>
          </a:graphicData>
        </a:graphic>
      </p:graphicFrame>
      <p:graphicFrame>
        <p:nvGraphicFramePr>
          <p:cNvPr id="15" name="表 14">
            <a:extLst>
              <a:ext uri="{FF2B5EF4-FFF2-40B4-BE49-F238E27FC236}">
                <a16:creationId xmlns:a16="http://schemas.microsoft.com/office/drawing/2014/main" id="{FE90853B-30B2-4602-2390-30D884C358B4}"/>
              </a:ext>
            </a:extLst>
          </p:cNvPr>
          <p:cNvGraphicFramePr>
            <a:graphicFrameLocks noGrp="1"/>
          </p:cNvGraphicFramePr>
          <p:nvPr>
            <p:extLst>
              <p:ext uri="{D42A27DB-BD31-4B8C-83A1-F6EECF244321}">
                <p14:modId xmlns:p14="http://schemas.microsoft.com/office/powerpoint/2010/main" val="3991656249"/>
              </p:ext>
            </p:extLst>
          </p:nvPr>
        </p:nvGraphicFramePr>
        <p:xfrm>
          <a:off x="4070114" y="3686760"/>
          <a:ext cx="4679603" cy="498185"/>
        </p:xfrm>
        <a:graphic>
          <a:graphicData uri="http://schemas.openxmlformats.org/drawingml/2006/table">
            <a:tbl>
              <a:tblPr firstRow="1">
                <a:tableStyleId>{5C22544A-7EE6-4342-B048-85BDC9FD1C3A}</a:tableStyleId>
              </a:tblPr>
              <a:tblGrid>
                <a:gridCol w="376520">
                  <a:extLst>
                    <a:ext uri="{9D8B030D-6E8A-4147-A177-3AD203B41FA5}">
                      <a16:colId xmlns:a16="http://schemas.microsoft.com/office/drawing/2014/main" val="1932318286"/>
                    </a:ext>
                  </a:extLst>
                </a:gridCol>
                <a:gridCol w="632015">
                  <a:extLst>
                    <a:ext uri="{9D8B030D-6E8A-4147-A177-3AD203B41FA5}">
                      <a16:colId xmlns:a16="http://schemas.microsoft.com/office/drawing/2014/main" val="4253100321"/>
                    </a:ext>
                  </a:extLst>
                </a:gridCol>
                <a:gridCol w="632015">
                  <a:extLst>
                    <a:ext uri="{9D8B030D-6E8A-4147-A177-3AD203B41FA5}">
                      <a16:colId xmlns:a16="http://schemas.microsoft.com/office/drawing/2014/main" val="246949876"/>
                    </a:ext>
                  </a:extLst>
                </a:gridCol>
                <a:gridCol w="1721234">
                  <a:extLst>
                    <a:ext uri="{9D8B030D-6E8A-4147-A177-3AD203B41FA5}">
                      <a16:colId xmlns:a16="http://schemas.microsoft.com/office/drawing/2014/main" val="2687389615"/>
                    </a:ext>
                  </a:extLst>
                </a:gridCol>
                <a:gridCol w="497544">
                  <a:extLst>
                    <a:ext uri="{9D8B030D-6E8A-4147-A177-3AD203B41FA5}">
                      <a16:colId xmlns:a16="http://schemas.microsoft.com/office/drawing/2014/main" val="3025164113"/>
                    </a:ext>
                  </a:extLst>
                </a:gridCol>
                <a:gridCol w="820275">
                  <a:extLst>
                    <a:ext uri="{9D8B030D-6E8A-4147-A177-3AD203B41FA5}">
                      <a16:colId xmlns:a16="http://schemas.microsoft.com/office/drawing/2014/main" val="3328790045"/>
                    </a:ext>
                  </a:extLst>
                </a:gridCol>
              </a:tblGrid>
              <a:tr h="268603">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性別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生年月日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郵便番号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住所</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連絡先</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メールアドレス</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1930057082"/>
                  </a:ext>
                </a:extLst>
              </a:tr>
              <a:tr h="229582">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1716818613"/>
                  </a:ext>
                </a:extLst>
              </a:tr>
            </a:tbl>
          </a:graphicData>
        </a:graphic>
      </p:graphicFrame>
      <p:sp>
        <p:nvSpPr>
          <p:cNvPr id="16" name="正方形/長方形 15">
            <a:extLst>
              <a:ext uri="{FF2B5EF4-FFF2-40B4-BE49-F238E27FC236}">
                <a16:creationId xmlns:a16="http://schemas.microsoft.com/office/drawing/2014/main" id="{20A3B754-DD03-C094-B1D9-30F31C8FCEFB}"/>
              </a:ext>
            </a:extLst>
          </p:cNvPr>
          <p:cNvSpPr/>
          <p:nvPr/>
        </p:nvSpPr>
        <p:spPr>
          <a:xfrm>
            <a:off x="3848630" y="2615121"/>
            <a:ext cx="3610137"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b="1" u="sng" dirty="0">
                <a:solidFill>
                  <a:schemeClr val="tx1"/>
                </a:solidFill>
                <a:latin typeface="BIZ UDPゴシック" panose="020B0400000000000000" pitchFamily="50" charset="-128"/>
                <a:ea typeface="BIZ UDPゴシック" panose="020B0400000000000000" pitchFamily="50" charset="-128"/>
              </a:rPr>
              <a:t>・選択したクラブ員の情報</a:t>
            </a:r>
            <a:endParaRPr kumimoji="1" lang="ja-JP" altLang="en-US" sz="1600" b="1" u="sng" dirty="0">
              <a:solidFill>
                <a:schemeClr val="tx1"/>
              </a:solidFill>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603AEB5D-38A1-8185-B680-70035520398D}"/>
              </a:ext>
            </a:extLst>
          </p:cNvPr>
          <p:cNvSpPr/>
          <p:nvPr/>
        </p:nvSpPr>
        <p:spPr>
          <a:xfrm>
            <a:off x="3848630" y="4353420"/>
            <a:ext cx="3610137"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b="1" u="sng" dirty="0">
                <a:solidFill>
                  <a:schemeClr val="tx1"/>
                </a:solidFill>
                <a:latin typeface="BIZ UDPゴシック" panose="020B0400000000000000" pitchFamily="50" charset="-128"/>
                <a:ea typeface="BIZ UDPゴシック" panose="020B0400000000000000" pitchFamily="50" charset="-128"/>
              </a:rPr>
              <a:t>・スポーツ安全保険加入者一覧</a:t>
            </a:r>
            <a:endParaRPr kumimoji="1" lang="ja-JP" altLang="en-US" sz="1600" b="1" u="sng" dirty="0">
              <a:solidFill>
                <a:schemeClr val="tx1"/>
              </a:solidFill>
              <a:latin typeface="BIZ UDPゴシック" panose="020B0400000000000000" pitchFamily="50" charset="-128"/>
              <a:ea typeface="BIZ UDPゴシック" panose="020B0400000000000000" pitchFamily="50" charset="-128"/>
            </a:endParaRPr>
          </a:p>
        </p:txBody>
      </p:sp>
      <p:graphicFrame>
        <p:nvGraphicFramePr>
          <p:cNvPr id="18" name="表 17">
            <a:extLst>
              <a:ext uri="{FF2B5EF4-FFF2-40B4-BE49-F238E27FC236}">
                <a16:creationId xmlns:a16="http://schemas.microsoft.com/office/drawing/2014/main" id="{8B64F701-2A39-35CD-3B21-0973EFAAA803}"/>
              </a:ext>
            </a:extLst>
          </p:cNvPr>
          <p:cNvGraphicFramePr>
            <a:graphicFrameLocks noGrp="1"/>
          </p:cNvGraphicFramePr>
          <p:nvPr>
            <p:extLst>
              <p:ext uri="{D42A27DB-BD31-4B8C-83A1-F6EECF244321}">
                <p14:modId xmlns:p14="http://schemas.microsoft.com/office/powerpoint/2010/main" val="3147011717"/>
              </p:ext>
            </p:extLst>
          </p:nvPr>
        </p:nvGraphicFramePr>
        <p:xfrm>
          <a:off x="4070114" y="4821809"/>
          <a:ext cx="3051941" cy="1321722"/>
        </p:xfrm>
        <a:graphic>
          <a:graphicData uri="http://schemas.openxmlformats.org/drawingml/2006/table">
            <a:tbl>
              <a:tblPr firstRow="1">
                <a:tableStyleId>{5C22544A-7EE6-4342-B048-85BDC9FD1C3A}</a:tableStyleId>
              </a:tblPr>
              <a:tblGrid>
                <a:gridCol w="770918">
                  <a:extLst>
                    <a:ext uri="{9D8B030D-6E8A-4147-A177-3AD203B41FA5}">
                      <a16:colId xmlns:a16="http://schemas.microsoft.com/office/drawing/2014/main" val="1910877828"/>
                    </a:ext>
                  </a:extLst>
                </a:gridCol>
                <a:gridCol w="1001425">
                  <a:extLst>
                    <a:ext uri="{9D8B030D-6E8A-4147-A177-3AD203B41FA5}">
                      <a16:colId xmlns:a16="http://schemas.microsoft.com/office/drawing/2014/main" val="1614926522"/>
                    </a:ext>
                  </a:extLst>
                </a:gridCol>
                <a:gridCol w="1279598">
                  <a:extLst>
                    <a:ext uri="{9D8B030D-6E8A-4147-A177-3AD203B41FA5}">
                      <a16:colId xmlns:a16="http://schemas.microsoft.com/office/drawing/2014/main" val="2149047582"/>
                    </a:ext>
                  </a:extLst>
                </a:gridCol>
              </a:tblGrid>
              <a:tr h="220287">
                <a:tc>
                  <a:txBody>
                    <a:bodyPr/>
                    <a:lstStyle/>
                    <a:p>
                      <a:pPr algn="ctr" fontAlgn="b">
                        <a:buNone/>
                      </a:pPr>
                      <a:r>
                        <a:rPr lang="ja-JP" altLang="en-US" sz="1050" b="0" i="0" u="none" strike="noStrike" dirty="0">
                          <a:effectLst/>
                          <a:latin typeface="Meiryo UI" panose="020B0604030504040204" pitchFamily="50" charset="-128"/>
                          <a:ea typeface="Meiryo UI" panose="020B0604030504040204" pitchFamily="50" charset="-128"/>
                        </a:rPr>
                        <a:t>今回申請</a:t>
                      </a:r>
                    </a:p>
                  </a:txBody>
                  <a:tcPr marL="7620" marR="7620" marT="7620" marB="0" anchor="b"/>
                </a:tc>
                <a:tc>
                  <a:txBody>
                    <a:bodyPr/>
                    <a:lstStyle/>
                    <a:p>
                      <a:pPr algn="ctr" fontAlgn="b">
                        <a:buNone/>
                      </a:pPr>
                      <a:r>
                        <a:rPr lang="ja-JP" altLang="en-US" sz="1050" b="0" u="none" strike="noStrike" dirty="0">
                          <a:effectLst/>
                          <a:latin typeface="Meiryo UI" panose="020B0604030504040204" pitchFamily="50" charset="-128"/>
                          <a:ea typeface="Meiryo UI" panose="020B0604030504040204" pitchFamily="50" charset="-128"/>
                        </a:rPr>
                        <a:t>名前</a:t>
                      </a: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b="0" u="none" strike="noStrike" dirty="0">
                          <a:effectLst/>
                          <a:latin typeface="Meiryo UI" panose="020B0604030504040204" pitchFamily="50" charset="-128"/>
                          <a:ea typeface="Meiryo UI" panose="020B0604030504040204" pitchFamily="50" charset="-128"/>
                        </a:rPr>
                        <a:t>加入年月</a:t>
                      </a: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3809143328"/>
                  </a:ext>
                </a:extLst>
              </a:tr>
              <a:tr h="220287">
                <a:tc>
                  <a:txBody>
                    <a:bodyPr/>
                    <a:lstStyle/>
                    <a:p>
                      <a:pPr algn="ctr" fontAlgn="ctr">
                        <a:buNone/>
                      </a:pPr>
                      <a:r>
                        <a:rPr lang="ja-JP" altLang="en-US" sz="1050" b="0" i="0" u="none" strike="noStrike" dirty="0">
                          <a:effectLst/>
                          <a:latin typeface="Meiryo UI" panose="020B0604030504040204" pitchFamily="50" charset="-128"/>
                          <a:ea typeface="Meiryo UI" panose="020B0604030504040204" pitchFamily="50" charset="-128"/>
                        </a:rPr>
                        <a:t>〇</a:t>
                      </a:r>
                    </a:p>
                  </a:txBody>
                  <a:tcPr marL="7620" marR="7620" marT="7620" marB="0" anchor="ctr"/>
                </a:tc>
                <a:tc>
                  <a:txBody>
                    <a:bodyPr/>
                    <a:lstStyle/>
                    <a:p>
                      <a:pPr algn="ctr" fontAlgn="ctr">
                        <a:buNone/>
                      </a:pPr>
                      <a:r>
                        <a:rPr lang="ja-JP" altLang="en-US" sz="1050" b="0" i="0" u="none" strike="noStrike" dirty="0">
                          <a:effectLst/>
                          <a:latin typeface="Meiryo UI" panose="020B0604030504040204" pitchFamily="50" charset="-128"/>
                          <a:ea typeface="Meiryo UI" panose="020B0604030504040204" pitchFamily="50" charset="-128"/>
                        </a:rPr>
                        <a:t>段上 泰之</a:t>
                      </a: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extLst>
                  <a:ext uri="{0D108BD9-81ED-4DB2-BD59-A6C34878D82A}">
                    <a16:rowId xmlns:a16="http://schemas.microsoft.com/office/drawing/2014/main" val="1371476291"/>
                  </a:ext>
                </a:extLst>
              </a:tr>
              <a:tr h="220287">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extLst>
                  <a:ext uri="{0D108BD9-81ED-4DB2-BD59-A6C34878D82A}">
                    <a16:rowId xmlns:a16="http://schemas.microsoft.com/office/drawing/2014/main" val="1616298472"/>
                  </a:ext>
                </a:extLst>
              </a:tr>
              <a:tr h="220287">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extLst>
                  <a:ext uri="{0D108BD9-81ED-4DB2-BD59-A6C34878D82A}">
                    <a16:rowId xmlns:a16="http://schemas.microsoft.com/office/drawing/2014/main" val="3561384023"/>
                  </a:ext>
                </a:extLst>
              </a:tr>
              <a:tr h="220287">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extLst>
                  <a:ext uri="{0D108BD9-81ED-4DB2-BD59-A6C34878D82A}">
                    <a16:rowId xmlns:a16="http://schemas.microsoft.com/office/drawing/2014/main" val="3683899500"/>
                  </a:ext>
                </a:extLst>
              </a:tr>
              <a:tr h="220287">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r>
                        <a:rPr lang="ja-JP" altLang="en-US" sz="1050" b="0" u="none" strike="noStrike" dirty="0">
                          <a:effectLst/>
                          <a:latin typeface="Meiryo UI" panose="020B0604030504040204" pitchFamily="50" charset="-128"/>
                          <a:ea typeface="Meiryo UI" panose="020B0604030504040204" pitchFamily="50" charset="-128"/>
                        </a:rPr>
                        <a:t>　</a:t>
                      </a: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extLst>
                  <a:ext uri="{0D108BD9-81ED-4DB2-BD59-A6C34878D82A}">
                    <a16:rowId xmlns:a16="http://schemas.microsoft.com/office/drawing/2014/main" val="2638016831"/>
                  </a:ext>
                </a:extLst>
              </a:tr>
            </a:tbl>
          </a:graphicData>
        </a:graphic>
      </p:graphicFrame>
      <p:sp>
        <p:nvSpPr>
          <p:cNvPr id="19" name="正方形/長方形 18">
            <a:extLst>
              <a:ext uri="{FF2B5EF4-FFF2-40B4-BE49-F238E27FC236}">
                <a16:creationId xmlns:a16="http://schemas.microsoft.com/office/drawing/2014/main" id="{EB3FF0CE-38A9-F08A-1068-DF45E8C693BD}"/>
              </a:ext>
            </a:extLst>
          </p:cNvPr>
          <p:cNvSpPr/>
          <p:nvPr/>
        </p:nvSpPr>
        <p:spPr>
          <a:xfrm>
            <a:off x="7458767" y="4821809"/>
            <a:ext cx="1289652" cy="4981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Meiryo UI" panose="020B0604030504040204" pitchFamily="50" charset="-128"/>
                <a:ea typeface="Meiryo UI" panose="020B0604030504040204" pitchFamily="50" charset="-128"/>
              </a:rPr>
              <a:t>加入申請書</a:t>
            </a:r>
            <a:endParaRPr kumimoji="1" lang="en-US" altLang="ja-JP" sz="1400" dirty="0">
              <a:latin typeface="Meiryo UI" panose="020B0604030504040204" pitchFamily="50" charset="-128"/>
              <a:ea typeface="Meiryo UI" panose="020B0604030504040204" pitchFamily="50" charset="-128"/>
            </a:endParaRPr>
          </a:p>
          <a:p>
            <a:pPr algn="ctr"/>
            <a:r>
              <a:rPr kumimoji="1" lang="ja-JP" altLang="en-US" sz="1400" dirty="0">
                <a:latin typeface="Meiryo UI" panose="020B0604030504040204" pitchFamily="50" charset="-128"/>
                <a:ea typeface="Meiryo UI" panose="020B0604030504040204" pitchFamily="50" charset="-128"/>
              </a:rPr>
              <a:t>作成</a:t>
            </a:r>
          </a:p>
        </p:txBody>
      </p:sp>
      <p:sp>
        <p:nvSpPr>
          <p:cNvPr id="20" name="正方形/長方形 19">
            <a:extLst>
              <a:ext uri="{FF2B5EF4-FFF2-40B4-BE49-F238E27FC236}">
                <a16:creationId xmlns:a16="http://schemas.microsoft.com/office/drawing/2014/main" id="{5A22B74A-F5C3-9C6D-8AF4-D418DDF1AA6C}"/>
              </a:ext>
            </a:extLst>
          </p:cNvPr>
          <p:cNvSpPr/>
          <p:nvPr/>
        </p:nvSpPr>
        <p:spPr>
          <a:xfrm>
            <a:off x="631682" y="5786406"/>
            <a:ext cx="1464150" cy="351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Meiryo UI" panose="020B0604030504040204" pitchFamily="50" charset="-128"/>
                <a:ea typeface="Meiryo UI" panose="020B0604030504040204" pitchFamily="50" charset="-128"/>
              </a:rPr>
              <a:t>加入申請承認</a:t>
            </a:r>
            <a:endParaRPr kumimoji="1" lang="ja-JP" altLang="en-US" sz="1400" dirty="0">
              <a:latin typeface="Meiryo UI" panose="020B0604030504040204" pitchFamily="50" charset="-128"/>
              <a:ea typeface="Meiryo UI" panose="020B0604030504040204" pitchFamily="50" charset="-128"/>
            </a:endParaRPr>
          </a:p>
        </p:txBody>
      </p:sp>
      <p:pic>
        <p:nvPicPr>
          <p:cNvPr id="10" name="図 9">
            <a:extLst>
              <a:ext uri="{FF2B5EF4-FFF2-40B4-BE49-F238E27FC236}">
                <a16:creationId xmlns:a16="http://schemas.microsoft.com/office/drawing/2014/main" id="{BD937D33-8B03-C803-D92A-98661B09D9A8}"/>
              </a:ext>
            </a:extLst>
          </p:cNvPr>
          <p:cNvPicPr>
            <a:picLocks noChangeAspect="1"/>
          </p:cNvPicPr>
          <p:nvPr/>
        </p:nvPicPr>
        <p:blipFill>
          <a:blip r:embed="rId3"/>
          <a:stretch>
            <a:fillRect/>
          </a:stretch>
        </p:blipFill>
        <p:spPr>
          <a:xfrm>
            <a:off x="9699709" y="2822555"/>
            <a:ext cx="2414567" cy="3410216"/>
          </a:xfrm>
          <a:prstGeom prst="rect">
            <a:avLst/>
          </a:prstGeom>
          <a:ln w="25400">
            <a:solidFill>
              <a:schemeClr val="tx1"/>
            </a:solidFill>
          </a:ln>
        </p:spPr>
      </p:pic>
      <p:sp>
        <p:nvSpPr>
          <p:cNvPr id="23" name="吹き出し: 四角形 22">
            <a:extLst>
              <a:ext uri="{FF2B5EF4-FFF2-40B4-BE49-F238E27FC236}">
                <a16:creationId xmlns:a16="http://schemas.microsoft.com/office/drawing/2014/main" id="{703AE5C2-1441-ADCC-3078-1C409C904127}"/>
              </a:ext>
            </a:extLst>
          </p:cNvPr>
          <p:cNvSpPr/>
          <p:nvPr/>
        </p:nvSpPr>
        <p:spPr>
          <a:xfrm>
            <a:off x="3178809" y="1247012"/>
            <a:ext cx="3163641" cy="1362474"/>
          </a:xfrm>
          <a:prstGeom prst="wedgeRectCallout">
            <a:avLst>
              <a:gd name="adj1" fmla="val -35086"/>
              <a:gd name="adj2" fmla="val 7055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■クラブ員の登録は各自が個人会員の登録を行うと氏名他が表示され「加入申請」に〇が表示されるので、承認を行う</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AF3A752A-E93B-3F47-A892-66F56BBE5170}"/>
              </a:ext>
            </a:extLst>
          </p:cNvPr>
          <p:cNvSpPr/>
          <p:nvPr/>
        </p:nvSpPr>
        <p:spPr>
          <a:xfrm>
            <a:off x="2182265" y="5788746"/>
            <a:ext cx="1464150" cy="351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Meiryo UI" panose="020B0604030504040204" pitchFamily="50" charset="-128"/>
                <a:ea typeface="Meiryo UI" panose="020B0604030504040204" pitchFamily="50" charset="-128"/>
              </a:rPr>
              <a:t>加入申請却下</a:t>
            </a:r>
            <a:endParaRPr kumimoji="1" lang="ja-JP" altLang="en-US" sz="1400" dirty="0">
              <a:latin typeface="Meiryo UI" panose="020B0604030504040204" pitchFamily="50" charset="-128"/>
              <a:ea typeface="Meiryo UI" panose="020B0604030504040204" pitchFamily="50" charset="-128"/>
            </a:endParaRPr>
          </a:p>
        </p:txBody>
      </p:sp>
      <p:sp>
        <p:nvSpPr>
          <p:cNvPr id="25" name="吹き出し: 四角形 24">
            <a:extLst>
              <a:ext uri="{FF2B5EF4-FFF2-40B4-BE49-F238E27FC236}">
                <a16:creationId xmlns:a16="http://schemas.microsoft.com/office/drawing/2014/main" id="{79D4DDB5-7F62-E864-B142-1D5AF7B73B7F}"/>
              </a:ext>
            </a:extLst>
          </p:cNvPr>
          <p:cNvSpPr/>
          <p:nvPr/>
        </p:nvSpPr>
        <p:spPr>
          <a:xfrm>
            <a:off x="3788021" y="5621627"/>
            <a:ext cx="5608369" cy="1033106"/>
          </a:xfrm>
          <a:prstGeom prst="wedgeRectCallout">
            <a:avLst>
              <a:gd name="adj1" fmla="val -34825"/>
              <a:gd name="adj2" fmla="val -7644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■クラブ員の個人会員登録時に「スポーツ安全保険に加入する」の申請を受けた場合、こちらに表示されるので、初回は</a:t>
            </a:r>
            <a:r>
              <a:rPr kumimoji="1" lang="en-US" altLang="ja-JP" dirty="0">
                <a:solidFill>
                  <a:schemeClr val="tx1"/>
                </a:solidFill>
                <a:latin typeface="Meiryo UI" panose="020B0604030504040204" pitchFamily="50" charset="-128"/>
                <a:ea typeface="Meiryo UI" panose="020B0604030504040204" pitchFamily="50" charset="-128"/>
              </a:rPr>
              <a:t>4</a:t>
            </a:r>
            <a:r>
              <a:rPr kumimoji="1" lang="ja-JP" altLang="en-US" dirty="0">
                <a:solidFill>
                  <a:schemeClr val="tx1"/>
                </a:solidFill>
                <a:latin typeface="Meiryo UI" panose="020B0604030504040204" pitchFamily="50" charset="-128"/>
                <a:ea typeface="Meiryo UI" panose="020B0604030504040204" pitchFamily="50" charset="-128"/>
              </a:rPr>
              <a:t>名以上で加入申請書の作成を行い、事務局に提出する</a:t>
            </a:r>
            <a:endParaRPr lang="en-US" altLang="ja-JP"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33630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94DF8-9276-E434-3731-73F90405DBC2}"/>
            </a:ext>
          </a:extLst>
        </p:cNvPr>
        <p:cNvGrpSpPr/>
        <p:nvPr/>
      </p:nvGrpSpPr>
      <p:grpSpPr>
        <a:xfrm>
          <a:off x="0" y="0"/>
          <a:ext cx="0" cy="0"/>
          <a:chOff x="0" y="0"/>
          <a:chExt cx="0" cy="0"/>
        </a:xfrm>
      </p:grpSpPr>
      <p:grpSp>
        <p:nvGrpSpPr>
          <p:cNvPr id="12" name="グループ化 11">
            <a:extLst>
              <a:ext uri="{FF2B5EF4-FFF2-40B4-BE49-F238E27FC236}">
                <a16:creationId xmlns:a16="http://schemas.microsoft.com/office/drawing/2014/main" id="{466DF538-D303-D4ED-03F6-C44FB1946383}"/>
              </a:ext>
            </a:extLst>
          </p:cNvPr>
          <p:cNvGrpSpPr/>
          <p:nvPr/>
        </p:nvGrpSpPr>
        <p:grpSpPr>
          <a:xfrm>
            <a:off x="1396052" y="1352584"/>
            <a:ext cx="9399896" cy="5289284"/>
            <a:chOff x="224291" y="1385835"/>
            <a:chExt cx="9399896" cy="5289284"/>
          </a:xfrm>
        </p:grpSpPr>
        <p:pic>
          <p:nvPicPr>
            <p:cNvPr id="6" name="図 5">
              <a:extLst>
                <a:ext uri="{FF2B5EF4-FFF2-40B4-BE49-F238E27FC236}">
                  <a16:creationId xmlns:a16="http://schemas.microsoft.com/office/drawing/2014/main" id="{35EF441C-3333-68DD-AC59-17A8C86BDA23}"/>
                </a:ext>
              </a:extLst>
            </p:cNvPr>
            <p:cNvPicPr>
              <a:picLocks noChangeAspect="1"/>
            </p:cNvPicPr>
            <p:nvPr/>
          </p:nvPicPr>
          <p:blipFill>
            <a:blip r:embed="rId2"/>
            <a:stretch>
              <a:fillRect/>
            </a:stretch>
          </p:blipFill>
          <p:spPr>
            <a:xfrm>
              <a:off x="224291" y="1385835"/>
              <a:ext cx="9399896" cy="5289284"/>
            </a:xfrm>
            <a:prstGeom prst="rect">
              <a:avLst/>
            </a:prstGeom>
            <a:ln>
              <a:solidFill>
                <a:schemeClr val="tx1"/>
              </a:solidFill>
            </a:ln>
          </p:spPr>
        </p:pic>
        <p:sp>
          <p:nvSpPr>
            <p:cNvPr id="7" name="正方形/長方形 6">
              <a:extLst>
                <a:ext uri="{FF2B5EF4-FFF2-40B4-BE49-F238E27FC236}">
                  <a16:creationId xmlns:a16="http://schemas.microsoft.com/office/drawing/2014/main" id="{DF4BD416-C653-CB6C-F4C0-2AEF249D8AE8}"/>
                </a:ext>
              </a:extLst>
            </p:cNvPr>
            <p:cNvSpPr/>
            <p:nvPr/>
          </p:nvSpPr>
          <p:spPr>
            <a:xfrm>
              <a:off x="224291" y="2106351"/>
              <a:ext cx="4877808" cy="27563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latin typeface="Meiryo UI" panose="020B0604030504040204" pitchFamily="50" charset="-128"/>
                  <a:ea typeface="Meiryo UI" panose="020B0604030504040204" pitchFamily="50" charset="-128"/>
                </a:rPr>
                <a:t>JMRC</a:t>
              </a:r>
              <a:r>
                <a:rPr lang="ja-JP" altLang="en-US" sz="1400" dirty="0">
                  <a:latin typeface="Meiryo UI" panose="020B0604030504040204" pitchFamily="50" charset="-128"/>
                  <a:ea typeface="Meiryo UI" panose="020B0604030504040204" pitchFamily="50" charset="-128"/>
                </a:rPr>
                <a:t>近畿オンライン</a:t>
              </a:r>
              <a:r>
                <a:rPr kumimoji="1" lang="ja-JP" altLang="en-US" sz="1400" dirty="0">
                  <a:latin typeface="Meiryo UI" panose="020B0604030504040204" pitchFamily="50" charset="-128"/>
                  <a:ea typeface="Meiryo UI" panose="020B0604030504040204" pitchFamily="50" charset="-128"/>
                </a:rPr>
                <a:t>事務局（ポータル）</a:t>
              </a:r>
            </a:p>
          </p:txBody>
        </p:sp>
        <p:sp>
          <p:nvSpPr>
            <p:cNvPr id="8" name="正方形/長方形 7">
              <a:extLst>
                <a:ext uri="{FF2B5EF4-FFF2-40B4-BE49-F238E27FC236}">
                  <a16:creationId xmlns:a16="http://schemas.microsoft.com/office/drawing/2014/main" id="{CB5F51B9-B80C-B3A8-47D1-A257F1EFF2A5}"/>
                </a:ext>
              </a:extLst>
            </p:cNvPr>
            <p:cNvSpPr/>
            <p:nvPr/>
          </p:nvSpPr>
          <p:spPr>
            <a:xfrm>
              <a:off x="291110" y="2440448"/>
              <a:ext cx="9212708" cy="39172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 name="テキスト ボックス 1">
            <a:extLst>
              <a:ext uri="{FF2B5EF4-FFF2-40B4-BE49-F238E27FC236}">
                <a16:creationId xmlns:a16="http://schemas.microsoft.com/office/drawing/2014/main" id="{7881DA47-B5B0-8814-7E4D-E845077084BC}"/>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5AF6DA47-1EC5-EC01-BEBF-12C77038B0E9}"/>
              </a:ext>
            </a:extLst>
          </p:cNvPr>
          <p:cNvSpPr/>
          <p:nvPr/>
        </p:nvSpPr>
        <p:spPr>
          <a:xfrm>
            <a:off x="390545" y="845491"/>
            <a:ext cx="11214021"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b="1" u="sng" dirty="0">
                <a:solidFill>
                  <a:schemeClr val="tx1"/>
                </a:solidFill>
                <a:latin typeface="BIZ UDPゴシック" panose="020B0400000000000000" pitchFamily="50" charset="-128"/>
                <a:ea typeface="BIZ UDPゴシック" panose="020B0400000000000000" pitchFamily="50" charset="-128"/>
              </a:rPr>
              <a:t>正会員クラブ（オートテスト等のイベント主催者の追加ページ　正会員クラブからの申請で表示追加）</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A8986C38-8E4C-E56C-80A2-8127AC279A27}"/>
              </a:ext>
            </a:extLst>
          </p:cNvPr>
          <p:cNvSpPr/>
          <p:nvPr/>
        </p:nvSpPr>
        <p:spPr>
          <a:xfrm>
            <a:off x="1638911" y="2348730"/>
            <a:ext cx="3388003"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600" b="1" u="sng" dirty="0">
                <a:solidFill>
                  <a:schemeClr val="tx1"/>
                </a:solidFill>
                <a:latin typeface="BIZ UDPゴシック" panose="020B0400000000000000" pitchFamily="50" charset="-128"/>
                <a:ea typeface="BIZ UDPゴシック" panose="020B0400000000000000" pitchFamily="50" charset="-128"/>
              </a:rPr>
              <a:t>イベント当日のみのクラブ員一覧</a:t>
            </a:r>
          </a:p>
        </p:txBody>
      </p:sp>
      <p:graphicFrame>
        <p:nvGraphicFramePr>
          <p:cNvPr id="11" name="表 10">
            <a:extLst>
              <a:ext uri="{FF2B5EF4-FFF2-40B4-BE49-F238E27FC236}">
                <a16:creationId xmlns:a16="http://schemas.microsoft.com/office/drawing/2014/main" id="{1D271CAE-5FE9-B93F-0213-2615E40A002B}"/>
              </a:ext>
            </a:extLst>
          </p:cNvPr>
          <p:cNvGraphicFramePr>
            <a:graphicFrameLocks noGrp="1"/>
          </p:cNvGraphicFramePr>
          <p:nvPr>
            <p:extLst>
              <p:ext uri="{D42A27DB-BD31-4B8C-83A1-F6EECF244321}">
                <p14:modId xmlns:p14="http://schemas.microsoft.com/office/powerpoint/2010/main" val="2637200573"/>
              </p:ext>
            </p:extLst>
          </p:nvPr>
        </p:nvGraphicFramePr>
        <p:xfrm>
          <a:off x="1832054" y="2889719"/>
          <a:ext cx="3228119" cy="2764511"/>
        </p:xfrm>
        <a:graphic>
          <a:graphicData uri="http://schemas.openxmlformats.org/drawingml/2006/table">
            <a:tbl>
              <a:tblPr firstRow="1">
                <a:tableStyleId>{5C22544A-7EE6-4342-B048-85BDC9FD1C3A}</a:tableStyleId>
              </a:tblPr>
              <a:tblGrid>
                <a:gridCol w="697894">
                  <a:extLst>
                    <a:ext uri="{9D8B030D-6E8A-4147-A177-3AD203B41FA5}">
                      <a16:colId xmlns:a16="http://schemas.microsoft.com/office/drawing/2014/main" val="2462663412"/>
                    </a:ext>
                  </a:extLst>
                </a:gridCol>
                <a:gridCol w="849668">
                  <a:extLst>
                    <a:ext uri="{9D8B030D-6E8A-4147-A177-3AD203B41FA5}">
                      <a16:colId xmlns:a16="http://schemas.microsoft.com/office/drawing/2014/main" val="2268523075"/>
                    </a:ext>
                  </a:extLst>
                </a:gridCol>
                <a:gridCol w="797962">
                  <a:extLst>
                    <a:ext uri="{9D8B030D-6E8A-4147-A177-3AD203B41FA5}">
                      <a16:colId xmlns:a16="http://schemas.microsoft.com/office/drawing/2014/main" val="1145403978"/>
                    </a:ext>
                  </a:extLst>
                </a:gridCol>
                <a:gridCol w="882595">
                  <a:extLst>
                    <a:ext uri="{9D8B030D-6E8A-4147-A177-3AD203B41FA5}">
                      <a16:colId xmlns:a16="http://schemas.microsoft.com/office/drawing/2014/main" val="2352260137"/>
                    </a:ext>
                  </a:extLst>
                </a:gridCol>
              </a:tblGrid>
              <a:tr h="202616">
                <a:tc>
                  <a:txBody>
                    <a:bodyPr/>
                    <a:lstStyle/>
                    <a:p>
                      <a:pPr algn="ctr" fontAlgn="b">
                        <a:buNone/>
                      </a:pPr>
                      <a:r>
                        <a:rPr lang="ja-JP" altLang="en-US" sz="1050" b="1" i="0" u="none" strike="noStrike" dirty="0">
                          <a:effectLst/>
                          <a:latin typeface="Meiryo UI" panose="020B0604030504040204" pitchFamily="50" charset="-128"/>
                          <a:ea typeface="Meiryo UI" panose="020B0604030504040204" pitchFamily="50" charset="-128"/>
                        </a:rPr>
                        <a:t>番号</a:t>
                      </a: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名前</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フリガナ</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00" b="1" i="0" u="none" strike="noStrike" dirty="0">
                          <a:effectLst/>
                          <a:latin typeface="Meiryo UI" panose="020B0604030504040204" pitchFamily="50" charset="-128"/>
                          <a:ea typeface="Meiryo UI" panose="020B0604030504040204" pitchFamily="50" charset="-128"/>
                        </a:rPr>
                        <a:t>詳細リンク</a:t>
                      </a:r>
                    </a:p>
                  </a:txBody>
                  <a:tcPr marL="7620" marR="7620" marT="7620" marB="0" anchor="b"/>
                </a:tc>
                <a:extLst>
                  <a:ext uri="{0D108BD9-81ED-4DB2-BD59-A6C34878D82A}">
                    <a16:rowId xmlns:a16="http://schemas.microsoft.com/office/drawing/2014/main" val="2568289191"/>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１</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段上 泰之</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45092668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２</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武田とも子</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a:effectLst/>
                          <a:latin typeface="Meiryo UI" panose="020B0604030504040204" pitchFamily="50" charset="-128"/>
                          <a:ea typeface="Meiryo UI" panose="020B0604030504040204" pitchFamily="50" charset="-128"/>
                        </a:rPr>
                        <a:t>詳細</a:t>
                      </a: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4262929960"/>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３</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定松 舞子</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70486054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４</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多田 安男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a:effectLst/>
                          <a:latin typeface="Meiryo UI" panose="020B0604030504040204" pitchFamily="50" charset="-128"/>
                          <a:ea typeface="Meiryo UI" panose="020B0604030504040204" pitchFamily="50" charset="-128"/>
                        </a:rPr>
                        <a:t>詳細</a:t>
                      </a: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20282441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５</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抱 博高</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331551879"/>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６</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鈴木 亮</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457038890"/>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７</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武田あきひと</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720786565"/>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８</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大田 健太郎</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372779491"/>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９</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冬野 紘彰</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599633959"/>
                  </a:ext>
                </a:extLst>
              </a:tr>
              <a:tr h="170793">
                <a:tc>
                  <a:txBody>
                    <a:bodyPr/>
                    <a:lstStyle/>
                    <a:p>
                      <a:pPr algn="ctr" fontAlgn="ctr">
                        <a:buNone/>
                      </a:pPr>
                      <a:r>
                        <a:rPr lang="en-US" altLang="ja-JP" sz="1050" b="1" i="0" u="none" strike="noStrike" dirty="0">
                          <a:effectLst/>
                          <a:latin typeface="Meiryo UI" panose="020B0604030504040204" pitchFamily="50" charset="-128"/>
                          <a:ea typeface="Meiryo UI" panose="020B0604030504040204" pitchFamily="50" charset="-128"/>
                        </a:rPr>
                        <a:t>10</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川脇 一晃</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797612066"/>
                  </a:ext>
                </a:extLst>
              </a:tr>
              <a:tr h="170793">
                <a:tc>
                  <a:txBody>
                    <a:bodyPr/>
                    <a:lstStyle/>
                    <a:p>
                      <a:pPr algn="ctr" fontAlgn="ctr">
                        <a:buNone/>
                      </a:pPr>
                      <a:r>
                        <a:rPr lang="en-US" altLang="ja-JP" sz="1050" b="1" i="0" u="none" strike="noStrike" dirty="0">
                          <a:effectLst/>
                          <a:latin typeface="Meiryo UI" panose="020B0604030504040204" pitchFamily="50" charset="-128"/>
                          <a:ea typeface="Meiryo UI" panose="020B0604030504040204" pitchFamily="50" charset="-128"/>
                        </a:rPr>
                        <a:t>11</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西川 佳廣</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051026405"/>
                  </a:ext>
                </a:extLst>
              </a:tr>
              <a:tr h="170793">
                <a:tc>
                  <a:txBody>
                    <a:bodyPr/>
                    <a:lstStyle/>
                    <a:p>
                      <a:pPr algn="ctr" fontAlgn="ctr">
                        <a:buNone/>
                      </a:pPr>
                      <a:r>
                        <a:rPr lang="en-US" altLang="ja-JP" sz="1050" b="1" i="0" u="none" strike="noStrike" dirty="0">
                          <a:effectLst/>
                          <a:latin typeface="Meiryo UI" panose="020B0604030504040204" pitchFamily="50" charset="-128"/>
                          <a:ea typeface="Meiryo UI" panose="020B0604030504040204" pitchFamily="50" charset="-128"/>
                        </a:rPr>
                        <a:t>12</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鈴木 瑛士</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535557930"/>
                  </a:ext>
                </a:extLst>
              </a:tr>
              <a:tr h="170793">
                <a:tc>
                  <a:txBody>
                    <a:bodyPr/>
                    <a:lstStyle/>
                    <a:p>
                      <a:pPr algn="ctr" fontAlgn="ctr">
                        <a:buNone/>
                      </a:pPr>
                      <a:r>
                        <a:rPr lang="en-US" altLang="ja-JP" sz="1050" b="1" i="0" u="none" strike="noStrike" dirty="0">
                          <a:effectLst/>
                          <a:latin typeface="Meiryo UI" panose="020B0604030504040204" pitchFamily="50" charset="-128"/>
                          <a:ea typeface="Meiryo UI" panose="020B0604030504040204" pitchFamily="50" charset="-128"/>
                        </a:rPr>
                        <a:t>13</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井上 拓己</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4072576346"/>
                  </a:ext>
                </a:extLst>
              </a:tr>
              <a:tr h="170793">
                <a:tc>
                  <a:txBody>
                    <a:bodyPr/>
                    <a:lstStyle/>
                    <a:p>
                      <a:pPr algn="ctr" fontAlgn="b">
                        <a:buNone/>
                      </a:pPr>
                      <a:r>
                        <a:rPr lang="en-US" altLang="ja-JP" sz="1050" b="1" i="0" u="none" strike="noStrike" dirty="0">
                          <a:effectLst/>
                          <a:latin typeface="Meiryo UI" panose="020B0604030504040204" pitchFamily="50" charset="-128"/>
                          <a:ea typeface="Meiryo UI" panose="020B0604030504040204" pitchFamily="50" charset="-128"/>
                        </a:rPr>
                        <a:t>14</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571831437"/>
                  </a:ext>
                </a:extLst>
              </a:tr>
              <a:tr h="170793">
                <a:tc>
                  <a:txBody>
                    <a:bodyPr/>
                    <a:lstStyle/>
                    <a:p>
                      <a:pPr algn="ctr" fontAlgn="b">
                        <a:buNone/>
                      </a:pPr>
                      <a:r>
                        <a:rPr lang="en-US" altLang="ja-JP" sz="1050" b="1" i="0" u="none" strike="noStrike" dirty="0">
                          <a:effectLst/>
                          <a:latin typeface="Meiryo UI" panose="020B0604030504040204" pitchFamily="50" charset="-128"/>
                          <a:ea typeface="Meiryo UI" panose="020B0604030504040204" pitchFamily="50" charset="-128"/>
                        </a:rPr>
                        <a:t>15</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131987128"/>
                  </a:ext>
                </a:extLst>
              </a:tr>
            </a:tbl>
          </a:graphicData>
        </a:graphic>
      </p:graphicFrame>
      <p:graphicFrame>
        <p:nvGraphicFramePr>
          <p:cNvPr id="13" name="表 12">
            <a:extLst>
              <a:ext uri="{FF2B5EF4-FFF2-40B4-BE49-F238E27FC236}">
                <a16:creationId xmlns:a16="http://schemas.microsoft.com/office/drawing/2014/main" id="{AE43892E-2CF4-E9F0-2824-7203E881E08F}"/>
              </a:ext>
            </a:extLst>
          </p:cNvPr>
          <p:cNvGraphicFramePr>
            <a:graphicFrameLocks noGrp="1"/>
          </p:cNvGraphicFramePr>
          <p:nvPr>
            <p:extLst>
              <p:ext uri="{D42A27DB-BD31-4B8C-83A1-F6EECF244321}">
                <p14:modId xmlns:p14="http://schemas.microsoft.com/office/powerpoint/2010/main" val="733879575"/>
              </p:ext>
            </p:extLst>
          </p:nvPr>
        </p:nvGraphicFramePr>
        <p:xfrm>
          <a:off x="5366566" y="3079921"/>
          <a:ext cx="4679605" cy="490810"/>
        </p:xfrm>
        <a:graphic>
          <a:graphicData uri="http://schemas.openxmlformats.org/drawingml/2006/table">
            <a:tbl>
              <a:tblPr firstRow="1">
                <a:tableStyleId>{5C22544A-7EE6-4342-B048-85BDC9FD1C3A}</a:tableStyleId>
              </a:tblPr>
              <a:tblGrid>
                <a:gridCol w="866031">
                  <a:extLst>
                    <a:ext uri="{9D8B030D-6E8A-4147-A177-3AD203B41FA5}">
                      <a16:colId xmlns:a16="http://schemas.microsoft.com/office/drawing/2014/main" val="1255667630"/>
                    </a:ext>
                  </a:extLst>
                </a:gridCol>
                <a:gridCol w="1033159">
                  <a:extLst>
                    <a:ext uri="{9D8B030D-6E8A-4147-A177-3AD203B41FA5}">
                      <a16:colId xmlns:a16="http://schemas.microsoft.com/office/drawing/2014/main" val="838351586"/>
                    </a:ext>
                  </a:extLst>
                </a:gridCol>
                <a:gridCol w="987579">
                  <a:extLst>
                    <a:ext uri="{9D8B030D-6E8A-4147-A177-3AD203B41FA5}">
                      <a16:colId xmlns:a16="http://schemas.microsoft.com/office/drawing/2014/main" val="3182637151"/>
                    </a:ext>
                  </a:extLst>
                </a:gridCol>
                <a:gridCol w="987579">
                  <a:extLst>
                    <a:ext uri="{9D8B030D-6E8A-4147-A177-3AD203B41FA5}">
                      <a16:colId xmlns:a16="http://schemas.microsoft.com/office/drawing/2014/main" val="1019788112"/>
                    </a:ext>
                  </a:extLst>
                </a:gridCol>
                <a:gridCol w="805257">
                  <a:extLst>
                    <a:ext uri="{9D8B030D-6E8A-4147-A177-3AD203B41FA5}">
                      <a16:colId xmlns:a16="http://schemas.microsoft.com/office/drawing/2014/main" val="3427785552"/>
                    </a:ext>
                  </a:extLst>
                </a:gridCol>
              </a:tblGrid>
              <a:tr h="245405">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免許証番号</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zh-TW" altLang="en-US" sz="1050" u="none" strike="noStrike" dirty="0">
                          <a:effectLst/>
                          <a:latin typeface="Meiryo UI" panose="020B0604030504040204" pitchFamily="50" charset="-128"/>
                          <a:ea typeface="Meiryo UI" panose="020B0604030504040204" pitchFamily="50" charset="-128"/>
                        </a:rPr>
                        <a:t>免許有効期限</a:t>
                      </a:r>
                      <a:endParaRPr lang="zh-TW"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ライセンス番号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ライセンス種別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スポ安加入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4041907858"/>
                  </a:ext>
                </a:extLst>
              </a:tr>
              <a:tr h="245405">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2284231042"/>
                  </a:ext>
                </a:extLst>
              </a:tr>
            </a:tbl>
          </a:graphicData>
        </a:graphic>
      </p:graphicFrame>
      <p:graphicFrame>
        <p:nvGraphicFramePr>
          <p:cNvPr id="15" name="表 14">
            <a:extLst>
              <a:ext uri="{FF2B5EF4-FFF2-40B4-BE49-F238E27FC236}">
                <a16:creationId xmlns:a16="http://schemas.microsoft.com/office/drawing/2014/main" id="{0EEC1C24-374E-3A39-D0BA-30895FA487C5}"/>
              </a:ext>
            </a:extLst>
          </p:cNvPr>
          <p:cNvGraphicFramePr>
            <a:graphicFrameLocks noGrp="1"/>
          </p:cNvGraphicFramePr>
          <p:nvPr>
            <p:extLst>
              <p:ext uri="{D42A27DB-BD31-4B8C-83A1-F6EECF244321}">
                <p14:modId xmlns:p14="http://schemas.microsoft.com/office/powerpoint/2010/main" val="3275097468"/>
              </p:ext>
            </p:extLst>
          </p:nvPr>
        </p:nvGraphicFramePr>
        <p:xfrm>
          <a:off x="5366566" y="3653509"/>
          <a:ext cx="4679603" cy="498185"/>
        </p:xfrm>
        <a:graphic>
          <a:graphicData uri="http://schemas.openxmlformats.org/drawingml/2006/table">
            <a:tbl>
              <a:tblPr firstRow="1">
                <a:tableStyleId>{5C22544A-7EE6-4342-B048-85BDC9FD1C3A}</a:tableStyleId>
              </a:tblPr>
              <a:tblGrid>
                <a:gridCol w="376520">
                  <a:extLst>
                    <a:ext uri="{9D8B030D-6E8A-4147-A177-3AD203B41FA5}">
                      <a16:colId xmlns:a16="http://schemas.microsoft.com/office/drawing/2014/main" val="1932318286"/>
                    </a:ext>
                  </a:extLst>
                </a:gridCol>
                <a:gridCol w="632015">
                  <a:extLst>
                    <a:ext uri="{9D8B030D-6E8A-4147-A177-3AD203B41FA5}">
                      <a16:colId xmlns:a16="http://schemas.microsoft.com/office/drawing/2014/main" val="4253100321"/>
                    </a:ext>
                  </a:extLst>
                </a:gridCol>
                <a:gridCol w="632015">
                  <a:extLst>
                    <a:ext uri="{9D8B030D-6E8A-4147-A177-3AD203B41FA5}">
                      <a16:colId xmlns:a16="http://schemas.microsoft.com/office/drawing/2014/main" val="246949876"/>
                    </a:ext>
                  </a:extLst>
                </a:gridCol>
                <a:gridCol w="1721234">
                  <a:extLst>
                    <a:ext uri="{9D8B030D-6E8A-4147-A177-3AD203B41FA5}">
                      <a16:colId xmlns:a16="http://schemas.microsoft.com/office/drawing/2014/main" val="2687389615"/>
                    </a:ext>
                  </a:extLst>
                </a:gridCol>
                <a:gridCol w="497544">
                  <a:extLst>
                    <a:ext uri="{9D8B030D-6E8A-4147-A177-3AD203B41FA5}">
                      <a16:colId xmlns:a16="http://schemas.microsoft.com/office/drawing/2014/main" val="3025164113"/>
                    </a:ext>
                  </a:extLst>
                </a:gridCol>
                <a:gridCol w="820275">
                  <a:extLst>
                    <a:ext uri="{9D8B030D-6E8A-4147-A177-3AD203B41FA5}">
                      <a16:colId xmlns:a16="http://schemas.microsoft.com/office/drawing/2014/main" val="3328790045"/>
                    </a:ext>
                  </a:extLst>
                </a:gridCol>
              </a:tblGrid>
              <a:tr h="268603">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性別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生年月日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郵便番号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住所</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連絡先</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メールアドレス</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1930057082"/>
                  </a:ext>
                </a:extLst>
              </a:tr>
              <a:tr h="229582">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1716818613"/>
                  </a:ext>
                </a:extLst>
              </a:tr>
            </a:tbl>
          </a:graphicData>
        </a:graphic>
      </p:graphicFrame>
      <p:sp>
        <p:nvSpPr>
          <p:cNvPr id="16" name="正方形/長方形 15">
            <a:extLst>
              <a:ext uri="{FF2B5EF4-FFF2-40B4-BE49-F238E27FC236}">
                <a16:creationId xmlns:a16="http://schemas.microsoft.com/office/drawing/2014/main" id="{CF7FC220-FA1A-D936-9B60-E9C6B2E6D3C4}"/>
              </a:ext>
            </a:extLst>
          </p:cNvPr>
          <p:cNvSpPr/>
          <p:nvPr/>
        </p:nvSpPr>
        <p:spPr>
          <a:xfrm>
            <a:off x="5145082" y="2581870"/>
            <a:ext cx="3610137"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b="1" u="sng" dirty="0">
                <a:solidFill>
                  <a:schemeClr val="tx1"/>
                </a:solidFill>
                <a:latin typeface="BIZ UDPゴシック" panose="020B0400000000000000" pitchFamily="50" charset="-128"/>
                <a:ea typeface="BIZ UDPゴシック" panose="020B0400000000000000" pitchFamily="50" charset="-128"/>
              </a:rPr>
              <a:t>・選択したクラブ員の情報表示</a:t>
            </a:r>
            <a:endParaRPr kumimoji="1" lang="ja-JP" altLang="en-US" sz="1600" b="1" u="sng" dirty="0">
              <a:solidFill>
                <a:schemeClr val="tx1"/>
              </a:solidFill>
              <a:latin typeface="BIZ UDPゴシック" panose="020B0400000000000000" pitchFamily="50" charset="-128"/>
              <a:ea typeface="BIZ UDPゴシック" panose="020B0400000000000000" pitchFamily="50" charset="-128"/>
            </a:endParaRPr>
          </a:p>
        </p:txBody>
      </p:sp>
      <p:sp>
        <p:nvSpPr>
          <p:cNvPr id="23" name="吹き出し: 四角形 22">
            <a:extLst>
              <a:ext uri="{FF2B5EF4-FFF2-40B4-BE49-F238E27FC236}">
                <a16:creationId xmlns:a16="http://schemas.microsoft.com/office/drawing/2014/main" id="{627F8D7D-C957-F77C-AF42-ADAC6BC5E4A4}"/>
              </a:ext>
            </a:extLst>
          </p:cNvPr>
          <p:cNvSpPr/>
          <p:nvPr/>
        </p:nvSpPr>
        <p:spPr>
          <a:xfrm>
            <a:off x="4609149" y="1400668"/>
            <a:ext cx="3463060" cy="1055138"/>
          </a:xfrm>
          <a:prstGeom prst="wedgeRectCallout">
            <a:avLst>
              <a:gd name="adj1" fmla="val -35086"/>
              <a:gd name="adj2" fmla="val 7055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■イベント開催時の情報ページ</a:t>
            </a:r>
            <a:endParaRPr kumimoji="1"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（オートテスト、練習会等が対象）</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ワンデイ会員登録を行った人を表示</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CAAA8552-20EF-2246-BF21-F0C94C88AD07}"/>
              </a:ext>
            </a:extLst>
          </p:cNvPr>
          <p:cNvSpPr/>
          <p:nvPr/>
        </p:nvSpPr>
        <p:spPr>
          <a:xfrm>
            <a:off x="5145082" y="4461486"/>
            <a:ext cx="3610137"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b="1" u="sng" dirty="0">
                <a:solidFill>
                  <a:schemeClr val="tx1"/>
                </a:solidFill>
                <a:latin typeface="BIZ UDPゴシック" panose="020B0400000000000000" pitchFamily="50" charset="-128"/>
                <a:ea typeface="BIZ UDPゴシック" panose="020B0400000000000000" pitchFamily="50" charset="-128"/>
              </a:rPr>
              <a:t>・イベントの詳細（リンク等）はこちら</a:t>
            </a:r>
            <a:endParaRPr kumimoji="1" lang="ja-JP" altLang="en-US" sz="1600" b="1" u="sng" dirty="0">
              <a:solidFill>
                <a:schemeClr val="tx1"/>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69563ECC-A898-A19A-6901-9A895A92232D}"/>
              </a:ext>
            </a:extLst>
          </p:cNvPr>
          <p:cNvSpPr txBox="1"/>
          <p:nvPr/>
        </p:nvSpPr>
        <p:spPr>
          <a:xfrm>
            <a:off x="9336603" y="258234"/>
            <a:ext cx="2855397"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9</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28</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69950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F5933E5-FC4B-FA09-5533-58AED8994B93}"/>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C1512CD2-7A00-A114-F0CE-02A618D36270}"/>
              </a:ext>
            </a:extLst>
          </p:cNvPr>
          <p:cNvSpPr/>
          <p:nvPr/>
        </p:nvSpPr>
        <p:spPr>
          <a:xfrm>
            <a:off x="390545" y="845491"/>
            <a:ext cx="6500705"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u="sng" dirty="0">
                <a:solidFill>
                  <a:schemeClr val="tx1"/>
                </a:solidFill>
                <a:latin typeface="BIZ UDPゴシック" panose="020B0400000000000000" pitchFamily="50" charset="-128"/>
                <a:ea typeface="BIZ UDPゴシック" panose="020B0400000000000000" pitchFamily="50" charset="-128"/>
              </a:rPr>
              <a:t>管理者画面（管理者ダッシュボード画面のイメージ）</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grpSp>
        <p:nvGrpSpPr>
          <p:cNvPr id="23" name="グループ化 22">
            <a:extLst>
              <a:ext uri="{FF2B5EF4-FFF2-40B4-BE49-F238E27FC236}">
                <a16:creationId xmlns:a16="http://schemas.microsoft.com/office/drawing/2014/main" id="{BAB4E580-AE58-C043-8D3A-0BDF706E6230}"/>
              </a:ext>
            </a:extLst>
          </p:cNvPr>
          <p:cNvGrpSpPr/>
          <p:nvPr/>
        </p:nvGrpSpPr>
        <p:grpSpPr>
          <a:xfrm>
            <a:off x="814644" y="1635866"/>
            <a:ext cx="10712335" cy="4585395"/>
            <a:chOff x="814644" y="1635866"/>
            <a:chExt cx="10712335" cy="4585395"/>
          </a:xfrm>
        </p:grpSpPr>
        <p:pic>
          <p:nvPicPr>
            <p:cNvPr id="5" name="図 4">
              <a:extLst>
                <a:ext uri="{FF2B5EF4-FFF2-40B4-BE49-F238E27FC236}">
                  <a16:creationId xmlns:a16="http://schemas.microsoft.com/office/drawing/2014/main" id="{2D439979-7DC4-395E-5400-6C7CB4F3877C}"/>
                </a:ext>
              </a:extLst>
            </p:cNvPr>
            <p:cNvPicPr>
              <a:picLocks noChangeAspect="1"/>
            </p:cNvPicPr>
            <p:nvPr/>
          </p:nvPicPr>
          <p:blipFill>
            <a:blip r:embed="rId2"/>
            <a:stretch>
              <a:fillRect/>
            </a:stretch>
          </p:blipFill>
          <p:spPr>
            <a:xfrm>
              <a:off x="814644" y="1635866"/>
              <a:ext cx="10712335" cy="4585395"/>
            </a:xfrm>
            <a:prstGeom prst="rect">
              <a:avLst/>
            </a:prstGeom>
          </p:spPr>
        </p:pic>
        <p:sp>
          <p:nvSpPr>
            <p:cNvPr id="6" name="正方形/長方形 5">
              <a:extLst>
                <a:ext uri="{FF2B5EF4-FFF2-40B4-BE49-F238E27FC236}">
                  <a16:creationId xmlns:a16="http://schemas.microsoft.com/office/drawing/2014/main" id="{E6F1E001-85F8-8A87-7566-9739ABD0348A}"/>
                </a:ext>
              </a:extLst>
            </p:cNvPr>
            <p:cNvSpPr/>
            <p:nvPr/>
          </p:nvSpPr>
          <p:spPr>
            <a:xfrm>
              <a:off x="2514287" y="2004362"/>
              <a:ext cx="3837352" cy="4438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endParaRPr lang="en-US" altLang="ja-JP" sz="1400" b="1" dirty="0">
                <a:solidFill>
                  <a:schemeClr val="tx1"/>
                </a:solidFill>
                <a:latin typeface="Meiryo UI" panose="020B0604030504040204" pitchFamily="50" charset="-128"/>
                <a:ea typeface="Meiryo UI" panose="020B0604030504040204" pitchFamily="50" charset="-128"/>
              </a:endParaRPr>
            </a:p>
            <a:p>
              <a:pPr algn="ctr"/>
              <a:endParaRPr kumimoji="1" lang="ja-JP" altLang="en-US" sz="1400" b="1" dirty="0">
                <a:solidFill>
                  <a:schemeClr val="tx1"/>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2DA557AF-8CB5-3BB6-6635-63AB66213735}"/>
                </a:ext>
              </a:extLst>
            </p:cNvPr>
            <p:cNvSpPr/>
            <p:nvPr/>
          </p:nvSpPr>
          <p:spPr>
            <a:xfrm>
              <a:off x="2686622" y="2448232"/>
              <a:ext cx="1672107" cy="86523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正会員クラブ登録済数</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lang="en-US" altLang="ja-JP" sz="2400" b="1" dirty="0">
                  <a:solidFill>
                    <a:schemeClr val="tx1"/>
                  </a:solidFill>
                  <a:latin typeface="Meiryo UI" panose="020B0604030504040204" pitchFamily="50" charset="-128"/>
                  <a:ea typeface="Meiryo UI" panose="020B0604030504040204" pitchFamily="50" charset="-128"/>
                </a:rPr>
                <a:t>40</a:t>
              </a:r>
            </a:p>
          </p:txBody>
        </p:sp>
        <p:sp>
          <p:nvSpPr>
            <p:cNvPr id="7" name="正方形/長方形 6">
              <a:extLst>
                <a:ext uri="{FF2B5EF4-FFF2-40B4-BE49-F238E27FC236}">
                  <a16:creationId xmlns:a16="http://schemas.microsoft.com/office/drawing/2014/main" id="{EE2E03B6-5CD7-19B9-BACF-B98926607916}"/>
                </a:ext>
              </a:extLst>
            </p:cNvPr>
            <p:cNvSpPr/>
            <p:nvPr/>
          </p:nvSpPr>
          <p:spPr>
            <a:xfrm>
              <a:off x="4432963" y="2448232"/>
              <a:ext cx="1672107" cy="86523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個人会員登録済数</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lang="en-US" altLang="ja-JP" sz="2400" b="1" dirty="0">
                  <a:solidFill>
                    <a:schemeClr val="tx1"/>
                  </a:solidFill>
                  <a:latin typeface="Meiryo UI" panose="020B0604030504040204" pitchFamily="50" charset="-128"/>
                  <a:ea typeface="Meiryo UI" panose="020B0604030504040204" pitchFamily="50" charset="-128"/>
                </a:rPr>
                <a:t>365</a:t>
              </a:r>
            </a:p>
          </p:txBody>
        </p:sp>
        <p:sp>
          <p:nvSpPr>
            <p:cNvPr id="8" name="正方形/長方形 7">
              <a:extLst>
                <a:ext uri="{FF2B5EF4-FFF2-40B4-BE49-F238E27FC236}">
                  <a16:creationId xmlns:a16="http://schemas.microsoft.com/office/drawing/2014/main" id="{85B6E4A8-70DF-439E-0C91-37D5AAF61AF0}"/>
                </a:ext>
              </a:extLst>
            </p:cNvPr>
            <p:cNvSpPr/>
            <p:nvPr/>
          </p:nvSpPr>
          <p:spPr>
            <a:xfrm>
              <a:off x="6170812" y="2448232"/>
              <a:ext cx="1672107" cy="86523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Meiryo UI" panose="020B0604030504040204" pitchFamily="50" charset="-128"/>
                  <a:ea typeface="Meiryo UI" panose="020B0604030504040204" pitchFamily="50" charset="-128"/>
                </a:rPr>
                <a:t>正会員クラブ</a:t>
              </a:r>
              <a:r>
                <a:rPr lang="en-US" altLang="ja-JP" sz="1100" b="1" dirty="0">
                  <a:solidFill>
                    <a:schemeClr val="tx1"/>
                  </a:solidFill>
                  <a:latin typeface="Meiryo UI" panose="020B0604030504040204" pitchFamily="50" charset="-128"/>
                  <a:ea typeface="Meiryo UI" panose="020B0604030504040204" pitchFamily="50" charset="-128"/>
                </a:rPr>
                <a:t>/</a:t>
              </a:r>
              <a:r>
                <a:rPr lang="ja-JP" altLang="en-US" sz="1100" b="1" dirty="0">
                  <a:solidFill>
                    <a:schemeClr val="tx1"/>
                  </a:solidFill>
                  <a:latin typeface="Meiryo UI" panose="020B0604030504040204" pitchFamily="50" charset="-128"/>
                  <a:ea typeface="Meiryo UI" panose="020B0604030504040204" pitchFamily="50" charset="-128"/>
                </a:rPr>
                <a:t>個人会員</a:t>
              </a:r>
              <a:endParaRPr lang="en-US" altLang="ja-JP" sz="1100" b="1" dirty="0">
                <a:solidFill>
                  <a:schemeClr val="tx1"/>
                </a:solidFill>
                <a:latin typeface="Meiryo UI" panose="020B0604030504040204" pitchFamily="50" charset="-128"/>
                <a:ea typeface="Meiryo UI" panose="020B0604030504040204" pitchFamily="50" charset="-128"/>
              </a:endParaRPr>
            </a:p>
            <a:p>
              <a:pPr algn="ctr"/>
              <a:r>
                <a:rPr kumimoji="1" lang="ja-JP" altLang="en-US" sz="1100" b="1" dirty="0">
                  <a:solidFill>
                    <a:schemeClr val="tx1"/>
                  </a:solidFill>
                  <a:latin typeface="Meiryo UI" panose="020B0604030504040204" pitchFamily="50" charset="-128"/>
                  <a:ea typeface="Meiryo UI" panose="020B0604030504040204" pitchFamily="50" charset="-128"/>
                </a:rPr>
                <a:t>登録申請中</a:t>
              </a: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lang="en-US" altLang="ja-JP" sz="2400" b="1" dirty="0">
                  <a:solidFill>
                    <a:schemeClr val="tx1"/>
                  </a:solidFill>
                  <a:latin typeface="Meiryo UI" panose="020B0604030504040204" pitchFamily="50" charset="-128"/>
                  <a:ea typeface="Meiryo UI" panose="020B0604030504040204" pitchFamily="50" charset="-128"/>
                </a:rPr>
                <a:t>10</a:t>
              </a:r>
            </a:p>
          </p:txBody>
        </p:sp>
        <p:sp>
          <p:nvSpPr>
            <p:cNvPr id="9" name="正方形/長方形 8">
              <a:extLst>
                <a:ext uri="{FF2B5EF4-FFF2-40B4-BE49-F238E27FC236}">
                  <a16:creationId xmlns:a16="http://schemas.microsoft.com/office/drawing/2014/main" id="{99856440-659C-42F2-7719-75D2D2C63BD5}"/>
                </a:ext>
              </a:extLst>
            </p:cNvPr>
            <p:cNvSpPr/>
            <p:nvPr/>
          </p:nvSpPr>
          <p:spPr>
            <a:xfrm>
              <a:off x="7884483" y="2448232"/>
              <a:ext cx="1672107" cy="86523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スポーツ安全保険申請中</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lang="en-US" altLang="ja-JP" sz="2400" b="1" dirty="0">
                  <a:solidFill>
                    <a:schemeClr val="tx1"/>
                  </a:solidFill>
                  <a:latin typeface="Meiryo UI" panose="020B0604030504040204" pitchFamily="50" charset="-128"/>
                  <a:ea typeface="Meiryo UI" panose="020B0604030504040204" pitchFamily="50" charset="-128"/>
                </a:rPr>
                <a:t>5</a:t>
              </a:r>
            </a:p>
          </p:txBody>
        </p:sp>
        <p:sp>
          <p:nvSpPr>
            <p:cNvPr id="10" name="正方形/長方形 9">
              <a:extLst>
                <a:ext uri="{FF2B5EF4-FFF2-40B4-BE49-F238E27FC236}">
                  <a16:creationId xmlns:a16="http://schemas.microsoft.com/office/drawing/2014/main" id="{434014E0-12C9-39F0-15DF-EF185EDDEE61}"/>
                </a:ext>
              </a:extLst>
            </p:cNvPr>
            <p:cNvSpPr/>
            <p:nvPr/>
          </p:nvSpPr>
          <p:spPr>
            <a:xfrm>
              <a:off x="2686622" y="3419168"/>
              <a:ext cx="4520513" cy="19740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Meiryo UI" panose="020B0604030504040204" pitchFamily="50" charset="-128"/>
                  <a:ea typeface="Meiryo UI" panose="020B0604030504040204" pitchFamily="50" charset="-128"/>
                </a:rPr>
                <a:t>管理者メニュー</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8C982800-EFB9-DC0E-AFC3-4CCF9AC55A5D}"/>
                </a:ext>
              </a:extLst>
            </p:cNvPr>
            <p:cNvSpPr/>
            <p:nvPr/>
          </p:nvSpPr>
          <p:spPr>
            <a:xfrm>
              <a:off x="2686621" y="3706181"/>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正会員クラブ登録一覧</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4EB13C62-5BC9-3BA1-B2B8-072947672E7C}"/>
                </a:ext>
              </a:extLst>
            </p:cNvPr>
            <p:cNvSpPr/>
            <p:nvPr/>
          </p:nvSpPr>
          <p:spPr>
            <a:xfrm>
              <a:off x="4996126" y="3706181"/>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個人会員登録一覧</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99F29F19-71D7-C1FA-90EB-9D12B0176956}"/>
                </a:ext>
              </a:extLst>
            </p:cNvPr>
            <p:cNvSpPr/>
            <p:nvPr/>
          </p:nvSpPr>
          <p:spPr>
            <a:xfrm>
              <a:off x="2686621" y="4258272"/>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正会員登録入金状況</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FAC5452A-AE57-B159-C8C1-CC392136CC22}"/>
                </a:ext>
              </a:extLst>
            </p:cNvPr>
            <p:cNvSpPr/>
            <p:nvPr/>
          </p:nvSpPr>
          <p:spPr>
            <a:xfrm>
              <a:off x="4996126" y="4258272"/>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個人会員登録入金状況</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9DFA215E-CA51-9312-1FF6-BA8875759555}"/>
                </a:ext>
              </a:extLst>
            </p:cNvPr>
            <p:cNvSpPr/>
            <p:nvPr/>
          </p:nvSpPr>
          <p:spPr>
            <a:xfrm>
              <a:off x="2686620" y="5687077"/>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運営委員会情報</a:t>
              </a:r>
              <a:r>
                <a:rPr kumimoji="1" lang="en-US" altLang="ja-JP" sz="1100" b="1" dirty="0">
                  <a:solidFill>
                    <a:schemeClr val="tx1"/>
                  </a:solidFill>
                  <a:latin typeface="Meiryo UI" panose="020B0604030504040204" pitchFamily="50" charset="-128"/>
                  <a:ea typeface="Meiryo UI" panose="020B0604030504040204" pitchFamily="50" charset="-128"/>
                </a:rPr>
                <a:t>BOX</a:t>
              </a:r>
            </a:p>
          </p:txBody>
        </p:sp>
        <p:sp>
          <p:nvSpPr>
            <p:cNvPr id="16" name="正方形/長方形 15">
              <a:extLst>
                <a:ext uri="{FF2B5EF4-FFF2-40B4-BE49-F238E27FC236}">
                  <a16:creationId xmlns:a16="http://schemas.microsoft.com/office/drawing/2014/main" id="{7AD57F24-51B7-7F54-82C7-9B9653E0866F}"/>
                </a:ext>
              </a:extLst>
            </p:cNvPr>
            <p:cNvSpPr/>
            <p:nvPr/>
          </p:nvSpPr>
          <p:spPr>
            <a:xfrm>
              <a:off x="4996126" y="5687077"/>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各種申請書類フォーマット</a:t>
              </a:r>
              <a:r>
                <a:rPr kumimoji="1" lang="en-US" altLang="ja-JP" sz="1100" b="1" dirty="0">
                  <a:solidFill>
                    <a:schemeClr val="tx1"/>
                  </a:solidFill>
                  <a:latin typeface="Meiryo UI" panose="020B0604030504040204" pitchFamily="50" charset="-128"/>
                  <a:ea typeface="Meiryo UI" panose="020B0604030504040204" pitchFamily="50" charset="-128"/>
                </a:rPr>
                <a:t>BOX</a:t>
              </a:r>
            </a:p>
          </p:txBody>
        </p:sp>
        <p:sp>
          <p:nvSpPr>
            <p:cNvPr id="17" name="正方形/長方形 16">
              <a:extLst>
                <a:ext uri="{FF2B5EF4-FFF2-40B4-BE49-F238E27FC236}">
                  <a16:creationId xmlns:a16="http://schemas.microsoft.com/office/drawing/2014/main" id="{9FD94CD3-4469-AA79-9C3E-7232AF763EAF}"/>
                </a:ext>
              </a:extLst>
            </p:cNvPr>
            <p:cNvSpPr/>
            <p:nvPr/>
          </p:nvSpPr>
          <p:spPr>
            <a:xfrm>
              <a:off x="7305630" y="5495476"/>
              <a:ext cx="2250960" cy="6097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solidFill>
                    <a:schemeClr val="tx1"/>
                  </a:solidFill>
                  <a:latin typeface="Meiryo UI" panose="020B0604030504040204" pitchFamily="50" charset="-128"/>
                  <a:ea typeface="Meiryo UI" panose="020B0604030504040204" pitchFamily="50" charset="-128"/>
                </a:rPr>
                <a:t>JAF</a:t>
              </a:r>
              <a:r>
                <a:rPr lang="ja-JP" altLang="en-US" sz="1600" dirty="0">
                  <a:solidFill>
                    <a:schemeClr val="tx1"/>
                  </a:solidFill>
                  <a:latin typeface="Meiryo UI" panose="020B0604030504040204" pitchFamily="50" charset="-128"/>
                  <a:ea typeface="Meiryo UI" panose="020B0604030504040204" pitchFamily="50" charset="-128"/>
                </a:rPr>
                <a:t>モータースポーツ</a:t>
              </a:r>
              <a:endParaRPr lang="en-US" altLang="ja-JP" sz="1600" dirty="0">
                <a:solidFill>
                  <a:schemeClr val="tx1"/>
                </a:solidFill>
                <a:latin typeface="Meiryo UI" panose="020B0604030504040204" pitchFamily="50" charset="-128"/>
                <a:ea typeface="Meiryo UI" panose="020B0604030504040204" pitchFamily="50" charset="-128"/>
              </a:endParaRPr>
            </a:p>
            <a:p>
              <a:pPr algn="ctr"/>
              <a:r>
                <a:rPr kumimoji="1" lang="ja-JP" altLang="en-US" sz="1600" dirty="0">
                  <a:solidFill>
                    <a:schemeClr val="tx1"/>
                  </a:solidFill>
                  <a:latin typeface="Meiryo UI" panose="020B0604030504040204" pitchFamily="50" charset="-128"/>
                  <a:ea typeface="Meiryo UI" panose="020B0604030504040204" pitchFamily="50" charset="-128"/>
                </a:rPr>
                <a:t>その他リンク</a:t>
              </a:r>
            </a:p>
          </p:txBody>
        </p:sp>
        <p:sp>
          <p:nvSpPr>
            <p:cNvPr id="19" name="正方形/長方形 18">
              <a:extLst>
                <a:ext uri="{FF2B5EF4-FFF2-40B4-BE49-F238E27FC236}">
                  <a16:creationId xmlns:a16="http://schemas.microsoft.com/office/drawing/2014/main" id="{ADE64A45-5F37-6BE2-0E7A-FA30DB1ED77F}"/>
                </a:ext>
              </a:extLst>
            </p:cNvPr>
            <p:cNvSpPr/>
            <p:nvPr/>
          </p:nvSpPr>
          <p:spPr>
            <a:xfrm>
              <a:off x="7305631" y="3428999"/>
              <a:ext cx="2250960" cy="6097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Meiryo UI" panose="020B0604030504040204" pitchFamily="50" charset="-128"/>
                  <a:ea typeface="Meiryo UI" panose="020B0604030504040204" pitchFamily="50" charset="-128"/>
                </a:rPr>
                <a:t>ジムカーナ部会</a:t>
              </a:r>
              <a:r>
                <a:rPr kumimoji="1" lang="en-US" altLang="ja-JP" sz="1600" dirty="0">
                  <a:solidFill>
                    <a:schemeClr val="tx1"/>
                  </a:solidFill>
                  <a:latin typeface="Meiryo UI" panose="020B0604030504040204" pitchFamily="50" charset="-128"/>
                  <a:ea typeface="Meiryo UI" panose="020B0604030504040204" pitchFamily="50" charset="-128"/>
                </a:rPr>
                <a:t>HP</a:t>
              </a:r>
              <a:endParaRPr kumimoji="1" lang="ja-JP" altLang="en-US" sz="1600" dirty="0">
                <a:solidFill>
                  <a:schemeClr val="tx1"/>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2DF779E2-74FF-885A-C0E0-21D18A3FE325}"/>
                </a:ext>
              </a:extLst>
            </p:cNvPr>
            <p:cNvSpPr/>
            <p:nvPr/>
          </p:nvSpPr>
          <p:spPr>
            <a:xfrm>
              <a:off x="7305631" y="4120812"/>
              <a:ext cx="2250960" cy="6097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tx1"/>
                  </a:solidFill>
                  <a:latin typeface="Meiryo UI" panose="020B0604030504040204" pitchFamily="50" charset="-128"/>
                  <a:ea typeface="Meiryo UI" panose="020B0604030504040204" pitchFamily="50" charset="-128"/>
                </a:rPr>
                <a:t>ダートトライアル部会</a:t>
              </a:r>
              <a:r>
                <a:rPr lang="en-US" altLang="ja-JP" sz="1600" dirty="0">
                  <a:solidFill>
                    <a:schemeClr val="tx1"/>
                  </a:solidFill>
                  <a:latin typeface="Meiryo UI" panose="020B0604030504040204" pitchFamily="50" charset="-128"/>
                  <a:ea typeface="Meiryo UI" panose="020B0604030504040204" pitchFamily="50" charset="-128"/>
                </a:rPr>
                <a:t>HP</a:t>
              </a:r>
              <a:endParaRPr kumimoji="1" lang="ja-JP" altLang="en-US" sz="1600" dirty="0">
                <a:solidFill>
                  <a:schemeClr val="tx1"/>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94D3F7C0-D310-BC57-D84B-D365109D321A}"/>
                </a:ext>
              </a:extLst>
            </p:cNvPr>
            <p:cNvSpPr/>
            <p:nvPr/>
          </p:nvSpPr>
          <p:spPr>
            <a:xfrm>
              <a:off x="7294550" y="4801717"/>
              <a:ext cx="2250960" cy="6097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tx1"/>
                  </a:solidFill>
                  <a:latin typeface="Meiryo UI" panose="020B0604030504040204" pitchFamily="50" charset="-128"/>
                  <a:ea typeface="Meiryo UI" panose="020B0604030504040204" pitchFamily="50" charset="-128"/>
                </a:rPr>
                <a:t>ラリー部会</a:t>
              </a:r>
              <a:r>
                <a:rPr lang="en-US" altLang="ja-JP" sz="1600" dirty="0">
                  <a:solidFill>
                    <a:schemeClr val="tx1"/>
                  </a:solidFill>
                  <a:latin typeface="Meiryo UI" panose="020B0604030504040204" pitchFamily="50" charset="-128"/>
                  <a:ea typeface="Meiryo UI" panose="020B0604030504040204" pitchFamily="50" charset="-128"/>
                </a:rPr>
                <a:t>HP</a:t>
              </a:r>
              <a:endParaRPr kumimoji="1" lang="ja-JP" altLang="en-US" sz="1600" dirty="0">
                <a:solidFill>
                  <a:schemeClr val="tx1"/>
                </a:solidFill>
                <a:latin typeface="Meiryo UI" panose="020B0604030504040204" pitchFamily="50" charset="-128"/>
                <a:ea typeface="Meiryo UI" panose="020B0604030504040204" pitchFamily="50" charset="-128"/>
              </a:endParaRPr>
            </a:p>
          </p:txBody>
        </p:sp>
      </p:grpSp>
      <p:sp>
        <p:nvSpPr>
          <p:cNvPr id="22" name="正方形/長方形 21">
            <a:extLst>
              <a:ext uri="{FF2B5EF4-FFF2-40B4-BE49-F238E27FC236}">
                <a16:creationId xmlns:a16="http://schemas.microsoft.com/office/drawing/2014/main" id="{710D77DE-0CBC-6B61-4EF2-63960420E58A}"/>
              </a:ext>
            </a:extLst>
          </p:cNvPr>
          <p:cNvSpPr/>
          <p:nvPr/>
        </p:nvSpPr>
        <p:spPr>
          <a:xfrm>
            <a:off x="814644" y="1646733"/>
            <a:ext cx="10712335" cy="29158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b="1" dirty="0">
                <a:solidFill>
                  <a:schemeClr val="tx1"/>
                </a:solidFill>
                <a:latin typeface="Meiryo UI" panose="020B0604030504040204" pitchFamily="50" charset="-128"/>
                <a:ea typeface="Meiryo UI" panose="020B0604030504040204" pitchFamily="50" charset="-128"/>
              </a:rPr>
              <a:t>JMRC</a:t>
            </a:r>
            <a:r>
              <a:rPr lang="ja-JP" altLang="en-US" sz="1100" b="1" dirty="0">
                <a:solidFill>
                  <a:schemeClr val="tx1"/>
                </a:solidFill>
                <a:latin typeface="Meiryo UI" panose="020B0604030504040204" pitchFamily="50" charset="-128"/>
                <a:ea typeface="Meiryo UI" panose="020B0604030504040204" pitchFamily="50" charset="-128"/>
              </a:rPr>
              <a:t>近畿事務局ポータル</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33576FDF-5FCC-4AA8-9EB1-C61963FD66CD}"/>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6/14</a:t>
            </a:r>
            <a:endParaRPr kumimoji="1" lang="ja-JP" altLang="en-US" sz="2400" dirty="0"/>
          </a:p>
        </p:txBody>
      </p:sp>
      <p:sp>
        <p:nvSpPr>
          <p:cNvPr id="24" name="正方形/長方形 23">
            <a:extLst>
              <a:ext uri="{FF2B5EF4-FFF2-40B4-BE49-F238E27FC236}">
                <a16:creationId xmlns:a16="http://schemas.microsoft.com/office/drawing/2014/main" id="{14F852DB-AA4F-24BE-CA56-2DEF4DCB9DB4}"/>
              </a:ext>
            </a:extLst>
          </p:cNvPr>
          <p:cNvSpPr/>
          <p:nvPr/>
        </p:nvSpPr>
        <p:spPr>
          <a:xfrm>
            <a:off x="4236708" y="4906238"/>
            <a:ext cx="840977" cy="351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参加者宛</a:t>
            </a:r>
            <a:endParaRPr kumimoji="1" lang="ja-JP" altLang="en-US" sz="1200" dirty="0">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D7012161-F1DE-0953-F4F4-3A9ACBFCE3CB}"/>
              </a:ext>
            </a:extLst>
          </p:cNvPr>
          <p:cNvSpPr/>
          <p:nvPr/>
        </p:nvSpPr>
        <p:spPr>
          <a:xfrm>
            <a:off x="6018416" y="4904497"/>
            <a:ext cx="1038391" cy="351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Meiryo UI" panose="020B0604030504040204" pitchFamily="50" charset="-128"/>
                <a:ea typeface="Meiryo UI" panose="020B0604030504040204" pitchFamily="50" charset="-128"/>
              </a:rPr>
              <a:t>正会員</a:t>
            </a:r>
            <a:endParaRPr lang="en-US" altLang="ja-JP" sz="1100" dirty="0">
              <a:latin typeface="Meiryo UI" panose="020B0604030504040204" pitchFamily="50" charset="-128"/>
              <a:ea typeface="Meiryo UI" panose="020B0604030504040204" pitchFamily="50" charset="-128"/>
            </a:endParaRPr>
          </a:p>
          <a:p>
            <a:pPr algn="ctr"/>
            <a:r>
              <a:rPr lang="ja-JP" altLang="en-US" sz="1100" dirty="0">
                <a:latin typeface="Meiryo UI" panose="020B0604030504040204" pitchFamily="50" charset="-128"/>
                <a:ea typeface="Meiryo UI" panose="020B0604030504040204" pitchFamily="50" charset="-128"/>
              </a:rPr>
              <a:t>クラブ宛</a:t>
            </a:r>
            <a:endParaRPr kumimoji="1" lang="ja-JP" altLang="en-US" sz="1100" dirty="0">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80CB9969-0C92-7376-773F-D8DD692E4040}"/>
              </a:ext>
            </a:extLst>
          </p:cNvPr>
          <p:cNvSpPr/>
          <p:nvPr/>
        </p:nvSpPr>
        <p:spPr>
          <a:xfrm>
            <a:off x="5127562" y="4904497"/>
            <a:ext cx="840977" cy="351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審判員宛</a:t>
            </a:r>
            <a:endParaRPr kumimoji="1" lang="ja-JP" altLang="en-US" sz="1200" dirty="0">
              <a:latin typeface="Meiryo UI" panose="020B0604030504040204" pitchFamily="50" charset="-128"/>
              <a:ea typeface="Meiryo UI" panose="020B0604030504040204" pitchFamily="50" charset="-128"/>
            </a:endParaRPr>
          </a:p>
        </p:txBody>
      </p:sp>
      <p:sp>
        <p:nvSpPr>
          <p:cNvPr id="28" name="吹き出し: 四角形 27">
            <a:extLst>
              <a:ext uri="{FF2B5EF4-FFF2-40B4-BE49-F238E27FC236}">
                <a16:creationId xmlns:a16="http://schemas.microsoft.com/office/drawing/2014/main" id="{1B82CC1E-A7CB-3D36-F48B-B687FF98F372}"/>
              </a:ext>
            </a:extLst>
          </p:cNvPr>
          <p:cNvSpPr/>
          <p:nvPr/>
        </p:nvSpPr>
        <p:spPr>
          <a:xfrm>
            <a:off x="6442037" y="6092669"/>
            <a:ext cx="3103473" cy="459430"/>
          </a:xfrm>
          <a:prstGeom prst="wedgeRectCallout">
            <a:avLst>
              <a:gd name="adj1" fmla="val -57474"/>
              <a:gd name="adj2" fmla="val -4244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rgbClr val="FF0000"/>
                </a:solidFill>
                <a:latin typeface="Meiryo UI" panose="020B0604030504040204" pitchFamily="50" charset="-128"/>
                <a:ea typeface="Meiryo UI" panose="020B0604030504040204" pitchFamily="50" charset="-128"/>
              </a:rPr>
              <a:t>BOX</a:t>
            </a:r>
            <a:r>
              <a:rPr kumimoji="1" lang="ja-JP" altLang="en-US" sz="1400" dirty="0">
                <a:solidFill>
                  <a:srgbClr val="FF0000"/>
                </a:solidFill>
                <a:latin typeface="Meiryo UI" panose="020B0604030504040204" pitchFamily="50" charset="-128"/>
                <a:ea typeface="Meiryo UI" panose="020B0604030504040204" pitchFamily="50" charset="-128"/>
              </a:rPr>
              <a:t>にアップすると個人会員画面に表示される</a:t>
            </a:r>
          </a:p>
        </p:txBody>
      </p:sp>
      <p:sp>
        <p:nvSpPr>
          <p:cNvPr id="30" name="吹き出し: 四角形 29">
            <a:extLst>
              <a:ext uri="{FF2B5EF4-FFF2-40B4-BE49-F238E27FC236}">
                <a16:creationId xmlns:a16="http://schemas.microsoft.com/office/drawing/2014/main" id="{768FF9A0-9C35-BC85-983B-CA1A2219EB6E}"/>
              </a:ext>
            </a:extLst>
          </p:cNvPr>
          <p:cNvSpPr/>
          <p:nvPr/>
        </p:nvSpPr>
        <p:spPr>
          <a:xfrm>
            <a:off x="443906" y="6092669"/>
            <a:ext cx="3520477" cy="572462"/>
          </a:xfrm>
          <a:prstGeom prst="wedgeRectCallout">
            <a:avLst>
              <a:gd name="adj1" fmla="val 57435"/>
              <a:gd name="adj2" fmla="val -53299"/>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rgbClr val="FF0000"/>
                </a:solidFill>
                <a:latin typeface="Meiryo UI" panose="020B0604030504040204" pitchFamily="50" charset="-128"/>
                <a:ea typeface="Meiryo UI" panose="020B0604030504040204" pitchFamily="50" charset="-128"/>
              </a:rPr>
              <a:t>運営委員会内部資料置き場</a:t>
            </a:r>
            <a:endParaRPr lang="en-US" altLang="ja-JP" sz="1400" dirty="0">
              <a:solidFill>
                <a:srgbClr val="FF0000"/>
              </a:solidFill>
              <a:latin typeface="Meiryo UI" panose="020B0604030504040204" pitchFamily="50" charset="-128"/>
              <a:ea typeface="Meiryo UI" panose="020B0604030504040204" pitchFamily="50" charset="-128"/>
            </a:endParaRPr>
          </a:p>
          <a:p>
            <a:pPr algn="ctr"/>
            <a:r>
              <a:rPr kumimoji="1" lang="ja-JP" altLang="en-US" sz="1400" dirty="0">
                <a:solidFill>
                  <a:srgbClr val="FF0000"/>
                </a:solidFill>
                <a:latin typeface="Meiryo UI" panose="020B0604030504040204" pitchFamily="50" charset="-128"/>
                <a:ea typeface="Meiryo UI" panose="020B0604030504040204" pitchFamily="50" charset="-128"/>
              </a:rPr>
              <a:t>協議会会則・見舞金細則等</a:t>
            </a:r>
          </a:p>
        </p:txBody>
      </p:sp>
    </p:spTree>
    <p:extLst>
      <p:ext uri="{BB962C8B-B14F-4D97-AF65-F5344CB8AC3E}">
        <p14:creationId xmlns:p14="http://schemas.microsoft.com/office/powerpoint/2010/main" val="1400873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B88A44E-EFC1-9AF5-15D5-8441D4191BF7}"/>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2EB6904E-E04C-A0AC-D081-B92FE4CC589B}"/>
              </a:ext>
            </a:extLst>
          </p:cNvPr>
          <p:cNvPicPr>
            <a:picLocks noChangeAspect="1"/>
          </p:cNvPicPr>
          <p:nvPr/>
        </p:nvPicPr>
        <p:blipFill>
          <a:blip r:embed="rId2"/>
          <a:stretch>
            <a:fillRect/>
          </a:stretch>
        </p:blipFill>
        <p:spPr>
          <a:xfrm>
            <a:off x="469669" y="1468600"/>
            <a:ext cx="11252662" cy="4840235"/>
          </a:xfrm>
          <a:prstGeom prst="rect">
            <a:avLst/>
          </a:prstGeom>
        </p:spPr>
      </p:pic>
      <p:sp>
        <p:nvSpPr>
          <p:cNvPr id="5" name="正方形/長方形 4">
            <a:extLst>
              <a:ext uri="{FF2B5EF4-FFF2-40B4-BE49-F238E27FC236}">
                <a16:creationId xmlns:a16="http://schemas.microsoft.com/office/drawing/2014/main" id="{48D2F4C3-6F9A-D509-37B4-A4D1C198692A}"/>
              </a:ext>
            </a:extLst>
          </p:cNvPr>
          <p:cNvSpPr/>
          <p:nvPr/>
        </p:nvSpPr>
        <p:spPr>
          <a:xfrm>
            <a:off x="58189" y="837178"/>
            <a:ext cx="5020886"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u="sng" dirty="0">
                <a:solidFill>
                  <a:schemeClr val="tx1"/>
                </a:solidFill>
                <a:latin typeface="BIZ UDPゴシック" panose="020B0400000000000000" pitchFamily="50" charset="-128"/>
                <a:ea typeface="BIZ UDPゴシック" panose="020B0400000000000000" pitchFamily="50" charset="-128"/>
              </a:rPr>
              <a:t>入金管理（事務局確認画面の例）</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FF148BF1-30D8-1906-D9B0-49FD90429649}"/>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7/14</a:t>
            </a:r>
            <a:endParaRPr kumimoji="1" lang="ja-JP" altLang="en-US" sz="2400" dirty="0"/>
          </a:p>
        </p:txBody>
      </p:sp>
    </p:spTree>
    <p:extLst>
      <p:ext uri="{BB962C8B-B14F-4D97-AF65-F5344CB8AC3E}">
        <p14:creationId xmlns:p14="http://schemas.microsoft.com/office/powerpoint/2010/main" val="996559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8A7390E7-7507-E9CE-D73D-538604FF874B}"/>
              </a:ext>
            </a:extLst>
          </p:cNvPr>
          <p:cNvPicPr>
            <a:picLocks noChangeAspect="1"/>
          </p:cNvPicPr>
          <p:nvPr/>
        </p:nvPicPr>
        <p:blipFill>
          <a:blip r:embed="rId2"/>
          <a:stretch>
            <a:fillRect/>
          </a:stretch>
        </p:blipFill>
        <p:spPr>
          <a:xfrm>
            <a:off x="3943924" y="977331"/>
            <a:ext cx="5589233" cy="3475892"/>
          </a:xfrm>
          <a:prstGeom prst="rect">
            <a:avLst/>
          </a:prstGeom>
          <a:ln w="15875">
            <a:solidFill>
              <a:schemeClr val="tx1"/>
            </a:solidFill>
          </a:ln>
        </p:spPr>
      </p:pic>
      <p:sp>
        <p:nvSpPr>
          <p:cNvPr id="14" name="正方形/長方形 13">
            <a:extLst>
              <a:ext uri="{FF2B5EF4-FFF2-40B4-BE49-F238E27FC236}">
                <a16:creationId xmlns:a16="http://schemas.microsoft.com/office/drawing/2014/main" id="{60947B7B-DB4D-EC41-314F-A949A0562805}"/>
              </a:ext>
            </a:extLst>
          </p:cNvPr>
          <p:cNvSpPr/>
          <p:nvPr/>
        </p:nvSpPr>
        <p:spPr>
          <a:xfrm>
            <a:off x="4018543" y="1877768"/>
            <a:ext cx="5442591" cy="1949046"/>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4000" b="1" dirty="0">
              <a:solidFill>
                <a:schemeClr val="tx1"/>
              </a:solidFill>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A12DF949-E694-0CEF-411F-28836C6209DF}"/>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CE00644B-287D-FBE2-3F09-82DB23D19C98}"/>
              </a:ext>
            </a:extLst>
          </p:cNvPr>
          <p:cNvSpPr/>
          <p:nvPr/>
        </p:nvSpPr>
        <p:spPr>
          <a:xfrm>
            <a:off x="58188" y="837178"/>
            <a:ext cx="3318849"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u="sng" dirty="0">
                <a:solidFill>
                  <a:schemeClr val="tx1"/>
                </a:solidFill>
                <a:latin typeface="BIZ UDPゴシック" panose="020B0400000000000000" pitchFamily="50" charset="-128"/>
                <a:ea typeface="BIZ UDPゴシック" panose="020B0400000000000000" pitchFamily="50" charset="-128"/>
              </a:rPr>
              <a:t>個人会員表示フォーマット</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pic>
        <p:nvPicPr>
          <p:cNvPr id="4" name="図 3">
            <a:extLst>
              <a:ext uri="{FF2B5EF4-FFF2-40B4-BE49-F238E27FC236}">
                <a16:creationId xmlns:a16="http://schemas.microsoft.com/office/drawing/2014/main" id="{1E55FC72-D8A3-8944-FBDB-9F1AE8CB1C44}"/>
              </a:ext>
            </a:extLst>
          </p:cNvPr>
          <p:cNvPicPr>
            <a:picLocks noChangeAspect="1"/>
          </p:cNvPicPr>
          <p:nvPr/>
        </p:nvPicPr>
        <p:blipFill>
          <a:blip r:embed="rId3"/>
          <a:stretch>
            <a:fillRect/>
          </a:stretch>
        </p:blipFill>
        <p:spPr>
          <a:xfrm>
            <a:off x="224291" y="1468599"/>
            <a:ext cx="2897004" cy="3557841"/>
          </a:xfrm>
          <a:prstGeom prst="rect">
            <a:avLst/>
          </a:prstGeom>
        </p:spPr>
      </p:pic>
      <p:pic>
        <p:nvPicPr>
          <p:cNvPr id="6" name="図 5">
            <a:extLst>
              <a:ext uri="{FF2B5EF4-FFF2-40B4-BE49-F238E27FC236}">
                <a16:creationId xmlns:a16="http://schemas.microsoft.com/office/drawing/2014/main" id="{E70FFB18-4872-44D4-44A5-B09120419003}"/>
              </a:ext>
            </a:extLst>
          </p:cNvPr>
          <p:cNvPicPr>
            <a:picLocks noChangeAspect="1"/>
          </p:cNvPicPr>
          <p:nvPr/>
        </p:nvPicPr>
        <p:blipFill>
          <a:blip r:embed="rId4"/>
          <a:stretch>
            <a:fillRect/>
          </a:stretch>
        </p:blipFill>
        <p:spPr>
          <a:xfrm>
            <a:off x="10028020" y="977331"/>
            <a:ext cx="1826238" cy="3852364"/>
          </a:xfrm>
          <a:prstGeom prst="rect">
            <a:avLst/>
          </a:prstGeom>
          <a:ln>
            <a:solidFill>
              <a:schemeClr val="tx1"/>
            </a:solidFill>
          </a:ln>
        </p:spPr>
      </p:pic>
      <p:sp>
        <p:nvSpPr>
          <p:cNvPr id="7" name="二等辺三角形 6">
            <a:extLst>
              <a:ext uri="{FF2B5EF4-FFF2-40B4-BE49-F238E27FC236}">
                <a16:creationId xmlns:a16="http://schemas.microsoft.com/office/drawing/2014/main" id="{2FDB1B74-FC98-5CF6-3ED1-35E0AFB94FA3}"/>
              </a:ext>
            </a:extLst>
          </p:cNvPr>
          <p:cNvSpPr/>
          <p:nvPr/>
        </p:nvSpPr>
        <p:spPr>
          <a:xfrm rot="5400000">
            <a:off x="1753688" y="3091949"/>
            <a:ext cx="3557842" cy="3111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四角形 7">
            <a:extLst>
              <a:ext uri="{FF2B5EF4-FFF2-40B4-BE49-F238E27FC236}">
                <a16:creationId xmlns:a16="http://schemas.microsoft.com/office/drawing/2014/main" id="{F5DFA1B9-4256-E4C0-509C-0624918A930D}"/>
              </a:ext>
            </a:extLst>
          </p:cNvPr>
          <p:cNvSpPr/>
          <p:nvPr/>
        </p:nvSpPr>
        <p:spPr>
          <a:xfrm>
            <a:off x="3943924" y="4829695"/>
            <a:ext cx="5589233" cy="1225222"/>
          </a:xfrm>
          <a:prstGeom prst="wedgeRectCallout">
            <a:avLst>
              <a:gd name="adj1" fmla="val -23271"/>
              <a:gd name="adj2" fmla="val -6445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■個人会員証をデジタル化する</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■スマホでも表示できるようにして、イベント会場でも</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提示できるようにする（特に他地区で必要）</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C767C788-F287-97FD-D3D9-960DC56D2B92}"/>
              </a:ext>
            </a:extLst>
          </p:cNvPr>
          <p:cNvSpPr/>
          <p:nvPr/>
        </p:nvSpPr>
        <p:spPr>
          <a:xfrm>
            <a:off x="5006638" y="1051857"/>
            <a:ext cx="3421625" cy="825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Meiryo UI" panose="020B0604030504040204" pitchFamily="50" charset="-128"/>
                <a:ea typeface="Meiryo UI" panose="020B0604030504040204" pitchFamily="50" charset="-128"/>
              </a:rPr>
              <a:t>JMRC</a:t>
            </a:r>
            <a:r>
              <a:rPr kumimoji="1" lang="ja-JP" altLang="en-US" sz="2400" b="1" dirty="0">
                <a:solidFill>
                  <a:schemeClr val="tx1"/>
                </a:solidFill>
                <a:latin typeface="Meiryo UI" panose="020B0604030504040204" pitchFamily="50" charset="-128"/>
                <a:ea typeface="Meiryo UI" panose="020B0604030504040204" pitchFamily="50" charset="-128"/>
              </a:rPr>
              <a:t>近畿　</a:t>
            </a:r>
            <a:r>
              <a:rPr lang="ja-JP" altLang="en-US" sz="2400" b="1" dirty="0">
                <a:solidFill>
                  <a:schemeClr val="tx1"/>
                </a:solidFill>
                <a:latin typeface="Meiryo UI" panose="020B0604030504040204" pitchFamily="50" charset="-128"/>
                <a:ea typeface="Meiryo UI" panose="020B0604030504040204" pitchFamily="50" charset="-128"/>
              </a:rPr>
              <a:t>個人会員証</a:t>
            </a:r>
            <a:endParaRPr kumimoji="1" lang="ja-JP" altLang="en-US" sz="2400" b="1" dirty="0">
              <a:solidFill>
                <a:schemeClr val="tx1"/>
              </a:solidFill>
              <a:latin typeface="Meiryo UI" panose="020B0604030504040204" pitchFamily="50" charset="-128"/>
              <a:ea typeface="Meiryo UI" panose="020B0604030504040204" pitchFamily="50" charset="-128"/>
            </a:endParaRPr>
          </a:p>
        </p:txBody>
      </p:sp>
      <p:pic>
        <p:nvPicPr>
          <p:cNvPr id="12" name="図 11">
            <a:extLst>
              <a:ext uri="{FF2B5EF4-FFF2-40B4-BE49-F238E27FC236}">
                <a16:creationId xmlns:a16="http://schemas.microsoft.com/office/drawing/2014/main" id="{C7DE9505-FF56-27A6-F60C-A9ED0839E54D}"/>
              </a:ext>
            </a:extLst>
          </p:cNvPr>
          <p:cNvPicPr>
            <a:picLocks noChangeAspect="1"/>
          </p:cNvPicPr>
          <p:nvPr/>
        </p:nvPicPr>
        <p:blipFill>
          <a:blip r:embed="rId5"/>
          <a:stretch>
            <a:fillRect/>
          </a:stretch>
        </p:blipFill>
        <p:spPr>
          <a:xfrm>
            <a:off x="8465573" y="1022803"/>
            <a:ext cx="822629" cy="845167"/>
          </a:xfrm>
          <a:prstGeom prst="rect">
            <a:avLst/>
          </a:prstGeom>
        </p:spPr>
      </p:pic>
      <p:sp>
        <p:nvSpPr>
          <p:cNvPr id="13" name="正方形/長方形 12">
            <a:extLst>
              <a:ext uri="{FF2B5EF4-FFF2-40B4-BE49-F238E27FC236}">
                <a16:creationId xmlns:a16="http://schemas.microsoft.com/office/drawing/2014/main" id="{A059E7B1-BACB-0465-58ED-DC7C0D7D29C0}"/>
              </a:ext>
            </a:extLst>
          </p:cNvPr>
          <p:cNvSpPr/>
          <p:nvPr/>
        </p:nvSpPr>
        <p:spPr>
          <a:xfrm>
            <a:off x="7334866" y="1878032"/>
            <a:ext cx="2198292" cy="890373"/>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4000" b="1" dirty="0">
                <a:solidFill>
                  <a:schemeClr val="tx1"/>
                </a:solidFill>
                <a:latin typeface="Meiryo UI" panose="020B0604030504040204" pitchFamily="50" charset="-128"/>
                <a:ea typeface="Meiryo UI" panose="020B0604030504040204" pitchFamily="50" charset="-128"/>
              </a:rPr>
              <a:t>2027</a:t>
            </a:r>
            <a:endParaRPr kumimoji="1" lang="ja-JP" altLang="en-US" sz="4000" b="1" dirty="0">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A42DDD7C-9DEE-FA39-A970-387F625AE2F3}"/>
              </a:ext>
            </a:extLst>
          </p:cNvPr>
          <p:cNvSpPr/>
          <p:nvPr/>
        </p:nvSpPr>
        <p:spPr>
          <a:xfrm>
            <a:off x="3943924" y="3826813"/>
            <a:ext cx="5589233" cy="626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Meiryo UI" panose="020B0604030504040204" pitchFamily="50" charset="-128"/>
                <a:ea typeface="Meiryo UI" panose="020B0604030504040204" pitchFamily="50" charset="-128"/>
              </a:rPr>
              <a:t>上記のものは</a:t>
            </a:r>
            <a:r>
              <a:rPr kumimoji="1" lang="en-US" altLang="ja-JP" sz="1400" b="1" dirty="0">
                <a:solidFill>
                  <a:schemeClr val="tx1"/>
                </a:solidFill>
                <a:latin typeface="Meiryo UI" panose="020B0604030504040204" pitchFamily="50" charset="-128"/>
                <a:ea typeface="Meiryo UI" panose="020B0604030504040204" pitchFamily="50" charset="-128"/>
              </a:rPr>
              <a:t>JMRC</a:t>
            </a:r>
            <a:r>
              <a:rPr lang="ja-JP" altLang="en-US" sz="1400" b="1" dirty="0">
                <a:solidFill>
                  <a:schemeClr val="tx1"/>
                </a:solidFill>
                <a:latin typeface="Meiryo UI" panose="020B0604030504040204" pitchFamily="50" charset="-128"/>
                <a:ea typeface="Meiryo UI" panose="020B0604030504040204" pitchFamily="50" charset="-128"/>
              </a:rPr>
              <a:t>近畿の個人会員であることを証明する</a:t>
            </a: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kumimoji="1" lang="en-US" altLang="ja-JP" sz="2000" b="1" dirty="0">
                <a:solidFill>
                  <a:schemeClr val="tx1"/>
                </a:solidFill>
                <a:latin typeface="Meiryo UI" panose="020B0604030504040204" pitchFamily="50" charset="-128"/>
                <a:ea typeface="Meiryo UI" panose="020B0604030504040204" pitchFamily="50" charset="-128"/>
              </a:rPr>
              <a:t>JAF</a:t>
            </a:r>
            <a:r>
              <a:rPr kumimoji="1" lang="ja-JP" altLang="en-US" sz="2000" b="1" dirty="0">
                <a:solidFill>
                  <a:schemeClr val="tx1"/>
                </a:solidFill>
                <a:latin typeface="Meiryo UI" panose="020B0604030504040204" pitchFamily="50" charset="-128"/>
                <a:ea typeface="Meiryo UI" panose="020B0604030504040204" pitchFamily="50" charset="-128"/>
              </a:rPr>
              <a:t>近畿地域クラブ協議会</a:t>
            </a:r>
          </a:p>
        </p:txBody>
      </p:sp>
      <p:sp>
        <p:nvSpPr>
          <p:cNvPr id="16" name="正方形/長方形 15">
            <a:extLst>
              <a:ext uri="{FF2B5EF4-FFF2-40B4-BE49-F238E27FC236}">
                <a16:creationId xmlns:a16="http://schemas.microsoft.com/office/drawing/2014/main" id="{48B98707-0CA5-1820-893B-ABF45E44E292}"/>
              </a:ext>
            </a:extLst>
          </p:cNvPr>
          <p:cNvSpPr/>
          <p:nvPr/>
        </p:nvSpPr>
        <p:spPr>
          <a:xfrm>
            <a:off x="4078914" y="2594855"/>
            <a:ext cx="5319252" cy="556064"/>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Meiryo UI" panose="020B0604030504040204" pitchFamily="50" charset="-128"/>
                <a:ea typeface="Meiryo UI" panose="020B0604030504040204" pitchFamily="50" charset="-128"/>
              </a:rPr>
              <a:t>会員</a:t>
            </a:r>
            <a:r>
              <a:rPr kumimoji="1" lang="en-US" altLang="ja-JP" sz="2400" b="1" dirty="0">
                <a:solidFill>
                  <a:schemeClr val="tx1"/>
                </a:solidFill>
                <a:latin typeface="Meiryo UI" panose="020B0604030504040204" pitchFamily="50" charset="-128"/>
                <a:ea typeface="Meiryo UI" panose="020B0604030504040204" pitchFamily="50" charset="-128"/>
              </a:rPr>
              <a:t>NO</a:t>
            </a:r>
            <a:r>
              <a:rPr kumimoji="1" lang="ja-JP" altLang="en-US" sz="2400" b="1" dirty="0">
                <a:solidFill>
                  <a:schemeClr val="tx1"/>
                </a:solidFill>
                <a:latin typeface="Meiryo UI" panose="020B0604030504040204" pitchFamily="50" charset="-128"/>
                <a:ea typeface="Meiryo UI" panose="020B0604030504040204" pitchFamily="50" charset="-128"/>
              </a:rPr>
              <a:t>：免許証番号</a:t>
            </a:r>
            <a:r>
              <a:rPr kumimoji="1" lang="en-US" altLang="ja-JP" sz="2400" b="1" dirty="0">
                <a:solidFill>
                  <a:schemeClr val="tx1"/>
                </a:solidFill>
                <a:latin typeface="Meiryo UI" panose="020B0604030504040204" pitchFamily="50" charset="-128"/>
                <a:ea typeface="Meiryo UI" panose="020B0604030504040204" pitchFamily="50" charset="-128"/>
              </a:rPr>
              <a:t>‐</a:t>
            </a:r>
            <a:r>
              <a:rPr kumimoji="1" lang="en-US" altLang="ja-JP" sz="2400" b="1" dirty="0">
                <a:solidFill>
                  <a:srgbClr val="FF0000"/>
                </a:solidFill>
                <a:latin typeface="Meiryo UI" panose="020B0604030504040204" pitchFamily="50" charset="-128"/>
                <a:ea typeface="Meiryo UI" panose="020B0604030504040204" pitchFamily="50" charset="-128"/>
              </a:rPr>
              <a:t>G</a:t>
            </a:r>
            <a:r>
              <a:rPr kumimoji="1" lang="en-US" altLang="ja-JP" sz="2400" b="1" dirty="0">
                <a:solidFill>
                  <a:schemeClr val="tx1"/>
                </a:solidFill>
                <a:latin typeface="Meiryo UI" panose="020B0604030504040204" pitchFamily="50" charset="-128"/>
                <a:ea typeface="Meiryo UI" panose="020B0604030504040204" pitchFamily="50" charset="-128"/>
              </a:rPr>
              <a:t>‐</a:t>
            </a:r>
            <a:r>
              <a:rPr kumimoji="1" lang="ja-JP" altLang="en-US" sz="2400" b="1" dirty="0">
                <a:solidFill>
                  <a:schemeClr val="tx1"/>
                </a:solidFill>
                <a:latin typeface="Meiryo UI" panose="020B0604030504040204" pitchFamily="50" charset="-128"/>
                <a:ea typeface="Meiryo UI" panose="020B0604030504040204" pitchFamily="50" charset="-128"/>
              </a:rPr>
              <a:t>クラブコード</a:t>
            </a:r>
          </a:p>
        </p:txBody>
      </p:sp>
      <p:sp>
        <p:nvSpPr>
          <p:cNvPr id="17" name="正方形/長方形 16">
            <a:extLst>
              <a:ext uri="{FF2B5EF4-FFF2-40B4-BE49-F238E27FC236}">
                <a16:creationId xmlns:a16="http://schemas.microsoft.com/office/drawing/2014/main" id="{18336B93-8BB5-C02B-4BED-2C0433B76C31}"/>
              </a:ext>
            </a:extLst>
          </p:cNvPr>
          <p:cNvSpPr/>
          <p:nvPr/>
        </p:nvSpPr>
        <p:spPr>
          <a:xfrm>
            <a:off x="4078912" y="1994785"/>
            <a:ext cx="3421625" cy="615266"/>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800" b="1" u="sng" dirty="0">
                <a:solidFill>
                  <a:schemeClr val="tx1"/>
                </a:solidFill>
                <a:latin typeface="Meiryo UI" panose="020B0604030504040204" pitchFamily="50" charset="-128"/>
                <a:ea typeface="Meiryo UI" panose="020B0604030504040204" pitchFamily="50" charset="-128"/>
              </a:rPr>
              <a:t>氏名：　　大阪　太郎　　　　　　　　　　　　　</a:t>
            </a:r>
            <a:endParaRPr kumimoji="1" lang="ja-JP" altLang="en-US" sz="2800" b="1" u="sng" dirty="0">
              <a:solidFill>
                <a:schemeClr val="tx1"/>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5FE7A2BB-E162-404E-8AFA-E85D6DC76041}"/>
              </a:ext>
            </a:extLst>
          </p:cNvPr>
          <p:cNvSpPr/>
          <p:nvPr/>
        </p:nvSpPr>
        <p:spPr>
          <a:xfrm>
            <a:off x="4078913" y="3109119"/>
            <a:ext cx="5319252" cy="386694"/>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所属クラブ：バトレックスレーシングクラブ（</a:t>
            </a:r>
            <a:r>
              <a:rPr kumimoji="1" lang="en-US" altLang="ja-JP" sz="1600" b="1" dirty="0">
                <a:solidFill>
                  <a:schemeClr val="tx1"/>
                </a:solidFill>
                <a:latin typeface="Meiryo UI" panose="020B0604030504040204" pitchFamily="50" charset="-128"/>
                <a:ea typeface="Meiryo UI" panose="020B0604030504040204" pitchFamily="50" charset="-128"/>
              </a:rPr>
              <a:t>BATTLEX</a:t>
            </a:r>
            <a:r>
              <a:rPr kumimoji="1" lang="ja-JP" altLang="en-US" sz="1600" b="1" dirty="0">
                <a:solidFill>
                  <a:schemeClr val="tx1"/>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D0F28F06-8BF8-766C-1D44-64F4682B2D15}"/>
              </a:ext>
            </a:extLst>
          </p:cNvPr>
          <p:cNvSpPr/>
          <p:nvPr/>
        </p:nvSpPr>
        <p:spPr>
          <a:xfrm>
            <a:off x="4039386" y="3440119"/>
            <a:ext cx="5319252" cy="386694"/>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入会日</a:t>
            </a:r>
            <a:r>
              <a:rPr kumimoji="1" lang="ja-JP" altLang="en-US" sz="1400" b="1" dirty="0">
                <a:solidFill>
                  <a:schemeClr val="tx1"/>
                </a:solidFill>
                <a:latin typeface="Meiryo UI" panose="020B0604030504040204" pitchFamily="50" charset="-128"/>
                <a:ea typeface="Meiryo UI" panose="020B0604030504040204" pitchFamily="50" charset="-128"/>
              </a:rPr>
              <a:t>：</a:t>
            </a:r>
            <a:r>
              <a:rPr kumimoji="1" lang="en-US" altLang="ja-JP" sz="1400" b="1" dirty="0">
                <a:solidFill>
                  <a:schemeClr val="tx1"/>
                </a:solidFill>
                <a:latin typeface="Meiryo UI" panose="020B0604030504040204" pitchFamily="50" charset="-128"/>
                <a:ea typeface="Meiryo UI" panose="020B0604030504040204" pitchFamily="50" charset="-128"/>
              </a:rPr>
              <a:t>2027</a:t>
            </a:r>
            <a:r>
              <a:rPr kumimoji="1" lang="ja-JP" altLang="en-US" sz="1400" b="1" dirty="0">
                <a:solidFill>
                  <a:schemeClr val="tx1"/>
                </a:solidFill>
                <a:latin typeface="Meiryo UI" panose="020B0604030504040204" pitchFamily="50" charset="-128"/>
                <a:ea typeface="Meiryo UI" panose="020B0604030504040204" pitchFamily="50" charset="-128"/>
              </a:rPr>
              <a:t>年</a:t>
            </a:r>
            <a:r>
              <a:rPr kumimoji="1" lang="en-US" altLang="ja-JP" sz="1400" b="1" dirty="0">
                <a:solidFill>
                  <a:schemeClr val="tx1"/>
                </a:solidFill>
                <a:latin typeface="Meiryo UI" panose="020B0604030504040204" pitchFamily="50" charset="-128"/>
                <a:ea typeface="Meiryo UI" panose="020B0604030504040204" pitchFamily="50" charset="-128"/>
              </a:rPr>
              <a:t>1</a:t>
            </a:r>
            <a:r>
              <a:rPr kumimoji="1" lang="ja-JP" altLang="en-US" sz="1400" b="1" dirty="0">
                <a:solidFill>
                  <a:schemeClr val="tx1"/>
                </a:solidFill>
                <a:latin typeface="Meiryo UI" panose="020B0604030504040204" pitchFamily="50" charset="-128"/>
                <a:ea typeface="Meiryo UI" panose="020B0604030504040204" pitchFamily="50" charset="-128"/>
              </a:rPr>
              <a:t>月</a:t>
            </a:r>
            <a:r>
              <a:rPr kumimoji="1" lang="en-US" altLang="ja-JP" sz="1400" b="1" dirty="0">
                <a:solidFill>
                  <a:schemeClr val="tx1"/>
                </a:solidFill>
                <a:latin typeface="Meiryo UI" panose="020B0604030504040204" pitchFamily="50" charset="-128"/>
                <a:ea typeface="Meiryo UI" panose="020B0604030504040204" pitchFamily="50" charset="-128"/>
              </a:rPr>
              <a:t>1</a:t>
            </a:r>
            <a:r>
              <a:rPr kumimoji="1" lang="ja-JP" altLang="en-US" sz="1400" b="1" dirty="0">
                <a:solidFill>
                  <a:schemeClr val="tx1"/>
                </a:solidFill>
                <a:latin typeface="Meiryo UI" panose="020B0604030504040204" pitchFamily="50" charset="-128"/>
                <a:ea typeface="Meiryo UI" panose="020B0604030504040204" pitchFamily="50" charset="-128"/>
              </a:rPr>
              <a:t>日　　有効期限：</a:t>
            </a:r>
            <a:r>
              <a:rPr kumimoji="1" lang="en-US" altLang="ja-JP" sz="1400" b="1" dirty="0">
                <a:solidFill>
                  <a:schemeClr val="tx1"/>
                </a:solidFill>
                <a:latin typeface="Meiryo UI" panose="020B0604030504040204" pitchFamily="50" charset="-128"/>
                <a:ea typeface="Meiryo UI" panose="020B0604030504040204" pitchFamily="50" charset="-128"/>
              </a:rPr>
              <a:t>2027</a:t>
            </a:r>
            <a:r>
              <a:rPr kumimoji="1" lang="ja-JP" altLang="en-US" sz="1400" b="1" dirty="0">
                <a:solidFill>
                  <a:schemeClr val="tx1"/>
                </a:solidFill>
                <a:latin typeface="Meiryo UI" panose="020B0604030504040204" pitchFamily="50" charset="-128"/>
                <a:ea typeface="Meiryo UI" panose="020B0604030504040204" pitchFamily="50" charset="-128"/>
              </a:rPr>
              <a:t>年</a:t>
            </a:r>
            <a:r>
              <a:rPr lang="en-US" altLang="ja-JP" sz="1400" b="1" dirty="0">
                <a:solidFill>
                  <a:schemeClr val="tx1"/>
                </a:solidFill>
                <a:latin typeface="Meiryo UI" panose="020B0604030504040204" pitchFamily="50" charset="-128"/>
                <a:ea typeface="Meiryo UI" panose="020B0604030504040204" pitchFamily="50" charset="-128"/>
              </a:rPr>
              <a:t>12</a:t>
            </a:r>
            <a:r>
              <a:rPr lang="ja-JP" altLang="en-US" sz="1400" b="1" dirty="0">
                <a:solidFill>
                  <a:schemeClr val="tx1"/>
                </a:solidFill>
                <a:latin typeface="Meiryo UI" panose="020B0604030504040204" pitchFamily="50" charset="-128"/>
                <a:ea typeface="Meiryo UI" panose="020B0604030504040204" pitchFamily="50" charset="-128"/>
              </a:rPr>
              <a:t>月</a:t>
            </a:r>
            <a:r>
              <a:rPr lang="en-US" altLang="ja-JP" sz="1400" b="1" dirty="0">
                <a:solidFill>
                  <a:schemeClr val="tx1"/>
                </a:solidFill>
                <a:latin typeface="Meiryo UI" panose="020B0604030504040204" pitchFamily="50" charset="-128"/>
                <a:ea typeface="Meiryo UI" panose="020B0604030504040204" pitchFamily="50" charset="-128"/>
              </a:rPr>
              <a:t>31</a:t>
            </a:r>
            <a:r>
              <a:rPr lang="ja-JP" altLang="en-US" sz="1400" b="1" dirty="0">
                <a:solidFill>
                  <a:schemeClr val="tx1"/>
                </a:solidFill>
                <a:latin typeface="Meiryo UI" panose="020B0604030504040204" pitchFamily="50" charset="-128"/>
                <a:ea typeface="Meiryo UI" panose="020B0604030504040204" pitchFamily="50" charset="-128"/>
              </a:rPr>
              <a:t>日</a:t>
            </a:r>
            <a:endParaRPr kumimoji="1" lang="en-US" altLang="ja-JP" sz="1400" b="1" dirty="0">
              <a:solidFill>
                <a:schemeClr val="tx1"/>
              </a:solidFill>
              <a:latin typeface="Meiryo UI" panose="020B0604030504040204" pitchFamily="50" charset="-128"/>
              <a:ea typeface="Meiryo UI" panose="020B0604030504040204" pitchFamily="50" charset="-128"/>
            </a:endParaRPr>
          </a:p>
        </p:txBody>
      </p:sp>
      <p:sp>
        <p:nvSpPr>
          <p:cNvPr id="20" name="吹き出し: 四角形 19">
            <a:extLst>
              <a:ext uri="{FF2B5EF4-FFF2-40B4-BE49-F238E27FC236}">
                <a16:creationId xmlns:a16="http://schemas.microsoft.com/office/drawing/2014/main" id="{6A283E85-C4BB-96AC-9078-788C4BAD2B88}"/>
              </a:ext>
            </a:extLst>
          </p:cNvPr>
          <p:cNvSpPr/>
          <p:nvPr/>
        </p:nvSpPr>
        <p:spPr>
          <a:xfrm>
            <a:off x="9857727" y="5136076"/>
            <a:ext cx="2166824" cy="612460"/>
          </a:xfrm>
          <a:prstGeom prst="wedgeRectCallout">
            <a:avLst>
              <a:gd name="adj1" fmla="val -22364"/>
              <a:gd name="adj2" fmla="val -96559"/>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■スマホイメージ</a:t>
            </a:r>
            <a:endParaRPr lang="en-US" altLang="ja-JP"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19693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248CD52-5293-3A60-6E58-062B5CEB6812}"/>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３．</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近畿事務局ポータルシステム要件</a:t>
            </a:r>
            <a:endParaRPr kumimoji="1" lang="ja-JP" altLang="en-US" sz="3600"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9C35CD4C-2CF0-216A-2620-717A8E3769C6}"/>
              </a:ext>
            </a:extLst>
          </p:cNvPr>
          <p:cNvSpPr txBox="1"/>
          <p:nvPr/>
        </p:nvSpPr>
        <p:spPr>
          <a:xfrm>
            <a:off x="224291" y="777495"/>
            <a:ext cx="11829165" cy="6001643"/>
          </a:xfrm>
          <a:prstGeom prst="rect">
            <a:avLst/>
          </a:prstGeom>
          <a:noFill/>
        </p:spPr>
        <p:txBody>
          <a:bodyPr wrap="square" rtlCol="0">
            <a:spAutoFit/>
          </a:bodyPr>
          <a:lstStyle/>
          <a:p>
            <a:r>
              <a:rPr lang="ja-JP" altLang="en-US" sz="2400" dirty="0">
                <a:latin typeface="Meiryo UI" panose="020B0604030504040204" pitchFamily="50" charset="-128"/>
                <a:ea typeface="Meiryo UI" panose="020B0604030504040204" pitchFamily="50" charset="-128"/>
              </a:rPr>
              <a:t>（１）システム運用方法</a:t>
            </a:r>
            <a:endParaRPr lang="en-US" altLang="ja-JP" sz="24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JMRC</a:t>
            </a:r>
            <a:r>
              <a:rPr lang="ja-JP" altLang="en-US" sz="2000" dirty="0">
                <a:latin typeface="Meiryo UI" panose="020B0604030504040204" pitchFamily="50" charset="-128"/>
                <a:ea typeface="Meiryo UI" panose="020B0604030504040204" pitchFamily="50" charset="-128"/>
              </a:rPr>
              <a:t>近畿事務局</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・正会員クラブからの登録申請・入金確認により、クラブ登録・承認を行う</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・正会員クラブの承認が完了で、クラブコードの当該年度使用を可能とする</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▶クラブ代表者</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・正会員登録の承認後に、クラブ代表者によるクラブ員の登録を行う</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（各クラブへの入会については各クラブで対応、クラブ入会済みであること前提でクラブ員からの申請を承認する）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・クラブ員からシステムを通してクラブ員登録申請を受けると、登録済み分は自動承認、未登録は都度承認する</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▶各クラブ員</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・自分の所属するクラブ代表にクラブ員登録を依頼、システムで個人会員登録・入金ののちクラブ登録を行う</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⇒個人会員と所属クラブの登録が完了すると、オンラインエントリーシステムにデータ共有する（ポリシー要）</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正会員クラブの登録と、個人会員承認アンサーバック機能</a:t>
            </a:r>
          </a:p>
          <a:p>
            <a:r>
              <a:rPr lang="ja-JP" altLang="en-US" sz="2000" dirty="0">
                <a:latin typeface="Meiryo UI" panose="020B0604030504040204" pitchFamily="50" charset="-128"/>
                <a:ea typeface="Meiryo UI" panose="020B0604030504040204" pitchFamily="50" charset="-128"/>
              </a:rPr>
              <a:t>　　　　クラブ登録時、クラブ員を事前登録しておくと個人会員の承認申請時に自動でアンサーバックする機能を</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付与する（都度の承認は不要になるようにする）</a:t>
            </a:r>
          </a:p>
          <a:p>
            <a:r>
              <a:rPr lang="ja-JP" altLang="en-US" sz="2000" dirty="0">
                <a:latin typeface="Meiryo UI" panose="020B0604030504040204" pitchFamily="50" charset="-128"/>
                <a:ea typeface="Meiryo UI" panose="020B0604030504040204" pitchFamily="50" charset="-128"/>
              </a:rPr>
              <a:t>　　　　事前登録が無い場合はクラブ責任者にメールで連絡が届き、承認、却下を選択できる機能を付与する</a:t>
            </a:r>
          </a:p>
        </p:txBody>
      </p:sp>
      <p:sp>
        <p:nvSpPr>
          <p:cNvPr id="2" name="テキスト ボックス 1">
            <a:extLst>
              <a:ext uri="{FF2B5EF4-FFF2-40B4-BE49-F238E27FC236}">
                <a16:creationId xmlns:a16="http://schemas.microsoft.com/office/drawing/2014/main" id="{5AE81AD2-7796-3B79-6DAF-A4712D46B215}"/>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8/14</a:t>
            </a:r>
            <a:endParaRPr kumimoji="1" lang="ja-JP" altLang="en-US" sz="2400" dirty="0"/>
          </a:p>
        </p:txBody>
      </p:sp>
    </p:spTree>
    <p:extLst>
      <p:ext uri="{BB962C8B-B14F-4D97-AF65-F5344CB8AC3E}">
        <p14:creationId xmlns:p14="http://schemas.microsoft.com/office/powerpoint/2010/main" val="199844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E33E-FF6D-4A06-1540-D09EBE72366D}"/>
            </a:ext>
          </a:extLst>
        </p:cNvPr>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91303958-5DD2-3602-EF3D-3840C65CF0AB}"/>
              </a:ext>
            </a:extLst>
          </p:cNvPr>
          <p:cNvGraphicFramePr>
            <a:graphicFrameLocks noGrp="1"/>
          </p:cNvGraphicFramePr>
          <p:nvPr>
            <p:extLst>
              <p:ext uri="{D42A27DB-BD31-4B8C-83A1-F6EECF244321}">
                <p14:modId xmlns:p14="http://schemas.microsoft.com/office/powerpoint/2010/main" val="3144048576"/>
              </p:ext>
            </p:extLst>
          </p:nvPr>
        </p:nvGraphicFramePr>
        <p:xfrm>
          <a:off x="512614" y="1164277"/>
          <a:ext cx="8025245" cy="3557840"/>
        </p:xfrm>
        <a:graphic>
          <a:graphicData uri="http://schemas.openxmlformats.org/drawingml/2006/table">
            <a:tbl>
              <a:tblPr firstRow="1">
                <a:tableStyleId>{5C22544A-7EE6-4342-B048-85BDC9FD1C3A}</a:tableStyleId>
              </a:tblPr>
              <a:tblGrid>
                <a:gridCol w="1830693">
                  <a:extLst>
                    <a:ext uri="{9D8B030D-6E8A-4147-A177-3AD203B41FA5}">
                      <a16:colId xmlns:a16="http://schemas.microsoft.com/office/drawing/2014/main" val="2263540979"/>
                    </a:ext>
                  </a:extLst>
                </a:gridCol>
                <a:gridCol w="2660891">
                  <a:extLst>
                    <a:ext uri="{9D8B030D-6E8A-4147-A177-3AD203B41FA5}">
                      <a16:colId xmlns:a16="http://schemas.microsoft.com/office/drawing/2014/main" val="3589941205"/>
                    </a:ext>
                  </a:extLst>
                </a:gridCol>
                <a:gridCol w="3533661">
                  <a:extLst>
                    <a:ext uri="{9D8B030D-6E8A-4147-A177-3AD203B41FA5}">
                      <a16:colId xmlns:a16="http://schemas.microsoft.com/office/drawing/2014/main" val="4106708119"/>
                    </a:ext>
                  </a:extLst>
                </a:gridCol>
              </a:tblGrid>
              <a:tr h="260072">
                <a:tc>
                  <a:txBody>
                    <a:bodyPr/>
                    <a:lstStyle/>
                    <a:p>
                      <a:pPr algn="ctr" fontAlgn="ctr">
                        <a:buNone/>
                      </a:pPr>
                      <a:r>
                        <a:rPr lang="ja-JP" altLang="en-US" sz="1400" u="none" strike="noStrike">
                          <a:effectLst/>
                          <a:latin typeface="Meiryo UI" panose="020B0604030504040204" pitchFamily="50" charset="-128"/>
                          <a:ea typeface="Meiryo UI" panose="020B0604030504040204" pitchFamily="50" charset="-128"/>
                        </a:rPr>
                        <a:t>項目</a:t>
                      </a:r>
                      <a:endParaRPr lang="ja-JP" altLang="en-US" sz="1400" b="1" i="0" u="none" strike="noStrike">
                        <a:solidFill>
                          <a:srgbClr val="FFFFFF"/>
                        </a:solidFill>
                        <a:effectLst/>
                        <a:latin typeface="Meiryo UI" panose="020B0604030504040204" pitchFamily="50" charset="-128"/>
                        <a:ea typeface="Meiryo UI" panose="020B0604030504040204" pitchFamily="50" charset="-128"/>
                      </a:endParaRPr>
                    </a:p>
                  </a:txBody>
                  <a:tcPr marL="7620" marR="7620" marT="7620" marB="0" anchor="ctr">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solidFill>
                            <a:srgbClr val="FFFF00"/>
                          </a:solidFill>
                          <a:effectLst/>
                          <a:latin typeface="Meiryo UI" panose="020B0604030504040204" pitchFamily="50" charset="-128"/>
                          <a:ea typeface="Meiryo UI" panose="020B0604030504040204" pitchFamily="50" charset="-128"/>
                        </a:rPr>
                        <a:t>デジタル化対象</a:t>
                      </a:r>
                      <a:r>
                        <a:rPr lang="zh-TW" altLang="en-US" sz="1400" u="none" strike="noStrike" dirty="0">
                          <a:solidFill>
                            <a:srgbClr val="FFFF00"/>
                          </a:solidFill>
                          <a:effectLst/>
                          <a:latin typeface="Meiryo UI" panose="020B0604030504040204" pitchFamily="50" charset="-128"/>
                          <a:ea typeface="Meiryo UI" panose="020B0604030504040204" pitchFamily="50" charset="-128"/>
                        </a:rPr>
                        <a:t>項目</a:t>
                      </a:r>
                      <a:endParaRPr lang="zh-TW" altLang="en-US" sz="1400" b="1" i="0" u="none" strike="noStrike" dirty="0">
                        <a:solidFill>
                          <a:srgbClr val="FFFF00"/>
                        </a:solidFill>
                        <a:effectLst/>
                        <a:latin typeface="Meiryo UI" panose="020B0604030504040204" pitchFamily="50" charset="-128"/>
                        <a:ea typeface="Meiryo UI" panose="020B0604030504040204" pitchFamily="50" charset="-128"/>
                      </a:endParaRPr>
                    </a:p>
                  </a:txBody>
                  <a:tcPr marL="7620" marR="7620" marT="7620" marB="0" anchor="ctr">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デジタル化案</a:t>
                      </a:r>
                      <a:endParaRPr lang="ja-JP" altLang="en-US" sz="1400" b="1" i="0" u="none" strike="noStrike" dirty="0">
                        <a:solidFill>
                          <a:srgbClr val="FFFFFF"/>
                        </a:solidFill>
                        <a:effectLst/>
                        <a:latin typeface="Meiryo UI" panose="020B0604030504040204" pitchFamily="50" charset="-128"/>
                        <a:ea typeface="Meiryo UI" panose="020B0604030504040204" pitchFamily="50" charset="-128"/>
                      </a:endParaRPr>
                    </a:p>
                  </a:txBody>
                  <a:tcPr marL="7620" marR="7620" marT="7620" marB="0" anchor="ctr">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0247819"/>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事務局</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問い合わせ対応</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5067181"/>
                  </a:ext>
                </a:extLst>
              </a:tr>
              <a:tr h="274814">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事務局</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金銭取り扱い</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a:effectLst/>
                          <a:latin typeface="Meiryo UI" panose="020B0604030504040204" pitchFamily="50" charset="-128"/>
                          <a:ea typeface="Meiryo UI" panose="020B0604030504040204" pitchFamily="50" charset="-128"/>
                        </a:rPr>
                        <a:t>オンラインバンキング</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127779"/>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個人会員</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クラブ、個別での受付</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352691"/>
                  </a:ext>
                </a:extLst>
              </a:tr>
              <a:tr h="274814">
                <a:tc>
                  <a:txBody>
                    <a:bodyPr/>
                    <a:lstStyle/>
                    <a:p>
                      <a:pPr algn="ctr" fontAlgn="ctr">
                        <a:buNone/>
                      </a:pPr>
                      <a:r>
                        <a:rPr lang="ja-JP" altLang="en-US" sz="1400" u="none" strike="noStrike">
                          <a:effectLst/>
                          <a:latin typeface="Meiryo UI" panose="020B0604030504040204" pitchFamily="50" charset="-128"/>
                          <a:ea typeface="Meiryo UI" panose="020B0604030504040204" pitchFamily="50" charset="-128"/>
                        </a:rPr>
                        <a:t>個人会員</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会員証</a:t>
                      </a:r>
                      <a:r>
                        <a:rPr lang="ja-JP" altLang="en-US" sz="1400" u="none" strike="noStrike" dirty="0">
                          <a:effectLst/>
                          <a:latin typeface="Meiryo UI" panose="020B0604030504040204" pitchFamily="50" charset="-128"/>
                          <a:ea typeface="Meiryo UI" panose="020B0604030504040204" pitchFamily="50" charset="-128"/>
                        </a:rPr>
                        <a:t>の印刷、個別郵送</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（スマホ）デジタル表示、ライセンス押印</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655876"/>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クラブ更新</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面着、郵送での受付</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2330216"/>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ハンドブック</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ハンドブックの印刷、個別郵送</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ハンドブック内容の</a:t>
                      </a:r>
                      <a:r>
                        <a:rPr lang="en-US" altLang="ja-JP" sz="1400" u="none" strike="noStrike" dirty="0">
                          <a:effectLst/>
                          <a:latin typeface="Meiryo UI" panose="020B0604030504040204" pitchFamily="50" charset="-128"/>
                          <a:ea typeface="Meiryo UI" panose="020B0604030504040204" pitchFamily="50" charset="-128"/>
                        </a:rPr>
                        <a:t>HP</a:t>
                      </a:r>
                      <a:r>
                        <a:rPr lang="ja-JP" altLang="en-US" sz="1400" u="none" strike="noStrike" dirty="0">
                          <a:effectLst/>
                          <a:latin typeface="Meiryo UI" panose="020B0604030504040204" pitchFamily="50" charset="-128"/>
                          <a:ea typeface="Meiryo UI" panose="020B0604030504040204" pitchFamily="50" charset="-128"/>
                        </a:rPr>
                        <a:t>掲載</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6777632"/>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表彰式</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案内</a:t>
                      </a:r>
                      <a:r>
                        <a:rPr lang="ja-JP" altLang="en-US" sz="1400" u="none" strike="noStrike" dirty="0">
                          <a:effectLst/>
                          <a:latin typeface="Meiryo UI" panose="020B0604030504040204" pitchFamily="50" charset="-128"/>
                          <a:ea typeface="Meiryo UI" panose="020B0604030504040204" pitchFamily="50" charset="-128"/>
                        </a:rPr>
                        <a:t>状郵送</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オンラインシステムおよびメールでの展開</a:t>
                      </a: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506932"/>
                  </a:ext>
                </a:extLst>
              </a:tr>
              <a:tr h="274814">
                <a:tc>
                  <a:txBody>
                    <a:bodyPr/>
                    <a:lstStyle/>
                    <a:p>
                      <a:pPr algn="ctr" fontAlgn="ctr">
                        <a:buNone/>
                      </a:pPr>
                      <a:r>
                        <a:rPr lang="ja-JP" altLang="en-US" sz="1400" u="none" strike="noStrike">
                          <a:effectLst/>
                          <a:latin typeface="Meiryo UI" panose="020B0604030504040204" pitchFamily="50" charset="-128"/>
                          <a:ea typeface="Meiryo UI" panose="020B0604030504040204" pitchFamily="50" charset="-128"/>
                        </a:rPr>
                        <a:t>表彰式</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zh-TW" altLang="en-US" sz="1400" b="1" u="none" strike="noStrike" dirty="0">
                          <a:effectLst/>
                          <a:latin typeface="Meiryo UI" panose="020B0604030504040204" pitchFamily="50" charset="-128"/>
                          <a:ea typeface="Meiryo UI" panose="020B0604030504040204" pitchFamily="50" charset="-128"/>
                        </a:rPr>
                        <a:t>表彰対象者</a:t>
                      </a:r>
                      <a:r>
                        <a:rPr lang="zh-TW" altLang="en-US" sz="1400" u="none" strike="noStrike" dirty="0">
                          <a:effectLst/>
                          <a:latin typeface="Meiryo UI" panose="020B0604030504040204" pitchFamily="50" charset="-128"/>
                          <a:ea typeface="Meiryo UI" panose="020B0604030504040204" pitchFamily="50" charset="-128"/>
                        </a:rPr>
                        <a:t>記載冊子</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en-US" altLang="ja-JP" sz="1400" u="none" strike="noStrike">
                          <a:effectLst/>
                          <a:latin typeface="Meiryo UI" panose="020B0604030504040204" pitchFamily="50" charset="-128"/>
                          <a:ea typeface="Meiryo UI" panose="020B0604030504040204" pitchFamily="50" charset="-128"/>
                        </a:rPr>
                        <a:t>HP</a:t>
                      </a:r>
                      <a:r>
                        <a:rPr lang="ja-JP" altLang="en-US" sz="1400" u="none" strike="noStrike">
                          <a:effectLst/>
                          <a:latin typeface="Meiryo UI" panose="020B0604030504040204" pitchFamily="50" charset="-128"/>
                          <a:ea typeface="Meiryo UI" panose="020B0604030504040204" pitchFamily="50" charset="-128"/>
                        </a:rPr>
                        <a:t>に掲載、および、当日は</a:t>
                      </a:r>
                      <a:r>
                        <a:rPr lang="en-US" altLang="ja-JP" sz="1400" u="none" strike="noStrike">
                          <a:effectLst/>
                          <a:latin typeface="Meiryo UI" panose="020B0604030504040204" pitchFamily="50" charset="-128"/>
                          <a:ea typeface="Meiryo UI" panose="020B0604030504040204" pitchFamily="50" charset="-128"/>
                        </a:rPr>
                        <a:t>A4</a:t>
                      </a:r>
                      <a:r>
                        <a:rPr lang="ja-JP" altLang="en-US" sz="1400" u="none" strike="noStrike">
                          <a:effectLst/>
                          <a:latin typeface="Meiryo UI" panose="020B0604030504040204" pitchFamily="50" charset="-128"/>
                          <a:ea typeface="Meiryo UI" panose="020B0604030504040204" pitchFamily="50" charset="-128"/>
                        </a:rPr>
                        <a:t>用紙に集約</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8277900"/>
                  </a:ext>
                </a:extLst>
              </a:tr>
              <a:tr h="274814">
                <a:tc>
                  <a:txBody>
                    <a:bodyPr/>
                    <a:lstStyle/>
                    <a:p>
                      <a:pPr algn="ctr" fontAlgn="ctr">
                        <a:buNone/>
                      </a:pPr>
                      <a:r>
                        <a:rPr lang="en-US" sz="1400" b="1" u="none" strike="noStrike" dirty="0">
                          <a:effectLst/>
                          <a:latin typeface="Meiryo UI" panose="020B0604030504040204" pitchFamily="50" charset="-128"/>
                          <a:ea typeface="Meiryo UI" panose="020B0604030504040204" pitchFamily="50" charset="-128"/>
                        </a:rPr>
                        <a:t>JMRC</a:t>
                      </a:r>
                      <a:r>
                        <a:rPr lang="ja-JP" altLang="en-US" sz="1400" b="1" u="none" strike="noStrike" dirty="0">
                          <a:effectLst/>
                          <a:latin typeface="Meiryo UI" panose="020B0604030504040204" pitchFamily="50" charset="-128"/>
                          <a:ea typeface="Meiryo UI" panose="020B0604030504040204" pitchFamily="50" charset="-128"/>
                        </a:rPr>
                        <a:t>近畿見舞金</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受付対応</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2450633"/>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スポーツ安全保険</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zh-TW" altLang="en-US" sz="1400" u="none" strike="noStrike" dirty="0">
                          <a:effectLst/>
                          <a:latin typeface="Meiryo UI" panose="020B0604030504040204" pitchFamily="50" charset="-128"/>
                          <a:ea typeface="Meiryo UI" panose="020B0604030504040204" pitchFamily="50" charset="-128"/>
                        </a:rPr>
                        <a:t>斡旋</a:t>
                      </a:r>
                      <a:r>
                        <a:rPr lang="zh-TW" altLang="en-US" sz="1400" b="1" u="none" strike="noStrike" dirty="0">
                          <a:effectLst/>
                          <a:latin typeface="Meiryo UI" panose="020B0604030504040204" pitchFamily="50" charset="-128"/>
                          <a:ea typeface="Meiryo UI" panose="020B0604030504040204" pitchFamily="50" charset="-128"/>
                        </a:rPr>
                        <a:t>窓口業務</a:t>
                      </a:r>
                      <a:endParaRPr lang="zh-TW"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9462265"/>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運営委員会</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zh-TW" altLang="en-US" sz="1400" u="none" strike="noStrike" dirty="0">
                          <a:effectLst/>
                          <a:latin typeface="Meiryo UI" panose="020B0604030504040204" pitchFamily="50" charset="-128"/>
                          <a:ea typeface="Meiryo UI" panose="020B0604030504040204" pitchFamily="50" charset="-128"/>
                        </a:rPr>
                        <a:t>委任状、出席確認紙対応</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9454564"/>
                  </a:ext>
                </a:extLst>
              </a:tr>
              <a:tr h="274814">
                <a:tc>
                  <a:txBody>
                    <a:bodyPr/>
                    <a:lstStyle/>
                    <a:p>
                      <a:pPr algn="ctr" fontAlgn="ctr">
                        <a:buNone/>
                      </a:pPr>
                      <a:r>
                        <a:rPr lang="ja-JP" altLang="en-US" sz="1400" u="none" strike="noStrike">
                          <a:effectLst/>
                          <a:latin typeface="Meiryo UI" panose="020B0604030504040204" pitchFamily="50" charset="-128"/>
                          <a:ea typeface="Meiryo UI" panose="020B0604030504040204" pitchFamily="50" charset="-128"/>
                        </a:rPr>
                        <a:t>運営委員会</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配布紙資料</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メールで事前配布、ポータル掲載</a:t>
                      </a: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7579633"/>
                  </a:ext>
                </a:extLst>
              </a:tr>
            </a:tbl>
          </a:graphicData>
        </a:graphic>
      </p:graphicFrame>
      <p:sp>
        <p:nvSpPr>
          <p:cNvPr id="5" name="テキスト ボックス 4">
            <a:extLst>
              <a:ext uri="{FF2B5EF4-FFF2-40B4-BE49-F238E27FC236}">
                <a16:creationId xmlns:a16="http://schemas.microsoft.com/office/drawing/2014/main" id="{85650557-9B5E-2E1C-3F69-CD871C33162E}"/>
              </a:ext>
            </a:extLst>
          </p:cNvPr>
          <p:cNvSpPr txBox="1"/>
          <p:nvPr/>
        </p:nvSpPr>
        <p:spPr>
          <a:xfrm>
            <a:off x="1318260" y="4734342"/>
            <a:ext cx="8191500" cy="2123658"/>
          </a:xfrm>
          <a:prstGeom prst="rect">
            <a:avLst/>
          </a:prstGeom>
          <a:noFill/>
        </p:spPr>
        <p:txBody>
          <a:bodyPr wrap="square">
            <a:spAutoFit/>
          </a:bodyPr>
          <a:lstStyle/>
          <a:p>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仮称</a:t>
            </a:r>
            <a:r>
              <a:rPr lang="en-US" altLang="ja-JP" sz="1600" dirty="0">
                <a:latin typeface="Meiryo UI" panose="020B0604030504040204" pitchFamily="50" charset="-128"/>
                <a:ea typeface="Meiryo UI" panose="020B0604030504040204" pitchFamily="50" charset="-128"/>
              </a:rPr>
              <a:t>】 JMRC</a:t>
            </a:r>
            <a:r>
              <a:rPr lang="ja-JP" altLang="en-US" sz="1600" dirty="0">
                <a:latin typeface="Meiryo UI" panose="020B0604030504040204" pitchFamily="50" charset="-128"/>
                <a:ea typeface="Meiryo UI" panose="020B0604030504040204" pitchFamily="50" charset="-128"/>
              </a:rPr>
              <a:t>近畿　事務オンラインシステム（下記①②③④⑤の機能を有するシステム）	</a:t>
            </a:r>
          </a:p>
          <a:p>
            <a:r>
              <a:rPr lang="ja-JP" altLang="en-US" sz="1600" dirty="0">
                <a:latin typeface="Meiryo UI" panose="020B0604030504040204" pitchFamily="50" charset="-128"/>
                <a:ea typeface="Meiryo UI" panose="020B0604030504040204" pitchFamily="50" charset="-128"/>
              </a:rPr>
              <a:t>①</a:t>
            </a:r>
            <a:r>
              <a:rPr lang="en-US" altLang="ja-JP" sz="1600" dirty="0">
                <a:latin typeface="Meiryo UI" panose="020B0604030504040204" pitchFamily="50" charset="-128"/>
                <a:ea typeface="Meiryo UI" panose="020B0604030504040204" pitchFamily="50" charset="-128"/>
              </a:rPr>
              <a:t>HP</a:t>
            </a:r>
            <a:r>
              <a:rPr lang="ja-JP" altLang="en-US" sz="1600" dirty="0">
                <a:latin typeface="Meiryo UI" panose="020B0604030504040204" pitchFamily="50" charset="-128"/>
                <a:ea typeface="Meiryo UI" panose="020B0604030504040204" pitchFamily="50" charset="-128"/>
              </a:rPr>
              <a:t>機能	</a:t>
            </a:r>
            <a:r>
              <a:rPr lang="en-US" altLang="ja-JP" sz="16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既存</a:t>
            </a:r>
            <a:r>
              <a:rPr lang="en-US" altLang="ja-JP" sz="1600" dirty="0">
                <a:latin typeface="Meiryo UI" panose="020B0604030504040204" pitchFamily="50" charset="-128"/>
                <a:ea typeface="Meiryo UI" panose="020B0604030504040204" pitchFamily="50" charset="-128"/>
              </a:rPr>
              <a:t>HP</a:t>
            </a:r>
            <a:r>
              <a:rPr lang="ja-JP" altLang="en-US" sz="1600" dirty="0">
                <a:latin typeface="Meiryo UI" panose="020B0604030504040204" pitchFamily="50" charset="-128"/>
                <a:ea typeface="Meiryo UI" panose="020B0604030504040204" pitchFamily="50" charset="-128"/>
              </a:rPr>
              <a:t>の内容取り込み</a:t>
            </a:r>
          </a:p>
          <a:p>
            <a:r>
              <a:rPr lang="ja-JP" altLang="en-US" sz="1600" dirty="0">
                <a:latin typeface="Meiryo UI" panose="020B0604030504040204" pitchFamily="50" charset="-128"/>
                <a:ea typeface="Meiryo UI" panose="020B0604030504040204" pitchFamily="50" charset="-128"/>
              </a:rPr>
              <a:t>②各種受付	クラブ登録、更新等の手続、個人会員の登録、その他、保険関係の受付</a:t>
            </a:r>
          </a:p>
          <a:p>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個人会員へのデジタル会員証表示</a:t>
            </a:r>
          </a:p>
          <a:p>
            <a:r>
              <a:rPr lang="ja-JP" altLang="en-US" sz="1600" dirty="0">
                <a:latin typeface="Meiryo UI" panose="020B0604030504040204" pitchFamily="50" charset="-128"/>
                <a:ea typeface="Meiryo UI" panose="020B0604030504040204" pitchFamily="50" charset="-128"/>
              </a:rPr>
              <a:t>③メール展開	正会員クラブ、個人会員への各種案内、代表者会議、表彰式の案内</a:t>
            </a:r>
          </a:p>
          <a:p>
            <a:r>
              <a:rPr lang="ja-JP" altLang="en-US" sz="1600" dirty="0">
                <a:latin typeface="Meiryo UI" panose="020B0604030504040204" pitchFamily="50" charset="-128"/>
                <a:ea typeface="Meiryo UI" panose="020B0604030504040204" pitchFamily="50" charset="-128"/>
              </a:rPr>
              <a:t>④情報共有</a:t>
            </a:r>
            <a:r>
              <a:rPr lang="en-US" altLang="ja-JP" sz="16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正会員クラブ。個人会員への情報展開・公開</a:t>
            </a:r>
          </a:p>
          <a:p>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正会員クラブ、主催クラブ、運営委員間の情報共有</a:t>
            </a:r>
            <a:endParaRPr lang="en-US" altLang="ja-JP" sz="1600" dirty="0">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⑤問い合わせ対応</a:t>
            </a:r>
            <a:r>
              <a:rPr lang="ja-JP" altLang="en-US" sz="2000" dirty="0">
                <a:latin typeface="Meiryo UI" panose="020B0604030504040204" pitchFamily="50" charset="-128"/>
                <a:ea typeface="Meiryo UI" panose="020B0604030504040204" pitchFamily="50" charset="-128"/>
              </a:rPr>
              <a:t>	</a:t>
            </a:r>
          </a:p>
        </p:txBody>
      </p:sp>
      <p:sp>
        <p:nvSpPr>
          <p:cNvPr id="4" name="テキスト ボックス 3">
            <a:extLst>
              <a:ext uri="{FF2B5EF4-FFF2-40B4-BE49-F238E27FC236}">
                <a16:creationId xmlns:a16="http://schemas.microsoft.com/office/drawing/2014/main" id="{6B84A9E8-B791-312D-9D40-9BCACCD85ED5}"/>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a:t>
            </a:r>
            <a:r>
              <a:rPr lang="ja-JP" altLang="en-US" sz="2000" dirty="0">
                <a:latin typeface="Meiryo UI" panose="020B0604030504040204" pitchFamily="50" charset="-128"/>
                <a:ea typeface="Meiryo UI" panose="020B0604030504040204" pitchFamily="50" charset="-128"/>
              </a:rPr>
              <a:t>（前回リマインド）</a:t>
            </a:r>
            <a:r>
              <a:rPr lang="ja-JP" altLang="en-US" sz="3600" dirty="0">
                <a:latin typeface="Meiryo UI" panose="020B0604030504040204" pitchFamily="50" charset="-128"/>
                <a:ea typeface="Meiryo UI" panose="020B0604030504040204" pitchFamily="50" charset="-128"/>
              </a:rPr>
              <a:t>運営委員会事務業務のデジタル化提案</a:t>
            </a:r>
            <a:endParaRPr kumimoji="1" lang="ja-JP" altLang="en-US" sz="3600" dirty="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B41ECD41-6BB5-9A97-54A1-4D19DDBC2C40}"/>
              </a:ext>
            </a:extLst>
          </p:cNvPr>
          <p:cNvSpPr txBox="1"/>
          <p:nvPr/>
        </p:nvSpPr>
        <p:spPr>
          <a:xfrm>
            <a:off x="58189" y="726609"/>
            <a:ext cx="11105804"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（３）実現策案（業務のデジタル化）</a:t>
            </a:r>
            <a:endParaRPr lang="en-US" altLang="ja-JP" sz="2400" dirty="0">
              <a:latin typeface="Meiryo UI" panose="020B0604030504040204" pitchFamily="50" charset="-128"/>
              <a:ea typeface="Meiryo UI" panose="020B0604030504040204" pitchFamily="50" charset="-128"/>
            </a:endParaRPr>
          </a:p>
        </p:txBody>
      </p:sp>
      <p:pic>
        <p:nvPicPr>
          <p:cNvPr id="7" name="図 6">
            <a:extLst>
              <a:ext uri="{FF2B5EF4-FFF2-40B4-BE49-F238E27FC236}">
                <a16:creationId xmlns:a16="http://schemas.microsoft.com/office/drawing/2014/main" id="{525E1B99-091B-F018-1B9C-914EEC27910E}"/>
              </a:ext>
            </a:extLst>
          </p:cNvPr>
          <p:cNvPicPr>
            <a:picLocks noChangeAspect="1"/>
          </p:cNvPicPr>
          <p:nvPr/>
        </p:nvPicPr>
        <p:blipFill>
          <a:blip r:embed="rId2"/>
          <a:stretch>
            <a:fillRect/>
          </a:stretch>
        </p:blipFill>
        <p:spPr>
          <a:xfrm>
            <a:off x="8992283" y="957441"/>
            <a:ext cx="2897004" cy="3557841"/>
          </a:xfrm>
          <a:prstGeom prst="rect">
            <a:avLst/>
          </a:prstGeom>
        </p:spPr>
      </p:pic>
      <p:sp>
        <p:nvSpPr>
          <p:cNvPr id="8" name="吹き出し: 四角形 7">
            <a:extLst>
              <a:ext uri="{FF2B5EF4-FFF2-40B4-BE49-F238E27FC236}">
                <a16:creationId xmlns:a16="http://schemas.microsoft.com/office/drawing/2014/main" id="{8EB51DF7-A846-7DBC-0CBC-0F677C5F3B82}"/>
              </a:ext>
            </a:extLst>
          </p:cNvPr>
          <p:cNvSpPr/>
          <p:nvPr/>
        </p:nvSpPr>
        <p:spPr>
          <a:xfrm>
            <a:off x="9318567" y="4665640"/>
            <a:ext cx="2743200" cy="1130531"/>
          </a:xfrm>
          <a:prstGeom prst="wedgeRectCallout">
            <a:avLst>
              <a:gd name="adj1" fmla="val 15466"/>
              <a:gd name="adj2" fmla="val -9191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Meiryo UI" panose="020B0604030504040204" pitchFamily="50" charset="-128"/>
                <a:ea typeface="Meiryo UI" panose="020B0604030504040204" pitchFamily="50" charset="-128"/>
              </a:rPr>
              <a:t>（参考）</a:t>
            </a:r>
            <a:endParaRPr kumimoji="1" lang="en-US" altLang="ja-JP" dirty="0">
              <a:latin typeface="Meiryo UI" panose="020B0604030504040204" pitchFamily="50" charset="-128"/>
              <a:ea typeface="Meiryo UI" panose="020B0604030504040204" pitchFamily="50" charset="-128"/>
            </a:endParaRPr>
          </a:p>
          <a:p>
            <a:pPr algn="ctr"/>
            <a:r>
              <a:rPr kumimoji="1" lang="en-US" altLang="ja-JP" dirty="0">
                <a:latin typeface="Meiryo UI" panose="020B0604030504040204" pitchFamily="50" charset="-128"/>
                <a:ea typeface="Meiryo UI" panose="020B0604030504040204" pitchFamily="50" charset="-128"/>
              </a:rPr>
              <a:t>JMRC</a:t>
            </a:r>
            <a:r>
              <a:rPr kumimoji="1" lang="ja-JP" altLang="en-US" dirty="0">
                <a:latin typeface="Meiryo UI" panose="020B0604030504040204" pitchFamily="50" charset="-128"/>
                <a:ea typeface="Meiryo UI" panose="020B0604030504040204" pitchFamily="50" charset="-128"/>
              </a:rPr>
              <a:t>中部のクラブ登録印（個人会員証なし）</a:t>
            </a:r>
          </a:p>
        </p:txBody>
      </p:sp>
      <p:sp>
        <p:nvSpPr>
          <p:cNvPr id="2" name="テキスト ボックス 1">
            <a:extLst>
              <a:ext uri="{FF2B5EF4-FFF2-40B4-BE49-F238E27FC236}">
                <a16:creationId xmlns:a16="http://schemas.microsoft.com/office/drawing/2014/main" id="{010B3AD0-46F1-7A5C-97F7-5F2094214194}"/>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10/14</a:t>
            </a:r>
            <a:endParaRPr kumimoji="1" lang="ja-JP" altLang="en-US" sz="2400" dirty="0"/>
          </a:p>
        </p:txBody>
      </p:sp>
    </p:spTree>
    <p:extLst>
      <p:ext uri="{BB962C8B-B14F-4D97-AF65-F5344CB8AC3E}">
        <p14:creationId xmlns:p14="http://schemas.microsoft.com/office/powerpoint/2010/main" val="2187991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8349D2A2-9F93-EBCC-F407-BA0CECB7B587}"/>
              </a:ext>
            </a:extLst>
          </p:cNvPr>
          <p:cNvPicPr>
            <a:picLocks noChangeAspect="1"/>
          </p:cNvPicPr>
          <p:nvPr/>
        </p:nvPicPr>
        <p:blipFill>
          <a:blip r:embed="rId2"/>
          <a:stretch>
            <a:fillRect/>
          </a:stretch>
        </p:blipFill>
        <p:spPr>
          <a:xfrm>
            <a:off x="1044323" y="1713840"/>
            <a:ext cx="6362626" cy="3956858"/>
          </a:xfrm>
          <a:prstGeom prst="rect">
            <a:avLst/>
          </a:prstGeom>
          <a:ln w="15875">
            <a:solidFill>
              <a:schemeClr val="tx1"/>
            </a:solidFill>
          </a:ln>
        </p:spPr>
      </p:pic>
      <p:pic>
        <p:nvPicPr>
          <p:cNvPr id="5" name="図 4">
            <a:extLst>
              <a:ext uri="{FF2B5EF4-FFF2-40B4-BE49-F238E27FC236}">
                <a16:creationId xmlns:a16="http://schemas.microsoft.com/office/drawing/2014/main" id="{95C9AF24-729D-56EC-8340-31FBEB8D714B}"/>
              </a:ext>
            </a:extLst>
          </p:cNvPr>
          <p:cNvPicPr>
            <a:picLocks noChangeAspect="1"/>
          </p:cNvPicPr>
          <p:nvPr/>
        </p:nvPicPr>
        <p:blipFill>
          <a:blip r:embed="rId3"/>
          <a:stretch>
            <a:fillRect/>
          </a:stretch>
        </p:blipFill>
        <p:spPr>
          <a:xfrm>
            <a:off x="8399041" y="977331"/>
            <a:ext cx="2574068" cy="5429876"/>
          </a:xfrm>
          <a:prstGeom prst="rect">
            <a:avLst/>
          </a:prstGeom>
          <a:ln>
            <a:solidFill>
              <a:schemeClr val="tx1"/>
            </a:solidFill>
          </a:ln>
        </p:spPr>
      </p:pic>
      <p:sp>
        <p:nvSpPr>
          <p:cNvPr id="6" name="テキスト ボックス 5">
            <a:extLst>
              <a:ext uri="{FF2B5EF4-FFF2-40B4-BE49-F238E27FC236}">
                <a16:creationId xmlns:a16="http://schemas.microsoft.com/office/drawing/2014/main" id="{D24DC97E-8F9E-28E5-55D8-DBA13DB6311C}"/>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a:t>
            </a:r>
            <a:r>
              <a:rPr lang="ja-JP" altLang="en-US" sz="2000" dirty="0">
                <a:latin typeface="Meiryo UI" panose="020B0604030504040204" pitchFamily="50" charset="-128"/>
                <a:ea typeface="Meiryo UI" panose="020B0604030504040204" pitchFamily="50" charset="-128"/>
              </a:rPr>
              <a:t>（前回リマインド）</a:t>
            </a:r>
            <a:r>
              <a:rPr lang="ja-JP" altLang="en-US" sz="3600" dirty="0">
                <a:latin typeface="Meiryo UI" panose="020B0604030504040204" pitchFamily="50" charset="-128"/>
                <a:ea typeface="Meiryo UI" panose="020B0604030504040204" pitchFamily="50" charset="-128"/>
              </a:rPr>
              <a:t>運営委員会事務業務のデジタル化提案</a:t>
            </a:r>
            <a:endParaRPr kumimoji="1" lang="ja-JP" altLang="en-US" sz="3600" dirty="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88183912-A454-5000-2A62-6817F5373F4A}"/>
              </a:ext>
            </a:extLst>
          </p:cNvPr>
          <p:cNvSpPr txBox="1"/>
          <p:nvPr/>
        </p:nvSpPr>
        <p:spPr>
          <a:xfrm>
            <a:off x="592974" y="806333"/>
            <a:ext cx="3740727"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オンライン会員証の例</a:t>
            </a:r>
            <a:endParaRPr lang="en-US" altLang="ja-JP" sz="2400" dirty="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8E526382-4962-D99B-A08B-AFECF19DEEB4}"/>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11/14</a:t>
            </a:r>
            <a:endParaRPr kumimoji="1" lang="ja-JP" altLang="en-US" sz="2400" dirty="0"/>
          </a:p>
        </p:txBody>
      </p:sp>
    </p:spTree>
    <p:extLst>
      <p:ext uri="{BB962C8B-B14F-4D97-AF65-F5344CB8AC3E}">
        <p14:creationId xmlns:p14="http://schemas.microsoft.com/office/powerpoint/2010/main" val="2652510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52D04AF-88D7-AF66-8F72-565A0FBBBD0C}"/>
              </a:ext>
            </a:extLst>
          </p:cNvPr>
          <p:cNvSpPr txBox="1"/>
          <p:nvPr/>
        </p:nvSpPr>
        <p:spPr>
          <a:xfrm>
            <a:off x="224291" y="754204"/>
            <a:ext cx="11405060" cy="3985706"/>
          </a:xfrm>
          <a:prstGeom prst="rect">
            <a:avLst/>
          </a:prstGeom>
          <a:noFill/>
        </p:spPr>
        <p:txBody>
          <a:bodyPr wrap="square" rtlCol="0">
            <a:spAutoFit/>
          </a:bodyPr>
          <a:lstStyle/>
          <a:p>
            <a:r>
              <a:rPr lang="ja-JP" altLang="en-US" sz="2300" dirty="0">
                <a:latin typeface="Meiryo UI" panose="020B0604030504040204" pitchFamily="50" charset="-128"/>
                <a:ea typeface="Meiryo UI" panose="020B0604030504040204" pitchFamily="50" charset="-128"/>
              </a:rPr>
              <a:t>　◆前提条件</a:t>
            </a:r>
            <a:r>
              <a:rPr lang="en-US" altLang="ja-JP" sz="2300" dirty="0">
                <a:latin typeface="Meiryo UI" panose="020B0604030504040204" pitchFamily="50" charset="-128"/>
                <a:ea typeface="Meiryo UI" panose="020B0604030504040204" pitchFamily="50" charset="-128"/>
              </a:rPr>
              <a:t>/</a:t>
            </a:r>
            <a:r>
              <a:rPr lang="ja-JP" altLang="en-US" sz="2300" dirty="0">
                <a:latin typeface="Meiryo UI" panose="020B0604030504040204" pitchFamily="50" charset="-128"/>
                <a:ea typeface="Meiryo UI" panose="020B0604030504040204" pitchFamily="50" charset="-128"/>
              </a:rPr>
              <a:t>審議事項</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①個人会員登録、クラブ登録</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⇒個人会員登録および個人会員登録後のクラブ登録についてポータル上で実施する</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クラブの正会員登録、個人会員、個人のクラブ登録もすべて事務局新ポータルにて行う</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②スポーツ安全保険の入会、登録業務等、基本すべてポータル上で実施する</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③各種会員登録、スポーツ安全保険等の入金は振込み、およびペイメントコアによる</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クレジット支払いに限定する</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④会計年度の年度末から年末への移行する</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⑤ハンドブックの廃止</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⇒事務局新ポータルに掲載</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⑥’</a:t>
            </a:r>
            <a:r>
              <a:rPr lang="en-US" altLang="ja-JP" sz="2300" dirty="0">
                <a:latin typeface="Meiryo UI" panose="020B0604030504040204" pitchFamily="50" charset="-128"/>
                <a:ea typeface="Meiryo UI" panose="020B0604030504040204" pitchFamily="50" charset="-128"/>
              </a:rPr>
              <a:t>27</a:t>
            </a:r>
            <a:r>
              <a:rPr lang="ja-JP" altLang="en-US" sz="2300" dirty="0">
                <a:latin typeface="Meiryo UI" panose="020B0604030504040204" pitchFamily="50" charset="-128"/>
                <a:ea typeface="Meiryo UI" panose="020B0604030504040204" pitchFamily="50" charset="-128"/>
              </a:rPr>
              <a:t>年初より、</a:t>
            </a:r>
            <a:r>
              <a:rPr lang="en-US" altLang="ja-JP" sz="2300" dirty="0">
                <a:latin typeface="Meiryo UI" panose="020B0604030504040204" pitchFamily="50" charset="-128"/>
                <a:ea typeface="Meiryo UI" panose="020B0604030504040204" pitchFamily="50" charset="-128"/>
              </a:rPr>
              <a:t>HP</a:t>
            </a:r>
            <a:r>
              <a:rPr lang="ja-JP" altLang="en-US" sz="2300" dirty="0">
                <a:latin typeface="Meiryo UI" panose="020B0604030504040204" pitchFamily="50" charset="-128"/>
                <a:ea typeface="Meiryo UI" panose="020B0604030504040204" pitchFamily="50" charset="-128"/>
              </a:rPr>
              <a:t>から新ポータルへの移行を目指す</a:t>
            </a:r>
            <a:endParaRPr lang="en-US" altLang="ja-JP" sz="2300"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CC58450F-17E6-AFC2-A3E0-4D9F38E26C76}"/>
              </a:ext>
            </a:extLst>
          </p:cNvPr>
          <p:cNvSpPr txBox="1"/>
          <p:nvPr/>
        </p:nvSpPr>
        <p:spPr>
          <a:xfrm>
            <a:off x="299106" y="4847783"/>
            <a:ext cx="7755927" cy="1862048"/>
          </a:xfrm>
          <a:prstGeom prst="rect">
            <a:avLst/>
          </a:prstGeom>
          <a:noFill/>
        </p:spPr>
        <p:txBody>
          <a:bodyPr wrap="square" rtlCol="0">
            <a:spAutoFit/>
          </a:bodyPr>
          <a:lstStyle/>
          <a:p>
            <a:r>
              <a:rPr lang="ja-JP" altLang="en-US" sz="2300" dirty="0">
                <a:latin typeface="Meiryo UI" panose="020B0604030504040204" pitchFamily="50" charset="-128"/>
                <a:ea typeface="Meiryo UI" panose="020B0604030504040204" pitchFamily="50" charset="-128"/>
              </a:rPr>
              <a:t>　　</a:t>
            </a:r>
            <a:r>
              <a:rPr lang="en-US" altLang="ja-JP" sz="2300" dirty="0">
                <a:latin typeface="Meiryo UI" panose="020B0604030504040204" pitchFamily="50" charset="-128"/>
                <a:ea typeface="Meiryo UI" panose="020B0604030504040204" pitchFamily="50" charset="-128"/>
              </a:rPr>
              <a:t>【</a:t>
            </a:r>
            <a:r>
              <a:rPr lang="ja-JP" altLang="en-US" sz="2300" dirty="0">
                <a:latin typeface="Meiryo UI" panose="020B0604030504040204" pitchFamily="50" charset="-128"/>
                <a:ea typeface="Meiryo UI" panose="020B0604030504040204" pitchFamily="50" charset="-128"/>
              </a:rPr>
              <a:t>移行までに行う必要があること</a:t>
            </a:r>
            <a:r>
              <a:rPr lang="en-US" altLang="ja-JP" sz="2300" dirty="0">
                <a:latin typeface="Meiryo UI" panose="020B0604030504040204" pitchFamily="50" charset="-128"/>
                <a:ea typeface="Meiryo UI" panose="020B0604030504040204" pitchFamily="50" charset="-128"/>
              </a:rPr>
              <a:t>】</a:t>
            </a:r>
          </a:p>
          <a:p>
            <a:r>
              <a:rPr lang="ja-JP" altLang="en-US" sz="2300" dirty="0">
                <a:latin typeface="Meiryo UI" panose="020B0604030504040204" pitchFamily="50" charset="-128"/>
                <a:ea typeface="Meiryo UI" panose="020B0604030504040204" pitchFamily="50" charset="-128"/>
              </a:rPr>
              <a:t>　　　①事務局データの指定クラウドサーバーへの移行</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②ポータルにつながる口座の指定</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a:t>
            </a:r>
            <a:r>
              <a:rPr lang="en-US" altLang="ja-JP" sz="2300" dirty="0">
                <a:latin typeface="Meiryo UI" panose="020B0604030504040204" pitchFamily="50" charset="-128"/>
                <a:ea typeface="Meiryo UI" panose="020B0604030504040204" pitchFamily="50" charset="-128"/>
              </a:rPr>
              <a:t>【</a:t>
            </a:r>
            <a:r>
              <a:rPr lang="ja-JP" altLang="en-US" sz="2300" dirty="0">
                <a:latin typeface="Meiryo UI" panose="020B0604030504040204" pitchFamily="50" charset="-128"/>
                <a:ea typeface="Meiryo UI" panose="020B0604030504040204" pitchFamily="50" charset="-128"/>
              </a:rPr>
              <a:t>審議依頼事項</a:t>
            </a:r>
            <a:r>
              <a:rPr lang="en-US" altLang="ja-JP" sz="2300" dirty="0">
                <a:latin typeface="Meiryo UI" panose="020B0604030504040204" pitchFamily="50" charset="-128"/>
                <a:ea typeface="Meiryo UI" panose="020B0604030504040204" pitchFamily="50" charset="-128"/>
              </a:rPr>
              <a:t>】</a:t>
            </a:r>
          </a:p>
          <a:p>
            <a:r>
              <a:rPr lang="ja-JP" altLang="en-US" sz="2300" dirty="0">
                <a:latin typeface="Meiryo UI" panose="020B0604030504040204" pitchFamily="50" charset="-128"/>
                <a:ea typeface="Meiryo UI" panose="020B0604030504040204" pitchFamily="50" charset="-128"/>
              </a:rPr>
              <a:t>　　　・ポータルサイト作成に着手して良いか</a:t>
            </a:r>
            <a:endParaRPr lang="en-US" altLang="ja-JP" sz="2300" dirty="0">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9ED20E83-80AD-F825-C05E-48467F534DAA}"/>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５．</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近畿事務局ポータルシステム提案のまとめ</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23E9B27E-5897-1BF1-E162-60C987085C98}"/>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14/14</a:t>
            </a:r>
            <a:endParaRPr kumimoji="1" lang="ja-JP" altLang="en-US" sz="2400" dirty="0"/>
          </a:p>
        </p:txBody>
      </p:sp>
    </p:spTree>
    <p:extLst>
      <p:ext uri="{BB962C8B-B14F-4D97-AF65-F5344CB8AC3E}">
        <p14:creationId xmlns:p14="http://schemas.microsoft.com/office/powerpoint/2010/main" val="1862977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5A6A2BA-9DF9-00E9-7E46-50BC0AF2BA11}"/>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５．</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近畿事務局ポータルシステム提案のまとめ</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1B56767E-7143-7492-6F2A-7BFDA1881EAA}"/>
              </a:ext>
            </a:extLst>
          </p:cNvPr>
          <p:cNvSpPr txBox="1"/>
          <p:nvPr/>
        </p:nvSpPr>
        <p:spPr>
          <a:xfrm>
            <a:off x="74815" y="754204"/>
            <a:ext cx="11920450" cy="3631763"/>
          </a:xfrm>
          <a:prstGeom prst="rect">
            <a:avLst/>
          </a:prstGeom>
          <a:noFill/>
        </p:spPr>
        <p:txBody>
          <a:bodyPr wrap="square" rtlCol="0">
            <a:spAutoFit/>
          </a:bodyPr>
          <a:lstStyle/>
          <a:p>
            <a:r>
              <a:rPr lang="ja-JP" altLang="en-US" sz="2300" dirty="0">
                <a:latin typeface="Meiryo UI" panose="020B0604030504040204" pitchFamily="50" charset="-128"/>
                <a:ea typeface="Meiryo UI" panose="020B0604030504040204" pitchFamily="50" charset="-128"/>
              </a:rPr>
              <a:t>　◆システムに要求される機能</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（１）入力フォーム</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①登録（正会員クラブ、個人会員、個人会員のクラブ紐づけ、事務局）</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②申し込み（スポーツ安全保険、</a:t>
            </a:r>
            <a:r>
              <a:rPr lang="en-US" altLang="ja-JP" sz="2300" dirty="0">
                <a:latin typeface="Meiryo UI" panose="020B0604030504040204" pitchFamily="50" charset="-128"/>
                <a:ea typeface="Meiryo UI" panose="020B0604030504040204" pitchFamily="50" charset="-128"/>
              </a:rPr>
              <a:t>JMRC</a:t>
            </a:r>
            <a:r>
              <a:rPr lang="ja-JP" altLang="en-US" sz="2300" dirty="0">
                <a:latin typeface="Meiryo UI" panose="020B0604030504040204" pitchFamily="50" charset="-128"/>
                <a:ea typeface="Meiryo UI" panose="020B0604030504040204" pitchFamily="50" charset="-128"/>
              </a:rPr>
              <a:t>近畿見舞金）</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②承認（個人会員のクラブ紐づけ＝正会員クラブの承認、事務局＝委員長の承認）</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（２）デジタル会員証、加入者証（個人会員、スポーツ安全保険）の</a:t>
            </a:r>
            <a:r>
              <a:rPr lang="en-US" altLang="ja-JP" sz="2300" dirty="0">
                <a:latin typeface="Meiryo UI" panose="020B0604030504040204" pitchFamily="50" charset="-128"/>
                <a:ea typeface="Meiryo UI" panose="020B0604030504040204" pitchFamily="50" charset="-128"/>
              </a:rPr>
              <a:t>PC</a:t>
            </a:r>
            <a:r>
              <a:rPr lang="ja-JP" altLang="en-US" sz="2300" dirty="0">
                <a:latin typeface="Meiryo UI" panose="020B0604030504040204" pitchFamily="50" charset="-128"/>
                <a:ea typeface="Meiryo UI" panose="020B0604030504040204" pitchFamily="50" charset="-128"/>
              </a:rPr>
              <a:t>、スマホ表示</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（３）情報展開（グループ、個人別のメール発信、事務局からの発信、事務局内の情報共有）</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（４）金融機関の</a:t>
            </a:r>
            <a:r>
              <a:rPr lang="en-US" altLang="ja-JP" sz="2300" dirty="0">
                <a:latin typeface="Meiryo UI" panose="020B0604030504040204" pitchFamily="50" charset="-128"/>
                <a:ea typeface="Meiryo UI" panose="020B0604030504040204" pitchFamily="50" charset="-128"/>
              </a:rPr>
              <a:t>CSV</a:t>
            </a:r>
            <a:r>
              <a:rPr lang="ja-JP" altLang="en-US" sz="2300" dirty="0">
                <a:latin typeface="Meiryo UI" panose="020B0604030504040204" pitchFamily="50" charset="-128"/>
                <a:ea typeface="Meiryo UI" panose="020B0604030504040204" pitchFamily="50" charset="-128"/>
              </a:rPr>
              <a:t>データ取り込み（正会員クラブ、個人会員、スポ安）</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（５）</a:t>
            </a:r>
            <a:r>
              <a:rPr lang="en-US" altLang="ja-JP" sz="2300" dirty="0">
                <a:latin typeface="Meiryo UI" panose="020B0604030504040204" pitchFamily="50" charset="-128"/>
                <a:ea typeface="Meiryo UI" panose="020B0604030504040204" pitchFamily="50" charset="-128"/>
              </a:rPr>
              <a:t>【</a:t>
            </a:r>
            <a:r>
              <a:rPr lang="ja-JP" altLang="en-US" sz="2300" dirty="0">
                <a:latin typeface="Meiryo UI" panose="020B0604030504040204" pitchFamily="50" charset="-128"/>
                <a:ea typeface="Meiryo UI" panose="020B0604030504040204" pitchFamily="50" charset="-128"/>
              </a:rPr>
              <a:t>一般公開</a:t>
            </a:r>
            <a:r>
              <a:rPr lang="en-US" altLang="ja-JP" sz="2300" dirty="0">
                <a:latin typeface="Meiryo UI" panose="020B0604030504040204" pitchFamily="50" charset="-128"/>
                <a:ea typeface="Meiryo UI" panose="020B0604030504040204" pitchFamily="50" charset="-128"/>
              </a:rPr>
              <a:t>】</a:t>
            </a:r>
            <a:r>
              <a:rPr lang="ja-JP" altLang="en-US" sz="2300" dirty="0">
                <a:latin typeface="Meiryo UI" panose="020B0604030504040204" pitchFamily="50" charset="-128"/>
                <a:ea typeface="Meiryo UI" panose="020B0604030504040204" pitchFamily="50" charset="-128"/>
              </a:rPr>
              <a:t> </a:t>
            </a:r>
            <a:r>
              <a:rPr lang="en-US" altLang="ja-JP" sz="2300" dirty="0">
                <a:latin typeface="Meiryo UI" panose="020B0604030504040204" pitchFamily="50" charset="-128"/>
                <a:ea typeface="Meiryo UI" panose="020B0604030504040204" pitchFamily="50" charset="-128"/>
              </a:rPr>
              <a:t>JAF</a:t>
            </a:r>
            <a:r>
              <a:rPr lang="ja-JP" altLang="en-US" sz="2300" dirty="0">
                <a:latin typeface="Meiryo UI" panose="020B0604030504040204" pitchFamily="50" charset="-128"/>
                <a:ea typeface="Meiryo UI" panose="020B0604030504040204" pitchFamily="50" charset="-128"/>
              </a:rPr>
              <a:t>、</a:t>
            </a:r>
            <a:r>
              <a:rPr lang="en-US" altLang="ja-JP" sz="2300" dirty="0">
                <a:latin typeface="Meiryo UI" panose="020B0604030504040204" pitchFamily="50" charset="-128"/>
                <a:ea typeface="Meiryo UI" panose="020B0604030504040204" pitchFamily="50" charset="-128"/>
              </a:rPr>
              <a:t>JMRC</a:t>
            </a:r>
            <a:r>
              <a:rPr lang="ja-JP" altLang="en-US" sz="2300" dirty="0">
                <a:latin typeface="Meiryo UI" panose="020B0604030504040204" pitchFamily="50" charset="-128"/>
                <a:ea typeface="Meiryo UI" panose="020B0604030504040204" pitchFamily="50" charset="-128"/>
              </a:rPr>
              <a:t>他、各機関へのリンクの追加、削除</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a:t>
            </a:r>
            <a:endParaRPr lang="en-US" altLang="ja-JP" sz="23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448743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6C79B76-5ECE-E05D-0CFE-75E44F46DA2B}"/>
              </a:ext>
            </a:extLst>
          </p:cNvPr>
          <p:cNvSpPr txBox="1"/>
          <p:nvPr/>
        </p:nvSpPr>
        <p:spPr>
          <a:xfrm>
            <a:off x="178724" y="708543"/>
            <a:ext cx="11834552" cy="6247864"/>
          </a:xfrm>
          <a:prstGeom prst="rect">
            <a:avLst/>
          </a:prstGeom>
          <a:noFill/>
        </p:spPr>
        <p:txBody>
          <a:bodyPr wrap="square" rtlCol="0">
            <a:spAutoFit/>
          </a:bodyPr>
          <a:lstStyle/>
          <a:p>
            <a:r>
              <a:rPr kumimoji="1" lang="ja-JP" altLang="en-US" sz="2000" dirty="0">
                <a:latin typeface="Meiryo UI" panose="020B0604030504040204" pitchFamily="50" charset="-128"/>
                <a:ea typeface="Meiryo UI" panose="020B0604030504040204" pitchFamily="50" charset="-128"/>
              </a:rPr>
              <a:t>出席：三役（運営委員長欠席）、財務委員長、財務委員、事務局長、事務局員</a:t>
            </a:r>
            <a:endParaRPr kumimoji="1" lang="en-US" altLang="ja-JP" sz="2000" dirty="0">
              <a:latin typeface="Meiryo UI" panose="020B0604030504040204" pitchFamily="50" charset="-128"/>
              <a:ea typeface="Meiryo UI" panose="020B0604030504040204" pitchFamily="50" charset="-128"/>
            </a:endParaRPr>
          </a:p>
          <a:p>
            <a:r>
              <a:rPr kumimoji="1" lang="ja-JP" altLang="en-US" sz="2000" dirty="0">
                <a:latin typeface="Meiryo UI" panose="020B0604030504040204" pitchFamily="50" charset="-128"/>
                <a:ea typeface="Meiryo UI" panose="020B0604030504040204" pitchFamily="50" charset="-128"/>
              </a:rPr>
              <a:t>・スポーツ安全保険の現状</a:t>
            </a:r>
            <a:endParaRPr kumimoji="1"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１．</a:t>
            </a:r>
            <a:r>
              <a:rPr kumimoji="1" lang="ja-JP" altLang="en-US" sz="2000" dirty="0">
                <a:latin typeface="Meiryo UI" panose="020B0604030504040204" pitchFamily="50" charset="-128"/>
                <a:ea typeface="Meiryo UI" panose="020B0604030504040204" pitchFamily="50" charset="-128"/>
              </a:rPr>
              <a:t>初回は</a:t>
            </a:r>
            <a:r>
              <a:rPr kumimoji="1" lang="en-US" altLang="ja-JP" sz="2000" dirty="0">
                <a:latin typeface="Meiryo UI" panose="020B0604030504040204" pitchFamily="50" charset="-128"/>
                <a:ea typeface="Meiryo UI" panose="020B0604030504040204" pitchFamily="50" charset="-128"/>
              </a:rPr>
              <a:t>4</a:t>
            </a:r>
            <a:r>
              <a:rPr kumimoji="1" lang="ja-JP" altLang="en-US" sz="2000" dirty="0">
                <a:latin typeface="Meiryo UI" panose="020B0604030504040204" pitchFamily="50" charset="-128"/>
                <a:ea typeface="Meiryo UI" panose="020B0604030504040204" pitchFamily="50" charset="-128"/>
              </a:rPr>
              <a:t>人</a:t>
            </a:r>
            <a:r>
              <a:rPr kumimoji="1" lang="en-US" altLang="ja-JP" sz="2000" dirty="0">
                <a:latin typeface="Meiryo UI" panose="020B0604030504040204" pitchFamily="50" charset="-128"/>
                <a:ea typeface="Meiryo UI" panose="020B0604030504040204" pitchFamily="50" charset="-128"/>
              </a:rPr>
              <a:t>/</a:t>
            </a:r>
            <a:r>
              <a:rPr kumimoji="1" lang="ja-JP" altLang="en-US" sz="2000" dirty="0">
                <a:latin typeface="Meiryo UI" panose="020B0604030504040204" pitchFamily="50" charset="-128"/>
                <a:ea typeface="Meiryo UI" panose="020B0604030504040204" pitchFamily="50" charset="-128"/>
              </a:rPr>
              <a:t>申込単位以上の申し込みで登録が必要、追加は個別で随時可能</a:t>
            </a:r>
            <a:endParaRPr kumimoji="1"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２．ノンライセンスでの申し込みは初回のみの受け付け（初回の</a:t>
            </a:r>
            <a:r>
              <a:rPr lang="en-US" altLang="ja-JP" sz="2000" dirty="0">
                <a:latin typeface="Meiryo UI" panose="020B0604030504040204" pitchFamily="50" charset="-128"/>
                <a:ea typeface="Meiryo UI" panose="020B0604030504040204" pitchFamily="50" charset="-128"/>
              </a:rPr>
              <a:t>4</a:t>
            </a:r>
            <a:r>
              <a:rPr lang="ja-JP" altLang="en-US" sz="2000" dirty="0">
                <a:latin typeface="Meiryo UI" panose="020B0604030504040204" pitchFamily="50" charset="-128"/>
                <a:ea typeface="Meiryo UI" panose="020B0604030504040204" pitchFamily="50" charset="-128"/>
              </a:rPr>
              <a:t>人に限定）</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３．追加申込み分は個人会員登録者に限る</a:t>
            </a:r>
            <a:endParaRPr lang="en-US" altLang="ja-JP" sz="2000" dirty="0">
              <a:latin typeface="Meiryo UI" panose="020B0604030504040204" pitchFamily="50" charset="-128"/>
              <a:ea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議論</a:t>
            </a:r>
            <a:r>
              <a:rPr lang="en-US" altLang="ja-JP" sz="2000" dirty="0">
                <a:latin typeface="Meiryo UI" panose="020B0604030504040204" pitchFamily="50" charset="-128"/>
                <a:ea typeface="Meiryo UI" panose="020B0604030504040204" pitchFamily="50" charset="-128"/>
              </a:rPr>
              <a:t>】</a:t>
            </a:r>
          </a:p>
          <a:p>
            <a:r>
              <a:rPr lang="ja-JP" altLang="en-US" sz="2000" dirty="0">
                <a:latin typeface="Meiryo UI" panose="020B0604030504040204" pitchFamily="50" charset="-128"/>
                <a:ea typeface="Meiryo UI" panose="020B0604030504040204" pitchFamily="50" charset="-128"/>
              </a:rPr>
              <a:t>　・追加分、個人会員でなくても入れるようにした方がよいのではないか？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・入会は個人会員限定にしていきたい</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・ライセンスなしでも個人会員に入れるようにすべきでは？オートテスト対応にもなる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・運転免許を持っていれば個人会員に入れるようにする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・一度でも参加者、オフィシャルをやる可能性のある人は個人会員に入会可能とする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・スポーツ安全保険への加入条件は個人会員のみとする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・以上を運営委員会にて審議する</a:t>
            </a:r>
            <a:endParaRPr lang="en-US" altLang="ja-JP" sz="2000" dirty="0">
              <a:latin typeface="Meiryo UI" panose="020B0604030504040204" pitchFamily="50" charset="-128"/>
              <a:ea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解決案</a:t>
            </a:r>
            <a:r>
              <a:rPr lang="en-US" altLang="ja-JP" sz="2000" dirty="0">
                <a:latin typeface="Meiryo UI" panose="020B0604030504040204" pitchFamily="50" charset="-128"/>
                <a:ea typeface="Meiryo UI" panose="020B0604030504040204" pitchFamily="50" charset="-128"/>
              </a:rPr>
              <a:t>】</a:t>
            </a:r>
          </a:p>
          <a:p>
            <a:r>
              <a:rPr lang="ja-JP" altLang="en-US" sz="2000" dirty="0">
                <a:latin typeface="Meiryo UI" panose="020B0604030504040204" pitchFamily="50" charset="-128"/>
                <a:ea typeface="Meiryo UI" panose="020B0604030504040204" pitchFamily="50" charset="-128"/>
              </a:rPr>
              <a:t>　■参加者、オフィシャルは全員個人会員を</a:t>
            </a:r>
            <a:r>
              <a:rPr lang="en-US" altLang="ja-JP" sz="2000" dirty="0">
                <a:latin typeface="Meiryo UI" panose="020B0604030504040204" pitchFamily="50" charset="-128"/>
                <a:ea typeface="Meiryo UI" panose="020B0604030504040204" pitchFamily="50" charset="-128"/>
              </a:rPr>
              <a:t>MUST</a:t>
            </a:r>
            <a:r>
              <a:rPr lang="ja-JP" altLang="en-US" sz="2000" dirty="0">
                <a:latin typeface="Meiryo UI" panose="020B0604030504040204" pitchFamily="50" charset="-128"/>
                <a:ea typeface="Meiryo UI" panose="020B0604030504040204" pitchFamily="50" charset="-128"/>
              </a:rPr>
              <a:t>とする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■ライセンスなしでも個人会員に入れるようにする（オートテストに対応）→</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免許書番号</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クラブコード</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にする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■スポ安加入条件は個人会員のみとする（初回は</a:t>
            </a:r>
            <a:r>
              <a:rPr lang="en-US" altLang="ja-JP" sz="2000" dirty="0">
                <a:latin typeface="Meiryo UI" panose="020B0604030504040204" pitchFamily="50" charset="-128"/>
                <a:ea typeface="Meiryo UI" panose="020B0604030504040204" pitchFamily="50" charset="-128"/>
              </a:rPr>
              <a:t>4</a:t>
            </a:r>
            <a:r>
              <a:rPr lang="ja-JP" altLang="en-US" sz="2000" dirty="0">
                <a:latin typeface="Meiryo UI" panose="020B0604030504040204" pitchFamily="50" charset="-128"/>
                <a:ea typeface="Meiryo UI" panose="020B0604030504040204" pitchFamily="50" charset="-128"/>
              </a:rPr>
              <a:t>名以上で申し込み要）</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■個人会員はクラブ加入を絶対条件とする、オートテストは当日の保険加入として主催クラブ臨時会員扱いにする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個人会員に区分「</a:t>
            </a:r>
            <a:r>
              <a:rPr lang="en-US" altLang="ja-JP" sz="2000" dirty="0">
                <a:latin typeface="Meiryo UI" panose="020B0604030504040204" pitchFamily="50" charset="-128"/>
                <a:ea typeface="Meiryo UI" panose="020B0604030504040204" pitchFamily="50" charset="-128"/>
              </a:rPr>
              <a:t>Entrant</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Official</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Autotest]</a:t>
            </a:r>
            <a:r>
              <a:rPr lang="ja-JP" altLang="en-US" sz="2000" dirty="0">
                <a:latin typeface="Meiryo UI" panose="020B0604030504040204" pitchFamily="50" charset="-128"/>
                <a:ea typeface="Meiryo UI" panose="020B0604030504040204" pitchFamily="50" charset="-128"/>
              </a:rPr>
              <a:t>等を加えて、</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免許書番号</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区分頭文字</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クラブコード</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とする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会費区分は例えば、「</a:t>
            </a:r>
            <a:r>
              <a:rPr lang="en-US" altLang="ja-JP" sz="2000" dirty="0">
                <a:latin typeface="Meiryo UI" panose="020B0604030504040204" pitchFamily="50" charset="-128"/>
                <a:ea typeface="Meiryo UI" panose="020B0604030504040204" pitchFamily="50" charset="-128"/>
              </a:rPr>
              <a:t>Entrant</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Official</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2,000</a:t>
            </a:r>
            <a:r>
              <a:rPr lang="ja-JP" altLang="en-US" sz="2000" dirty="0">
                <a:latin typeface="Meiryo UI" panose="020B0604030504040204" pitchFamily="50" charset="-128"/>
                <a:ea typeface="Meiryo UI" panose="020B0604030504040204" pitchFamily="50" charset="-128"/>
              </a:rPr>
              <a:t>円、「</a:t>
            </a:r>
            <a:r>
              <a:rPr lang="en-US" altLang="ja-JP" sz="2000" dirty="0">
                <a:latin typeface="Meiryo UI" panose="020B0604030504040204" pitchFamily="50" charset="-128"/>
                <a:ea typeface="Meiryo UI" panose="020B0604030504040204" pitchFamily="50" charset="-128"/>
              </a:rPr>
              <a:t>Autotest</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500</a:t>
            </a:r>
            <a:r>
              <a:rPr lang="ja-JP" altLang="en-US" sz="2000" dirty="0">
                <a:latin typeface="Meiryo UI" panose="020B0604030504040204" pitchFamily="50" charset="-128"/>
                <a:ea typeface="Meiryo UI" panose="020B0604030504040204" pitchFamily="50" charset="-128"/>
              </a:rPr>
              <a:t>円を基本で検討する</a:t>
            </a:r>
            <a:endParaRPr lang="en-US" altLang="ja-JP" sz="20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B766342D-28B5-AFB8-9CB5-8D96115497C8}"/>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６．スポ安取扱いに関する打ち合わせ（</a:t>
            </a:r>
            <a:r>
              <a:rPr lang="en-US" altLang="ja-JP" sz="3600" dirty="0">
                <a:latin typeface="Meiryo UI" panose="020B0604030504040204" pitchFamily="50" charset="-128"/>
                <a:ea typeface="Meiryo UI" panose="020B0604030504040204" pitchFamily="50" charset="-128"/>
              </a:rPr>
              <a:t>8/7</a:t>
            </a:r>
            <a:r>
              <a:rPr lang="ja-JP" altLang="en-US" sz="3600" dirty="0">
                <a:latin typeface="Meiryo UI" panose="020B0604030504040204" pitchFamily="50" charset="-128"/>
                <a:ea typeface="Meiryo UI" panose="020B0604030504040204" pitchFamily="50" charset="-128"/>
              </a:rPr>
              <a:t>）議事メモ</a:t>
            </a:r>
            <a:endParaRPr kumimoji="1" lang="ja-JP" altLang="en-US" sz="36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65259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9DB3D47-F41F-5981-2E1A-34F80C2303EE}"/>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３．</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近畿事務局ポータルシステム要件</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24126B72-1749-C2C6-1B11-A4567944543F}"/>
              </a:ext>
            </a:extLst>
          </p:cNvPr>
          <p:cNvSpPr txBox="1"/>
          <p:nvPr/>
        </p:nvSpPr>
        <p:spPr>
          <a:xfrm>
            <a:off x="224291" y="783584"/>
            <a:ext cx="11105804"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（２）推進日程案</a:t>
            </a:r>
            <a:endParaRPr lang="en-US" altLang="ja-JP" sz="2400" dirty="0">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B49E6217-72BE-DE31-DE09-C652964DBEA2}"/>
              </a:ext>
            </a:extLst>
          </p:cNvPr>
          <p:cNvGraphicFramePr>
            <a:graphicFrameLocks noGrp="1"/>
          </p:cNvGraphicFramePr>
          <p:nvPr>
            <p:extLst>
              <p:ext uri="{D42A27DB-BD31-4B8C-83A1-F6EECF244321}">
                <p14:modId xmlns:p14="http://schemas.microsoft.com/office/powerpoint/2010/main" val="132596617"/>
              </p:ext>
            </p:extLst>
          </p:nvPr>
        </p:nvGraphicFramePr>
        <p:xfrm>
          <a:off x="731519" y="1327829"/>
          <a:ext cx="10474039" cy="5338978"/>
        </p:xfrm>
        <a:graphic>
          <a:graphicData uri="http://schemas.openxmlformats.org/drawingml/2006/table">
            <a:tbl>
              <a:tblPr firstRow="1">
                <a:tableStyleId>{5C22544A-7EE6-4342-B048-85BDC9FD1C3A}</a:tableStyleId>
              </a:tblPr>
              <a:tblGrid>
                <a:gridCol w="1809973">
                  <a:extLst>
                    <a:ext uri="{9D8B030D-6E8A-4147-A177-3AD203B41FA5}">
                      <a16:colId xmlns:a16="http://schemas.microsoft.com/office/drawing/2014/main" val="3139049056"/>
                    </a:ext>
                  </a:extLst>
                </a:gridCol>
                <a:gridCol w="962674">
                  <a:extLst>
                    <a:ext uri="{9D8B030D-6E8A-4147-A177-3AD203B41FA5}">
                      <a16:colId xmlns:a16="http://schemas.microsoft.com/office/drawing/2014/main" val="1253697898"/>
                    </a:ext>
                  </a:extLst>
                </a:gridCol>
                <a:gridCol w="962674">
                  <a:extLst>
                    <a:ext uri="{9D8B030D-6E8A-4147-A177-3AD203B41FA5}">
                      <a16:colId xmlns:a16="http://schemas.microsoft.com/office/drawing/2014/main" val="1243339930"/>
                    </a:ext>
                  </a:extLst>
                </a:gridCol>
                <a:gridCol w="962674">
                  <a:extLst>
                    <a:ext uri="{9D8B030D-6E8A-4147-A177-3AD203B41FA5}">
                      <a16:colId xmlns:a16="http://schemas.microsoft.com/office/drawing/2014/main" val="600200607"/>
                    </a:ext>
                  </a:extLst>
                </a:gridCol>
                <a:gridCol w="962674">
                  <a:extLst>
                    <a:ext uri="{9D8B030D-6E8A-4147-A177-3AD203B41FA5}">
                      <a16:colId xmlns:a16="http://schemas.microsoft.com/office/drawing/2014/main" val="3989355331"/>
                    </a:ext>
                  </a:extLst>
                </a:gridCol>
                <a:gridCol w="962674">
                  <a:extLst>
                    <a:ext uri="{9D8B030D-6E8A-4147-A177-3AD203B41FA5}">
                      <a16:colId xmlns:a16="http://schemas.microsoft.com/office/drawing/2014/main" val="2576481672"/>
                    </a:ext>
                  </a:extLst>
                </a:gridCol>
                <a:gridCol w="962674">
                  <a:extLst>
                    <a:ext uri="{9D8B030D-6E8A-4147-A177-3AD203B41FA5}">
                      <a16:colId xmlns:a16="http://schemas.microsoft.com/office/drawing/2014/main" val="670716050"/>
                    </a:ext>
                  </a:extLst>
                </a:gridCol>
                <a:gridCol w="962674">
                  <a:extLst>
                    <a:ext uri="{9D8B030D-6E8A-4147-A177-3AD203B41FA5}">
                      <a16:colId xmlns:a16="http://schemas.microsoft.com/office/drawing/2014/main" val="2365230711"/>
                    </a:ext>
                  </a:extLst>
                </a:gridCol>
                <a:gridCol w="962674">
                  <a:extLst>
                    <a:ext uri="{9D8B030D-6E8A-4147-A177-3AD203B41FA5}">
                      <a16:colId xmlns:a16="http://schemas.microsoft.com/office/drawing/2014/main" val="3415834017"/>
                    </a:ext>
                  </a:extLst>
                </a:gridCol>
                <a:gridCol w="962674">
                  <a:extLst>
                    <a:ext uri="{9D8B030D-6E8A-4147-A177-3AD203B41FA5}">
                      <a16:colId xmlns:a16="http://schemas.microsoft.com/office/drawing/2014/main" val="2870847221"/>
                    </a:ext>
                  </a:extLst>
                </a:gridCol>
              </a:tblGrid>
              <a:tr h="477148">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gridSpan="8">
                  <a:txBody>
                    <a:bodyPr/>
                    <a:lstStyle/>
                    <a:p>
                      <a:pPr algn="ctr"/>
                      <a:r>
                        <a:rPr kumimoji="1" lang="en-US" altLang="ja-JP" sz="1800" dirty="0"/>
                        <a:t>2026</a:t>
                      </a:r>
                      <a:r>
                        <a:rPr kumimoji="1" lang="ja-JP" altLang="en-US" sz="1800" dirty="0"/>
                        <a:t>年</a:t>
                      </a:r>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27</a:t>
                      </a:r>
                      <a:r>
                        <a:rPr kumimoji="1" lang="ja-JP" altLang="en-US" sz="1800" dirty="0">
                          <a:latin typeface="Meiryo UI" panose="020B0604030504040204" pitchFamily="50" charset="-128"/>
                          <a:ea typeface="Meiryo UI" panose="020B0604030504040204" pitchFamily="50" charset="-128"/>
                        </a:rPr>
                        <a:t>年</a:t>
                      </a:r>
                    </a:p>
                  </a:txBody>
                  <a:tcPr anchor="ctr"/>
                </a:tc>
                <a:extLst>
                  <a:ext uri="{0D108BD9-81ED-4DB2-BD59-A6C34878D82A}">
                    <a16:rowId xmlns:a16="http://schemas.microsoft.com/office/drawing/2014/main" val="2104618590"/>
                  </a:ext>
                </a:extLst>
              </a:tr>
              <a:tr h="435742">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r>
                        <a:rPr kumimoji="1" lang="ja-JP" altLang="en-US" sz="1800" dirty="0">
                          <a:latin typeface="Meiryo UI" panose="020B0604030504040204" pitchFamily="50" charset="-128"/>
                          <a:ea typeface="Meiryo UI" panose="020B0604030504040204" pitchFamily="50" charset="-128"/>
                        </a:rPr>
                        <a:t>５月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６月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７月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８月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９月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10</a:t>
                      </a:r>
                      <a:r>
                        <a:rPr kumimoji="1" lang="ja-JP" altLang="en-US" sz="1800" dirty="0">
                          <a:latin typeface="Meiryo UI" panose="020B0604030504040204" pitchFamily="50" charset="-128"/>
                          <a:ea typeface="Meiryo UI" panose="020B0604030504040204" pitchFamily="50" charset="-128"/>
                        </a:rPr>
                        <a:t>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11</a:t>
                      </a:r>
                      <a:r>
                        <a:rPr kumimoji="1" lang="ja-JP" altLang="en-US" sz="1800" dirty="0">
                          <a:latin typeface="Meiryo UI" panose="020B0604030504040204" pitchFamily="50" charset="-128"/>
                          <a:ea typeface="Meiryo UI" panose="020B0604030504040204" pitchFamily="50" charset="-128"/>
                        </a:rPr>
                        <a:t>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12</a:t>
                      </a:r>
                      <a:r>
                        <a:rPr kumimoji="1" lang="ja-JP" altLang="en-US" sz="1800" dirty="0">
                          <a:latin typeface="Meiryo UI" panose="020B0604030504040204" pitchFamily="50" charset="-128"/>
                          <a:ea typeface="Meiryo UI" panose="020B0604030504040204" pitchFamily="50" charset="-128"/>
                        </a:rPr>
                        <a:t>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a:t>
                      </a:r>
                      <a:r>
                        <a:rPr kumimoji="1" lang="ja-JP" altLang="en-US" sz="1800" dirty="0">
                          <a:latin typeface="Meiryo UI" panose="020B0604030504040204" pitchFamily="50" charset="-128"/>
                          <a:ea typeface="Meiryo UI" panose="020B0604030504040204" pitchFamily="50" charset="-128"/>
                        </a:rPr>
                        <a:t>月</a:t>
                      </a:r>
                    </a:p>
                  </a:txBody>
                  <a:tcPr anchor="ctr"/>
                </a:tc>
                <a:extLst>
                  <a:ext uri="{0D108BD9-81ED-4DB2-BD59-A6C34878D82A}">
                    <a16:rowId xmlns:a16="http://schemas.microsoft.com/office/drawing/2014/main" val="440605023"/>
                  </a:ext>
                </a:extLst>
              </a:tr>
              <a:tr h="636031">
                <a:tc>
                  <a:txBody>
                    <a:bodyPr/>
                    <a:lstStyle/>
                    <a:p>
                      <a:pPr algn="ctr"/>
                      <a:r>
                        <a:rPr kumimoji="1" lang="ja-JP" altLang="en-US" sz="1800" dirty="0">
                          <a:latin typeface="Meiryo UI" panose="020B0604030504040204" pitchFamily="50" charset="-128"/>
                          <a:ea typeface="Meiryo UI" panose="020B0604030504040204" pitchFamily="50" charset="-128"/>
                        </a:rPr>
                        <a:t>運営委員会</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063490641"/>
                  </a:ext>
                </a:extLst>
              </a:tr>
              <a:tr h="1266234">
                <a:tc>
                  <a:txBody>
                    <a:bodyPr/>
                    <a:lstStyle/>
                    <a:p>
                      <a:pPr algn="ctr"/>
                      <a:r>
                        <a:rPr kumimoji="1" lang="ja-JP" altLang="en-US" sz="1800" dirty="0">
                          <a:latin typeface="Meiryo UI" panose="020B0604030504040204" pitchFamily="50" charset="-128"/>
                          <a:ea typeface="Meiryo UI" panose="020B0604030504040204" pitchFamily="50" charset="-128"/>
                        </a:rPr>
                        <a:t>システム開発</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0146630"/>
                  </a:ext>
                </a:extLst>
              </a:tr>
              <a:tr h="1551234">
                <a:tc>
                  <a:txBody>
                    <a:bodyPr/>
                    <a:lstStyle/>
                    <a:p>
                      <a:pPr algn="ctr"/>
                      <a:r>
                        <a:rPr kumimoji="1" lang="ja-JP" altLang="en-US" sz="1800" dirty="0">
                          <a:latin typeface="Meiryo UI" panose="020B0604030504040204" pitchFamily="50" charset="-128"/>
                          <a:ea typeface="Meiryo UI" panose="020B0604030504040204" pitchFamily="50" charset="-128"/>
                        </a:rPr>
                        <a:t>運営委員会</a:t>
                      </a:r>
                      <a:endParaRPr kumimoji="1" lang="en-US" altLang="ja-JP" sz="1800" dirty="0">
                        <a:latin typeface="Meiryo UI" panose="020B0604030504040204" pitchFamily="50" charset="-128"/>
                        <a:ea typeface="Meiryo UI" panose="020B0604030504040204" pitchFamily="50" charset="-128"/>
                      </a:endParaRPr>
                    </a:p>
                    <a:p>
                      <a:pPr algn="ctr"/>
                      <a:r>
                        <a:rPr kumimoji="1" lang="ja-JP" altLang="en-US" sz="1800" dirty="0">
                          <a:latin typeface="Meiryo UI" panose="020B0604030504040204" pitchFamily="50" charset="-128"/>
                          <a:ea typeface="Meiryo UI" panose="020B0604030504040204" pitchFamily="50" charset="-128"/>
                        </a:rPr>
                        <a:t>決議事項</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719232398"/>
                  </a:ext>
                </a:extLst>
              </a:tr>
              <a:tr h="972589">
                <a:tc>
                  <a:txBody>
                    <a:bodyPr/>
                    <a:lstStyle/>
                    <a:p>
                      <a:pPr algn="ctr"/>
                      <a:r>
                        <a:rPr kumimoji="1" lang="ja-JP" altLang="en-US" sz="1800" dirty="0">
                          <a:latin typeface="Meiryo UI" panose="020B0604030504040204" pitchFamily="50" charset="-128"/>
                          <a:ea typeface="Meiryo UI" panose="020B0604030504040204" pitchFamily="50" charset="-128"/>
                        </a:rPr>
                        <a:t>その他の日程</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821007892"/>
                  </a:ext>
                </a:extLst>
              </a:tr>
            </a:tbl>
          </a:graphicData>
        </a:graphic>
      </p:graphicFrame>
      <p:grpSp>
        <p:nvGrpSpPr>
          <p:cNvPr id="25" name="グループ化 24">
            <a:extLst>
              <a:ext uri="{FF2B5EF4-FFF2-40B4-BE49-F238E27FC236}">
                <a16:creationId xmlns:a16="http://schemas.microsoft.com/office/drawing/2014/main" id="{35981EFA-4D52-AD7B-849A-F590BD662D63}"/>
              </a:ext>
            </a:extLst>
          </p:cNvPr>
          <p:cNvGrpSpPr/>
          <p:nvPr/>
        </p:nvGrpSpPr>
        <p:grpSpPr>
          <a:xfrm>
            <a:off x="4223135" y="2328418"/>
            <a:ext cx="6134520" cy="542777"/>
            <a:chOff x="4193834" y="2328418"/>
            <a:chExt cx="5580388" cy="542777"/>
          </a:xfrm>
        </p:grpSpPr>
        <p:sp>
          <p:nvSpPr>
            <p:cNvPr id="9" name="テキスト ボックス 8">
              <a:extLst>
                <a:ext uri="{FF2B5EF4-FFF2-40B4-BE49-F238E27FC236}">
                  <a16:creationId xmlns:a16="http://schemas.microsoft.com/office/drawing/2014/main" id="{6A0A953B-DB97-AD0A-3E68-A916F585B45F}"/>
                </a:ext>
              </a:extLst>
            </p:cNvPr>
            <p:cNvSpPr txBox="1"/>
            <p:nvPr/>
          </p:nvSpPr>
          <p:spPr>
            <a:xfrm>
              <a:off x="4193834" y="2328418"/>
              <a:ext cx="778626" cy="523220"/>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sp>
          <p:nvSpPr>
            <p:cNvPr id="10" name="テキスト ボックス 9">
              <a:extLst>
                <a:ext uri="{FF2B5EF4-FFF2-40B4-BE49-F238E27FC236}">
                  <a16:creationId xmlns:a16="http://schemas.microsoft.com/office/drawing/2014/main" id="{7A8A8B4D-4D54-5E91-4440-745427114ED7}"/>
                </a:ext>
              </a:extLst>
            </p:cNvPr>
            <p:cNvSpPr txBox="1"/>
            <p:nvPr/>
          </p:nvSpPr>
          <p:spPr>
            <a:xfrm>
              <a:off x="5727052" y="2328418"/>
              <a:ext cx="778626" cy="523220"/>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sp>
          <p:nvSpPr>
            <p:cNvPr id="11" name="テキスト ボックス 10">
              <a:extLst>
                <a:ext uri="{FF2B5EF4-FFF2-40B4-BE49-F238E27FC236}">
                  <a16:creationId xmlns:a16="http://schemas.microsoft.com/office/drawing/2014/main" id="{8C8584D4-E328-3CF5-75C2-D919C38D4A35}"/>
                </a:ext>
              </a:extLst>
            </p:cNvPr>
            <p:cNvSpPr txBox="1"/>
            <p:nvPr/>
          </p:nvSpPr>
          <p:spPr>
            <a:xfrm>
              <a:off x="7546405" y="2329675"/>
              <a:ext cx="778626" cy="523220"/>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sp>
          <p:nvSpPr>
            <p:cNvPr id="12" name="テキスト ボックス 11">
              <a:extLst>
                <a:ext uri="{FF2B5EF4-FFF2-40B4-BE49-F238E27FC236}">
                  <a16:creationId xmlns:a16="http://schemas.microsoft.com/office/drawing/2014/main" id="{65D64010-D0A6-6A4C-915E-DDF8EBD78B3C}"/>
                </a:ext>
              </a:extLst>
            </p:cNvPr>
            <p:cNvSpPr txBox="1"/>
            <p:nvPr/>
          </p:nvSpPr>
          <p:spPr>
            <a:xfrm>
              <a:off x="8995596" y="2347975"/>
              <a:ext cx="778626" cy="523220"/>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grpSp>
      <p:sp>
        <p:nvSpPr>
          <p:cNvPr id="16" name="テキスト ボックス 15">
            <a:extLst>
              <a:ext uri="{FF2B5EF4-FFF2-40B4-BE49-F238E27FC236}">
                <a16:creationId xmlns:a16="http://schemas.microsoft.com/office/drawing/2014/main" id="{CFB5CD11-1BF9-CF61-0CE2-FA4F17A672B7}"/>
              </a:ext>
            </a:extLst>
          </p:cNvPr>
          <p:cNvSpPr txBox="1"/>
          <p:nvPr/>
        </p:nvSpPr>
        <p:spPr>
          <a:xfrm>
            <a:off x="4082777" y="3000731"/>
            <a:ext cx="1805413"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rPr>
              <a:t>GO/NO GO</a:t>
            </a:r>
            <a:r>
              <a:rPr kumimoji="1" lang="ja-JP" altLang="en-US" sz="1400" dirty="0">
                <a:latin typeface="Meiryo UI" panose="020B0604030504040204" pitchFamily="50" charset="-128"/>
                <a:ea typeface="Meiryo UI" panose="020B0604030504040204" pitchFamily="50" charset="-128"/>
              </a:rPr>
              <a:t>判断</a:t>
            </a:r>
          </a:p>
        </p:txBody>
      </p:sp>
      <p:sp>
        <p:nvSpPr>
          <p:cNvPr id="19" name="テキスト ボックス 18">
            <a:extLst>
              <a:ext uri="{FF2B5EF4-FFF2-40B4-BE49-F238E27FC236}">
                <a16:creationId xmlns:a16="http://schemas.microsoft.com/office/drawing/2014/main" id="{993BD097-B76B-BE23-0736-DD3C316C5668}"/>
              </a:ext>
            </a:extLst>
          </p:cNvPr>
          <p:cNvSpPr txBox="1"/>
          <p:nvPr/>
        </p:nvSpPr>
        <p:spPr>
          <a:xfrm>
            <a:off x="8055528" y="3018054"/>
            <a:ext cx="1655785"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クラブへの案内</a:t>
            </a:r>
          </a:p>
        </p:txBody>
      </p:sp>
      <p:sp>
        <p:nvSpPr>
          <p:cNvPr id="20" name="テキスト ボックス 19">
            <a:extLst>
              <a:ext uri="{FF2B5EF4-FFF2-40B4-BE49-F238E27FC236}">
                <a16:creationId xmlns:a16="http://schemas.microsoft.com/office/drawing/2014/main" id="{BD95CED1-2C0F-A5AF-9886-3EB2D552217C}"/>
              </a:ext>
            </a:extLst>
          </p:cNvPr>
          <p:cNvSpPr txBox="1"/>
          <p:nvPr/>
        </p:nvSpPr>
        <p:spPr>
          <a:xfrm>
            <a:off x="9909019" y="3029102"/>
            <a:ext cx="1655785"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選手への案内</a:t>
            </a:r>
          </a:p>
        </p:txBody>
      </p:sp>
      <p:sp>
        <p:nvSpPr>
          <p:cNvPr id="6" name="矢印: 右 5">
            <a:extLst>
              <a:ext uri="{FF2B5EF4-FFF2-40B4-BE49-F238E27FC236}">
                <a16:creationId xmlns:a16="http://schemas.microsoft.com/office/drawing/2014/main" id="{6C7F3365-CAE1-AC82-25A1-87D0D7EA4643}"/>
              </a:ext>
            </a:extLst>
          </p:cNvPr>
          <p:cNvSpPr/>
          <p:nvPr/>
        </p:nvSpPr>
        <p:spPr>
          <a:xfrm>
            <a:off x="2618508" y="3350161"/>
            <a:ext cx="1604628"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仕様立案</a:t>
            </a:r>
          </a:p>
        </p:txBody>
      </p:sp>
      <p:sp>
        <p:nvSpPr>
          <p:cNvPr id="13" name="矢印: 右 12">
            <a:extLst>
              <a:ext uri="{FF2B5EF4-FFF2-40B4-BE49-F238E27FC236}">
                <a16:creationId xmlns:a16="http://schemas.microsoft.com/office/drawing/2014/main" id="{B0D19668-511A-4B3C-113A-573FE6B3049D}"/>
              </a:ext>
            </a:extLst>
          </p:cNvPr>
          <p:cNvSpPr/>
          <p:nvPr/>
        </p:nvSpPr>
        <p:spPr>
          <a:xfrm>
            <a:off x="4421411" y="3350161"/>
            <a:ext cx="3757609"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システム</a:t>
            </a:r>
            <a:r>
              <a:rPr lang="ja-JP" altLang="en-US" b="1" dirty="0">
                <a:latin typeface="Meiryo UI" panose="020B0604030504040204" pitchFamily="50" charset="-128"/>
                <a:ea typeface="Meiryo UI" panose="020B0604030504040204" pitchFamily="50" charset="-128"/>
              </a:rPr>
              <a:t>　仕様検討</a:t>
            </a:r>
            <a:r>
              <a:rPr lang="en-US" altLang="ja-JP" b="1" dirty="0">
                <a:latin typeface="Meiryo UI" panose="020B0604030504040204" pitchFamily="50" charset="-128"/>
                <a:ea typeface="Meiryo UI" panose="020B0604030504040204" pitchFamily="50" charset="-128"/>
              </a:rPr>
              <a:t>/</a:t>
            </a:r>
            <a:r>
              <a:rPr kumimoji="1" lang="ja-JP" altLang="en-US" b="1" dirty="0">
                <a:latin typeface="Meiryo UI" panose="020B0604030504040204" pitchFamily="50" charset="-128"/>
                <a:ea typeface="Meiryo UI" panose="020B0604030504040204" pitchFamily="50" charset="-128"/>
              </a:rPr>
              <a:t>作成</a:t>
            </a:r>
          </a:p>
        </p:txBody>
      </p:sp>
      <p:sp>
        <p:nvSpPr>
          <p:cNvPr id="17" name="矢印: 右 16">
            <a:extLst>
              <a:ext uri="{FF2B5EF4-FFF2-40B4-BE49-F238E27FC236}">
                <a16:creationId xmlns:a16="http://schemas.microsoft.com/office/drawing/2014/main" id="{C733D595-3DFE-2247-9099-DC803ABB8A4B}"/>
              </a:ext>
            </a:extLst>
          </p:cNvPr>
          <p:cNvSpPr/>
          <p:nvPr/>
        </p:nvSpPr>
        <p:spPr>
          <a:xfrm>
            <a:off x="8695115" y="3365250"/>
            <a:ext cx="1478394"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クラブ</a:t>
            </a:r>
            <a:endParaRPr lang="en-US" altLang="ja-JP" b="1" dirty="0">
              <a:latin typeface="Meiryo UI" panose="020B0604030504040204" pitchFamily="50" charset="-128"/>
              <a:ea typeface="Meiryo UI" panose="020B0604030504040204" pitchFamily="50" charset="-128"/>
            </a:endParaRPr>
          </a:p>
          <a:p>
            <a:pPr algn="ctr"/>
            <a:r>
              <a:rPr lang="ja-JP" altLang="en-US" b="1" dirty="0">
                <a:latin typeface="Meiryo UI" panose="020B0604030504040204" pitchFamily="50" charset="-128"/>
                <a:ea typeface="Meiryo UI" panose="020B0604030504040204" pitchFamily="50" charset="-128"/>
              </a:rPr>
              <a:t>正会員登録</a:t>
            </a:r>
            <a:endParaRPr kumimoji="1" lang="ja-JP" altLang="en-US" b="1" dirty="0">
              <a:latin typeface="Meiryo UI" panose="020B0604030504040204" pitchFamily="50" charset="-128"/>
              <a:ea typeface="Meiryo UI" panose="020B0604030504040204" pitchFamily="50" charset="-128"/>
            </a:endParaRPr>
          </a:p>
        </p:txBody>
      </p:sp>
      <p:sp>
        <p:nvSpPr>
          <p:cNvPr id="18" name="矢印: 右 17">
            <a:extLst>
              <a:ext uri="{FF2B5EF4-FFF2-40B4-BE49-F238E27FC236}">
                <a16:creationId xmlns:a16="http://schemas.microsoft.com/office/drawing/2014/main" id="{3F1DF017-9FAB-8C00-DC60-CE7F3A505587}"/>
              </a:ext>
            </a:extLst>
          </p:cNvPr>
          <p:cNvSpPr/>
          <p:nvPr/>
        </p:nvSpPr>
        <p:spPr>
          <a:xfrm>
            <a:off x="10268267" y="3365250"/>
            <a:ext cx="937290"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選手登録</a:t>
            </a:r>
          </a:p>
        </p:txBody>
      </p:sp>
      <p:sp>
        <p:nvSpPr>
          <p:cNvPr id="21" name="矢印: 右 20">
            <a:extLst>
              <a:ext uri="{FF2B5EF4-FFF2-40B4-BE49-F238E27FC236}">
                <a16:creationId xmlns:a16="http://schemas.microsoft.com/office/drawing/2014/main" id="{752DA42A-E9A7-045A-C541-1EF3455FC70D}"/>
              </a:ext>
            </a:extLst>
          </p:cNvPr>
          <p:cNvSpPr/>
          <p:nvPr/>
        </p:nvSpPr>
        <p:spPr>
          <a:xfrm>
            <a:off x="8434144" y="4848393"/>
            <a:ext cx="1420133" cy="523220"/>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HP</a:t>
            </a:r>
            <a:r>
              <a:rPr lang="ja-JP" altLang="en-US" sz="1400" b="1" dirty="0">
                <a:latin typeface="Meiryo UI" panose="020B0604030504040204" pitchFamily="50" charset="-128"/>
                <a:ea typeface="Meiryo UI" panose="020B0604030504040204" pitchFamily="50" charset="-128"/>
              </a:rPr>
              <a:t>機能の</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ポータルへの移転</a:t>
            </a:r>
            <a:endParaRPr kumimoji="1" lang="ja-JP" altLang="en-US" sz="1400" b="1" dirty="0">
              <a:latin typeface="Meiryo UI" panose="020B0604030504040204" pitchFamily="50" charset="-128"/>
              <a:ea typeface="Meiryo UI" panose="020B0604030504040204" pitchFamily="50" charset="-128"/>
            </a:endParaRPr>
          </a:p>
        </p:txBody>
      </p:sp>
      <p:sp>
        <p:nvSpPr>
          <p:cNvPr id="22" name="矢印: 右 21">
            <a:extLst>
              <a:ext uri="{FF2B5EF4-FFF2-40B4-BE49-F238E27FC236}">
                <a16:creationId xmlns:a16="http://schemas.microsoft.com/office/drawing/2014/main" id="{87402780-9D3F-48A2-DE03-197A8151B991}"/>
              </a:ext>
            </a:extLst>
          </p:cNvPr>
          <p:cNvSpPr/>
          <p:nvPr/>
        </p:nvSpPr>
        <p:spPr>
          <a:xfrm>
            <a:off x="6242858" y="4848392"/>
            <a:ext cx="1936162" cy="52321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27</a:t>
            </a:r>
            <a:r>
              <a:rPr lang="ja-JP" altLang="en-US" sz="1400" b="1" dirty="0">
                <a:latin typeface="Meiryo UI" panose="020B0604030504040204" pitchFamily="50" charset="-128"/>
                <a:ea typeface="Meiryo UI" panose="020B0604030504040204" pitchFamily="50" charset="-128"/>
              </a:rPr>
              <a:t>年度</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ハンドブックの作成</a:t>
            </a:r>
            <a:endParaRPr kumimoji="1" lang="ja-JP" altLang="en-US" sz="1400" b="1" dirty="0">
              <a:latin typeface="Meiryo UI" panose="020B0604030504040204" pitchFamily="50" charset="-128"/>
              <a:ea typeface="Meiryo UI" panose="020B0604030504040204" pitchFamily="50" charset="-128"/>
            </a:endParaRPr>
          </a:p>
        </p:txBody>
      </p:sp>
      <p:sp>
        <p:nvSpPr>
          <p:cNvPr id="23" name="矢印: 右 22">
            <a:extLst>
              <a:ext uri="{FF2B5EF4-FFF2-40B4-BE49-F238E27FC236}">
                <a16:creationId xmlns:a16="http://schemas.microsoft.com/office/drawing/2014/main" id="{49271209-360A-313B-3F87-76683301FC65}"/>
              </a:ext>
            </a:extLst>
          </p:cNvPr>
          <p:cNvSpPr/>
          <p:nvPr/>
        </p:nvSpPr>
        <p:spPr>
          <a:xfrm>
            <a:off x="4421411" y="4839884"/>
            <a:ext cx="1674590" cy="523220"/>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27</a:t>
            </a:r>
            <a:r>
              <a:rPr lang="ja-JP" altLang="en-US" sz="1400" b="1" dirty="0">
                <a:latin typeface="Meiryo UI" panose="020B0604030504040204" pitchFamily="50" charset="-128"/>
                <a:ea typeface="Meiryo UI" panose="020B0604030504040204" pitchFamily="50" charset="-128"/>
              </a:rPr>
              <a:t>年度シリーズ規則</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の作成・制定</a:t>
            </a:r>
            <a:endParaRPr kumimoji="1" lang="ja-JP" altLang="en-US" sz="1400" b="1" dirty="0">
              <a:latin typeface="Meiryo UI" panose="020B0604030504040204" pitchFamily="50" charset="-128"/>
              <a:ea typeface="Meiryo UI" panose="020B0604030504040204" pitchFamily="50" charset="-128"/>
            </a:endParaRPr>
          </a:p>
        </p:txBody>
      </p:sp>
      <p:grpSp>
        <p:nvGrpSpPr>
          <p:cNvPr id="26" name="グループ化 25">
            <a:extLst>
              <a:ext uri="{FF2B5EF4-FFF2-40B4-BE49-F238E27FC236}">
                <a16:creationId xmlns:a16="http://schemas.microsoft.com/office/drawing/2014/main" id="{339B1E0D-351B-C574-19C5-3B1BAA9C8FAD}"/>
              </a:ext>
            </a:extLst>
          </p:cNvPr>
          <p:cNvGrpSpPr/>
          <p:nvPr/>
        </p:nvGrpSpPr>
        <p:grpSpPr>
          <a:xfrm>
            <a:off x="4137239" y="4309355"/>
            <a:ext cx="6436550" cy="327334"/>
            <a:chOff x="4114046" y="2328418"/>
            <a:chExt cx="5660176" cy="327334"/>
          </a:xfrm>
        </p:grpSpPr>
        <p:sp>
          <p:nvSpPr>
            <p:cNvPr id="27" name="テキスト ボックス 26">
              <a:extLst>
                <a:ext uri="{FF2B5EF4-FFF2-40B4-BE49-F238E27FC236}">
                  <a16:creationId xmlns:a16="http://schemas.microsoft.com/office/drawing/2014/main" id="{43D180CD-F703-7671-CA66-9BEBBFE36879}"/>
                </a:ext>
              </a:extLst>
            </p:cNvPr>
            <p:cNvSpPr txBox="1"/>
            <p:nvPr/>
          </p:nvSpPr>
          <p:spPr>
            <a:xfrm>
              <a:off x="4114046" y="2347974"/>
              <a:ext cx="1539752"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rPr>
                <a:t>GO/NO GO</a:t>
              </a:r>
              <a:r>
                <a:rPr kumimoji="1" lang="ja-JP" altLang="en-US" sz="1400" dirty="0">
                  <a:latin typeface="Meiryo UI" panose="020B0604030504040204" pitchFamily="50" charset="-128"/>
                  <a:ea typeface="Meiryo UI" panose="020B0604030504040204" pitchFamily="50" charset="-128"/>
                </a:rPr>
                <a:t>判断</a:t>
              </a:r>
            </a:p>
          </p:txBody>
        </p:sp>
        <p:sp>
          <p:nvSpPr>
            <p:cNvPr id="28" name="テキスト ボックス 27">
              <a:extLst>
                <a:ext uri="{FF2B5EF4-FFF2-40B4-BE49-F238E27FC236}">
                  <a16:creationId xmlns:a16="http://schemas.microsoft.com/office/drawing/2014/main" id="{B3E746C4-C8F4-FFC7-8E7B-505B4173458E}"/>
                </a:ext>
              </a:extLst>
            </p:cNvPr>
            <p:cNvSpPr txBox="1"/>
            <p:nvPr/>
          </p:nvSpPr>
          <p:spPr>
            <a:xfrm>
              <a:off x="6048097" y="2328418"/>
              <a:ext cx="1279833"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▼規則の承認</a:t>
              </a:r>
              <a:endParaRPr kumimoji="1" lang="ja-JP" altLang="en-US" sz="1400" dirty="0">
                <a:latin typeface="Meiryo UI" panose="020B0604030504040204" pitchFamily="50" charset="-128"/>
                <a:ea typeface="Meiryo UI" panose="020B0604030504040204" pitchFamily="50" charset="-128"/>
              </a:endParaRPr>
            </a:p>
          </p:txBody>
        </p:sp>
        <p:sp>
          <p:nvSpPr>
            <p:cNvPr id="29" name="テキスト ボックス 28">
              <a:extLst>
                <a:ext uri="{FF2B5EF4-FFF2-40B4-BE49-F238E27FC236}">
                  <a16:creationId xmlns:a16="http://schemas.microsoft.com/office/drawing/2014/main" id="{194E41AC-B044-8775-6769-550B95E6BD4A}"/>
                </a:ext>
              </a:extLst>
            </p:cNvPr>
            <p:cNvSpPr txBox="1"/>
            <p:nvPr/>
          </p:nvSpPr>
          <p:spPr>
            <a:xfrm>
              <a:off x="7546405" y="2329675"/>
              <a:ext cx="1639858"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▼ハンドブックの承認</a:t>
              </a:r>
              <a:endParaRPr kumimoji="1" lang="en-US" altLang="ja-JP" sz="1400" dirty="0">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C366658B-330D-9F65-C293-41E69B77FB25}"/>
                </a:ext>
              </a:extLst>
            </p:cNvPr>
            <p:cNvSpPr txBox="1"/>
            <p:nvPr/>
          </p:nvSpPr>
          <p:spPr>
            <a:xfrm>
              <a:off x="8995596" y="2347975"/>
              <a:ext cx="778626" cy="307777"/>
            </a:xfrm>
            <a:prstGeom prst="rect">
              <a:avLst/>
            </a:prstGeom>
            <a:noFill/>
          </p:spPr>
          <p:txBody>
            <a:bodyPr wrap="square" rtlCol="0">
              <a:spAutoFit/>
            </a:bodyPr>
            <a:lstStyle/>
            <a:p>
              <a:endParaRPr kumimoji="1" lang="ja-JP" altLang="en-US" sz="1400" dirty="0">
                <a:latin typeface="Meiryo UI" panose="020B0604030504040204" pitchFamily="50" charset="-128"/>
                <a:ea typeface="Meiryo UI" panose="020B0604030504040204" pitchFamily="50" charset="-128"/>
              </a:endParaRPr>
            </a:p>
          </p:txBody>
        </p:sp>
      </p:grpSp>
      <p:cxnSp>
        <p:nvCxnSpPr>
          <p:cNvPr id="7" name="直線コネクタ 6">
            <a:extLst>
              <a:ext uri="{FF2B5EF4-FFF2-40B4-BE49-F238E27FC236}">
                <a16:creationId xmlns:a16="http://schemas.microsoft.com/office/drawing/2014/main" id="{BD48FDE9-5E8A-4D72-1C70-063022CD8C01}"/>
              </a:ext>
            </a:extLst>
          </p:cNvPr>
          <p:cNvCxnSpPr/>
          <p:nvPr/>
        </p:nvCxnSpPr>
        <p:spPr>
          <a:xfrm>
            <a:off x="6336573" y="1873726"/>
            <a:ext cx="0" cy="487125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D4FF2061-D307-1F48-196F-9E80171B1C4E}"/>
              </a:ext>
            </a:extLst>
          </p:cNvPr>
          <p:cNvSpPr txBox="1"/>
          <p:nvPr/>
        </p:nvSpPr>
        <p:spPr>
          <a:xfrm>
            <a:off x="10268267" y="6074416"/>
            <a:ext cx="986381"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▼表彰式</a:t>
            </a:r>
            <a:endParaRPr kumimoji="1" lang="ja-JP" altLang="en-US" sz="1400" dirty="0">
              <a:latin typeface="Meiryo UI" panose="020B0604030504040204" pitchFamily="50" charset="-128"/>
              <a:ea typeface="Meiryo UI" panose="020B0604030504040204" pitchFamily="50" charset="-128"/>
            </a:endParaRPr>
          </a:p>
        </p:txBody>
      </p:sp>
      <p:cxnSp>
        <p:nvCxnSpPr>
          <p:cNvPr id="15" name="直線コネクタ 14">
            <a:extLst>
              <a:ext uri="{FF2B5EF4-FFF2-40B4-BE49-F238E27FC236}">
                <a16:creationId xmlns:a16="http://schemas.microsoft.com/office/drawing/2014/main" id="{C84C4FF2-F0D5-CEFD-8182-3CC643E586F8}"/>
              </a:ext>
            </a:extLst>
          </p:cNvPr>
          <p:cNvCxnSpPr/>
          <p:nvPr/>
        </p:nvCxnSpPr>
        <p:spPr>
          <a:xfrm flipH="1">
            <a:off x="479212" y="955964"/>
            <a:ext cx="11166919" cy="571084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18AE0F3A-7CD3-815C-334F-B08529A4AF7B}"/>
              </a:ext>
            </a:extLst>
          </p:cNvPr>
          <p:cNvSpPr txBox="1"/>
          <p:nvPr/>
        </p:nvSpPr>
        <p:spPr>
          <a:xfrm>
            <a:off x="7227688" y="699104"/>
            <a:ext cx="4673363" cy="369332"/>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rPr>
              <a:t>26</a:t>
            </a:r>
            <a:r>
              <a:rPr lang="ja-JP" altLang="en-US" dirty="0">
                <a:latin typeface="Meiryo UI" panose="020B0604030504040204" pitchFamily="50" charset="-128"/>
                <a:ea typeface="Meiryo UI" panose="020B0604030504040204" pitchFamily="50" charset="-128"/>
              </a:rPr>
              <a:t>年</a:t>
            </a:r>
            <a:r>
              <a:rPr lang="en-US" altLang="ja-JP" dirty="0">
                <a:latin typeface="Meiryo UI" panose="020B0604030504040204" pitchFamily="50" charset="-128"/>
                <a:ea typeface="Meiryo UI" panose="020B0604030504040204" pitchFamily="50" charset="-128"/>
              </a:rPr>
              <a:t>9</a:t>
            </a:r>
            <a:r>
              <a:rPr lang="ja-JP" altLang="en-US" dirty="0">
                <a:latin typeface="Meiryo UI" panose="020B0604030504040204" pitchFamily="50" charset="-128"/>
                <a:ea typeface="Meiryo UI" panose="020B0604030504040204" pitchFamily="50" charset="-128"/>
              </a:rPr>
              <a:t>月</a:t>
            </a:r>
            <a:r>
              <a:rPr lang="en-US" altLang="ja-JP" dirty="0">
                <a:latin typeface="Meiryo UI" panose="020B0604030504040204" pitchFamily="50" charset="-128"/>
                <a:ea typeface="Meiryo UI" panose="020B0604030504040204" pitchFamily="50" charset="-128"/>
              </a:rPr>
              <a:t>26</a:t>
            </a:r>
            <a:r>
              <a:rPr lang="ja-JP" altLang="en-US" dirty="0">
                <a:latin typeface="Meiryo UI" panose="020B0604030504040204" pitchFamily="50" charset="-128"/>
                <a:ea typeface="Meiryo UI" panose="020B0604030504040204" pitchFamily="50" charset="-128"/>
              </a:rPr>
              <a:t>日　日程表更新 ⇒ 次ページ</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06422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8536-D298-5FAA-205D-A85E96B674A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2943C61-140F-1BD7-61F8-1B23A76B2169}"/>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３．</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近畿事務局ポータルシステム要件</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1A343635-9856-2550-CF6D-42AC34B89067}"/>
              </a:ext>
            </a:extLst>
          </p:cNvPr>
          <p:cNvSpPr txBox="1"/>
          <p:nvPr/>
        </p:nvSpPr>
        <p:spPr>
          <a:xfrm>
            <a:off x="224291" y="783584"/>
            <a:ext cx="4495193"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（３）推進日程　変更案</a:t>
            </a:r>
            <a:endParaRPr lang="en-US" altLang="ja-JP" sz="2400" dirty="0">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34D5773B-4ACD-89CB-00D9-275935A88B0D}"/>
              </a:ext>
            </a:extLst>
          </p:cNvPr>
          <p:cNvGraphicFramePr>
            <a:graphicFrameLocks noGrp="1"/>
          </p:cNvGraphicFramePr>
          <p:nvPr>
            <p:extLst>
              <p:ext uri="{D42A27DB-BD31-4B8C-83A1-F6EECF244321}">
                <p14:modId xmlns:p14="http://schemas.microsoft.com/office/powerpoint/2010/main" val="1420782513"/>
              </p:ext>
            </p:extLst>
          </p:nvPr>
        </p:nvGraphicFramePr>
        <p:xfrm>
          <a:off x="731519" y="1312779"/>
          <a:ext cx="10474039" cy="5461647"/>
        </p:xfrm>
        <a:graphic>
          <a:graphicData uri="http://schemas.openxmlformats.org/drawingml/2006/table">
            <a:tbl>
              <a:tblPr firstRow="1">
                <a:tableStyleId>{5C22544A-7EE6-4342-B048-85BDC9FD1C3A}</a:tableStyleId>
              </a:tblPr>
              <a:tblGrid>
                <a:gridCol w="1809973">
                  <a:extLst>
                    <a:ext uri="{9D8B030D-6E8A-4147-A177-3AD203B41FA5}">
                      <a16:colId xmlns:a16="http://schemas.microsoft.com/office/drawing/2014/main" val="3139049056"/>
                    </a:ext>
                  </a:extLst>
                </a:gridCol>
                <a:gridCol w="962674">
                  <a:extLst>
                    <a:ext uri="{9D8B030D-6E8A-4147-A177-3AD203B41FA5}">
                      <a16:colId xmlns:a16="http://schemas.microsoft.com/office/drawing/2014/main" val="1253697898"/>
                    </a:ext>
                  </a:extLst>
                </a:gridCol>
                <a:gridCol w="962674">
                  <a:extLst>
                    <a:ext uri="{9D8B030D-6E8A-4147-A177-3AD203B41FA5}">
                      <a16:colId xmlns:a16="http://schemas.microsoft.com/office/drawing/2014/main" val="1243339930"/>
                    </a:ext>
                  </a:extLst>
                </a:gridCol>
                <a:gridCol w="962674">
                  <a:extLst>
                    <a:ext uri="{9D8B030D-6E8A-4147-A177-3AD203B41FA5}">
                      <a16:colId xmlns:a16="http://schemas.microsoft.com/office/drawing/2014/main" val="600200607"/>
                    </a:ext>
                  </a:extLst>
                </a:gridCol>
                <a:gridCol w="962674">
                  <a:extLst>
                    <a:ext uri="{9D8B030D-6E8A-4147-A177-3AD203B41FA5}">
                      <a16:colId xmlns:a16="http://schemas.microsoft.com/office/drawing/2014/main" val="3989355331"/>
                    </a:ext>
                  </a:extLst>
                </a:gridCol>
                <a:gridCol w="962674">
                  <a:extLst>
                    <a:ext uri="{9D8B030D-6E8A-4147-A177-3AD203B41FA5}">
                      <a16:colId xmlns:a16="http://schemas.microsoft.com/office/drawing/2014/main" val="2576481672"/>
                    </a:ext>
                  </a:extLst>
                </a:gridCol>
                <a:gridCol w="962674">
                  <a:extLst>
                    <a:ext uri="{9D8B030D-6E8A-4147-A177-3AD203B41FA5}">
                      <a16:colId xmlns:a16="http://schemas.microsoft.com/office/drawing/2014/main" val="670716050"/>
                    </a:ext>
                  </a:extLst>
                </a:gridCol>
                <a:gridCol w="962674">
                  <a:extLst>
                    <a:ext uri="{9D8B030D-6E8A-4147-A177-3AD203B41FA5}">
                      <a16:colId xmlns:a16="http://schemas.microsoft.com/office/drawing/2014/main" val="2365230711"/>
                    </a:ext>
                  </a:extLst>
                </a:gridCol>
                <a:gridCol w="962674">
                  <a:extLst>
                    <a:ext uri="{9D8B030D-6E8A-4147-A177-3AD203B41FA5}">
                      <a16:colId xmlns:a16="http://schemas.microsoft.com/office/drawing/2014/main" val="3415834017"/>
                    </a:ext>
                  </a:extLst>
                </a:gridCol>
                <a:gridCol w="962674">
                  <a:extLst>
                    <a:ext uri="{9D8B030D-6E8A-4147-A177-3AD203B41FA5}">
                      <a16:colId xmlns:a16="http://schemas.microsoft.com/office/drawing/2014/main" val="2870847221"/>
                    </a:ext>
                  </a:extLst>
                </a:gridCol>
              </a:tblGrid>
              <a:tr h="477148">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gridSpan="6">
                  <a:txBody>
                    <a:bodyPr/>
                    <a:lstStyle/>
                    <a:p>
                      <a:pPr algn="ctr"/>
                      <a:r>
                        <a:rPr kumimoji="1" lang="en-US" altLang="ja-JP" sz="1800" dirty="0"/>
                        <a:t>2026</a:t>
                      </a:r>
                      <a:r>
                        <a:rPr kumimoji="1" lang="ja-JP" altLang="en-US" sz="1800" dirty="0"/>
                        <a:t>年</a:t>
                      </a:r>
                    </a:p>
                  </a:txBody>
                  <a:tcPr anchor="ctr">
                    <a:lnR w="12700" cap="flat" cmpd="sng" algn="ctr">
                      <a:solidFill>
                        <a:schemeClr val="bg1"/>
                      </a:solidFill>
                      <a:prstDash val="solid"/>
                      <a:round/>
                      <a:headEnd type="none" w="med" len="med"/>
                      <a:tailEnd type="none" w="med" len="med"/>
                    </a:lnR>
                  </a:tcP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gridSpan="3">
                  <a:txBody>
                    <a:bodyPr/>
                    <a:lstStyle/>
                    <a:p>
                      <a:pPr algn="ctr"/>
                      <a:r>
                        <a:rPr kumimoji="1" lang="en-US" altLang="ja-JP" sz="1800" dirty="0">
                          <a:latin typeface="Meiryo UI" panose="020B0604030504040204" pitchFamily="50" charset="-128"/>
                          <a:ea typeface="Meiryo UI" panose="020B0604030504040204" pitchFamily="50" charset="-128"/>
                        </a:rPr>
                        <a:t>27</a:t>
                      </a:r>
                      <a:r>
                        <a:rPr kumimoji="1" lang="ja-JP" altLang="en-US" sz="1800" dirty="0">
                          <a:latin typeface="Meiryo UI" panose="020B0604030504040204" pitchFamily="50" charset="-128"/>
                          <a:ea typeface="Meiryo UI" panose="020B0604030504040204" pitchFamily="50" charset="-128"/>
                        </a:rPr>
                        <a:t>年</a:t>
                      </a:r>
                    </a:p>
                  </a:txBody>
                  <a:tcPr anchor="ctr">
                    <a:lnL w="12700" cap="flat" cmpd="sng" algn="ctr">
                      <a:solidFill>
                        <a:schemeClr val="bg1"/>
                      </a:solidFill>
                      <a:prstDash val="solid"/>
                      <a:round/>
                      <a:headEnd type="none" w="med" len="med"/>
                      <a:tailEnd type="none" w="med" len="med"/>
                    </a:lnL>
                  </a:tcPr>
                </a:tc>
                <a:tc hMerge="1">
                  <a:txBody>
                    <a:bodyPr/>
                    <a:lstStyle/>
                    <a:p>
                      <a:pPr algn="ctr"/>
                      <a:endParaRPr kumimoji="1" lang="ja-JP" altLang="en-US" sz="1800" dirty="0"/>
                    </a:p>
                  </a:txBody>
                  <a:tcPr anchor="ctr"/>
                </a:tc>
                <a:tc hMerge="1">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104618590"/>
                  </a:ext>
                </a:extLst>
              </a:tr>
              <a:tr h="435742">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r>
                        <a:rPr kumimoji="1" lang="ja-JP" altLang="en-US" sz="1800" dirty="0">
                          <a:latin typeface="Meiryo UI" panose="020B0604030504040204" pitchFamily="50" charset="-128"/>
                          <a:ea typeface="Meiryo UI" panose="020B0604030504040204" pitchFamily="50" charset="-128"/>
                        </a:rPr>
                        <a:t>７月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８月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９月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10</a:t>
                      </a:r>
                      <a:r>
                        <a:rPr kumimoji="1" lang="ja-JP" altLang="en-US" sz="1800" dirty="0">
                          <a:latin typeface="Meiryo UI" panose="020B0604030504040204" pitchFamily="50" charset="-128"/>
                          <a:ea typeface="Meiryo UI" panose="020B0604030504040204" pitchFamily="50" charset="-128"/>
                        </a:rPr>
                        <a:t>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11</a:t>
                      </a:r>
                      <a:r>
                        <a:rPr kumimoji="1" lang="ja-JP" altLang="en-US" sz="1800" dirty="0">
                          <a:latin typeface="Meiryo UI" panose="020B0604030504040204" pitchFamily="50" charset="-128"/>
                          <a:ea typeface="Meiryo UI" panose="020B0604030504040204" pitchFamily="50" charset="-128"/>
                        </a:rPr>
                        <a:t>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12</a:t>
                      </a:r>
                      <a:r>
                        <a:rPr kumimoji="1" lang="ja-JP" altLang="en-US" sz="1800" dirty="0">
                          <a:latin typeface="Meiryo UI" panose="020B0604030504040204" pitchFamily="50" charset="-128"/>
                          <a:ea typeface="Meiryo UI" panose="020B0604030504040204" pitchFamily="50" charset="-128"/>
                        </a:rPr>
                        <a:t>月</a:t>
                      </a:r>
                    </a:p>
                  </a:txBody>
                  <a:tcPr anchor="ctr">
                    <a:lnR w="12700" cap="flat" cmpd="sng" algn="ctr">
                      <a:solidFill>
                        <a:schemeClr val="bg1"/>
                      </a:solidFill>
                      <a:prstDash val="solid"/>
                      <a:round/>
                      <a:headEnd type="none" w="med" len="med"/>
                      <a:tailEnd type="none" w="med" len="med"/>
                    </a:lnR>
                  </a:tcPr>
                </a:tc>
                <a:tc>
                  <a:txBody>
                    <a:bodyPr/>
                    <a:lstStyle/>
                    <a:p>
                      <a:pPr algn="ctr"/>
                      <a:r>
                        <a:rPr kumimoji="1" lang="ja-JP" altLang="en-US" sz="1800" dirty="0">
                          <a:latin typeface="Meiryo UI" panose="020B0604030504040204" pitchFamily="50" charset="-128"/>
                          <a:ea typeface="Meiryo UI" panose="020B0604030504040204" pitchFamily="50" charset="-128"/>
                        </a:rPr>
                        <a:t>１月</a:t>
                      </a:r>
                    </a:p>
                  </a:txBody>
                  <a:tcPr anchor="ctr">
                    <a:lnL w="12700" cap="flat" cmpd="sng" algn="ctr">
                      <a:solidFill>
                        <a:schemeClr val="bg1"/>
                      </a:solidFill>
                      <a:prstDash val="solid"/>
                      <a:round/>
                      <a:headEnd type="none" w="med" len="med"/>
                      <a:tailEnd type="none" w="med" len="med"/>
                    </a:lnL>
                  </a:tcPr>
                </a:tc>
                <a:tc>
                  <a:txBody>
                    <a:bodyPr/>
                    <a:lstStyle/>
                    <a:p>
                      <a:pPr algn="ctr"/>
                      <a:r>
                        <a:rPr kumimoji="1" lang="ja-JP" altLang="en-US" sz="1800" dirty="0">
                          <a:latin typeface="Meiryo UI" panose="020B0604030504040204" pitchFamily="50" charset="-128"/>
                          <a:ea typeface="Meiryo UI" panose="020B0604030504040204" pitchFamily="50" charset="-128"/>
                        </a:rPr>
                        <a:t>２月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３月</a:t>
                      </a:r>
                    </a:p>
                  </a:txBody>
                  <a:tcPr anchor="ctr"/>
                </a:tc>
                <a:extLst>
                  <a:ext uri="{0D108BD9-81ED-4DB2-BD59-A6C34878D82A}">
                    <a16:rowId xmlns:a16="http://schemas.microsoft.com/office/drawing/2014/main" val="440605023"/>
                  </a:ext>
                </a:extLst>
              </a:tr>
              <a:tr h="1109310">
                <a:tc>
                  <a:txBody>
                    <a:bodyPr/>
                    <a:lstStyle/>
                    <a:p>
                      <a:pPr algn="ctr"/>
                      <a:r>
                        <a:rPr kumimoji="1" lang="ja-JP" altLang="en-US" sz="1800" dirty="0">
                          <a:latin typeface="Meiryo UI" panose="020B0604030504040204" pitchFamily="50" charset="-128"/>
                          <a:ea typeface="Meiryo UI" panose="020B0604030504040204" pitchFamily="50" charset="-128"/>
                        </a:rPr>
                        <a:t>運営委員会</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063490641"/>
                  </a:ext>
                </a:extLst>
              </a:tr>
              <a:tr h="1708969">
                <a:tc>
                  <a:txBody>
                    <a:bodyPr/>
                    <a:lstStyle/>
                    <a:p>
                      <a:pPr algn="ctr"/>
                      <a:r>
                        <a:rPr kumimoji="1" lang="ja-JP" altLang="en-US" sz="1800" dirty="0">
                          <a:latin typeface="Meiryo UI" panose="020B0604030504040204" pitchFamily="50" charset="-128"/>
                          <a:ea typeface="Meiryo UI" panose="020B0604030504040204" pitchFamily="50" charset="-128"/>
                        </a:rPr>
                        <a:t>システム開発</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0146630"/>
                  </a:ext>
                </a:extLst>
              </a:tr>
              <a:tr h="1238865">
                <a:tc>
                  <a:txBody>
                    <a:bodyPr/>
                    <a:lstStyle/>
                    <a:p>
                      <a:pPr algn="ctr"/>
                      <a:r>
                        <a:rPr kumimoji="1" lang="ja-JP" altLang="en-US" sz="1800" dirty="0">
                          <a:latin typeface="Meiryo UI" panose="020B0604030504040204" pitchFamily="50" charset="-128"/>
                          <a:ea typeface="Meiryo UI" panose="020B0604030504040204" pitchFamily="50" charset="-128"/>
                        </a:rPr>
                        <a:t>運営委員会</a:t>
                      </a:r>
                      <a:endParaRPr kumimoji="1" lang="en-US" altLang="ja-JP" sz="1800" dirty="0">
                        <a:latin typeface="Meiryo UI" panose="020B0604030504040204" pitchFamily="50" charset="-128"/>
                        <a:ea typeface="Meiryo UI" panose="020B0604030504040204" pitchFamily="50" charset="-128"/>
                      </a:endParaRPr>
                    </a:p>
                    <a:p>
                      <a:pPr algn="ctr"/>
                      <a:r>
                        <a:rPr kumimoji="1" lang="ja-JP" altLang="en-US" sz="1800" dirty="0">
                          <a:latin typeface="Meiryo UI" panose="020B0604030504040204" pitchFamily="50" charset="-128"/>
                          <a:ea typeface="Meiryo UI" panose="020B0604030504040204" pitchFamily="50" charset="-128"/>
                        </a:rPr>
                        <a:t>決議事項</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719232398"/>
                  </a:ext>
                </a:extLst>
              </a:tr>
              <a:tr h="491613">
                <a:tc>
                  <a:txBody>
                    <a:bodyPr/>
                    <a:lstStyle/>
                    <a:p>
                      <a:pPr algn="ctr"/>
                      <a:r>
                        <a:rPr kumimoji="1" lang="ja-JP" altLang="en-US" sz="1800" dirty="0">
                          <a:latin typeface="Meiryo UI" panose="020B0604030504040204" pitchFamily="50" charset="-128"/>
                          <a:ea typeface="Meiryo UI" panose="020B0604030504040204" pitchFamily="50" charset="-128"/>
                        </a:rPr>
                        <a:t>従来の日程</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821007892"/>
                  </a:ext>
                </a:extLst>
              </a:tr>
            </a:tbl>
          </a:graphicData>
        </a:graphic>
      </p:graphicFrame>
      <p:grpSp>
        <p:nvGrpSpPr>
          <p:cNvPr id="25" name="グループ化 24">
            <a:extLst>
              <a:ext uri="{FF2B5EF4-FFF2-40B4-BE49-F238E27FC236}">
                <a16:creationId xmlns:a16="http://schemas.microsoft.com/office/drawing/2014/main" id="{4B0622D4-6DAB-331E-AB39-829F9591F633}"/>
              </a:ext>
            </a:extLst>
          </p:cNvPr>
          <p:cNvGrpSpPr/>
          <p:nvPr/>
        </p:nvGrpSpPr>
        <p:grpSpPr>
          <a:xfrm>
            <a:off x="4054864" y="2328418"/>
            <a:ext cx="4164709" cy="542406"/>
            <a:chOff x="5727052" y="2328418"/>
            <a:chExt cx="3788510" cy="542406"/>
          </a:xfrm>
        </p:grpSpPr>
        <p:sp>
          <p:nvSpPr>
            <p:cNvPr id="10" name="テキスト ボックス 9">
              <a:extLst>
                <a:ext uri="{FF2B5EF4-FFF2-40B4-BE49-F238E27FC236}">
                  <a16:creationId xmlns:a16="http://schemas.microsoft.com/office/drawing/2014/main" id="{AAB2F776-D8CF-276E-AFA8-01B65DFD4A0E}"/>
                </a:ext>
              </a:extLst>
            </p:cNvPr>
            <p:cNvSpPr txBox="1"/>
            <p:nvPr/>
          </p:nvSpPr>
          <p:spPr>
            <a:xfrm>
              <a:off x="5727052" y="2328418"/>
              <a:ext cx="778626" cy="523220"/>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sp>
          <p:nvSpPr>
            <p:cNvPr id="11" name="テキスト ボックス 10">
              <a:extLst>
                <a:ext uri="{FF2B5EF4-FFF2-40B4-BE49-F238E27FC236}">
                  <a16:creationId xmlns:a16="http://schemas.microsoft.com/office/drawing/2014/main" id="{573CB45F-4192-FB4A-9024-22343E7C8271}"/>
                </a:ext>
              </a:extLst>
            </p:cNvPr>
            <p:cNvSpPr txBox="1"/>
            <p:nvPr/>
          </p:nvSpPr>
          <p:spPr>
            <a:xfrm>
              <a:off x="7546405" y="2329675"/>
              <a:ext cx="778626" cy="523220"/>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sp>
          <p:nvSpPr>
            <p:cNvPr id="12" name="テキスト ボックス 11">
              <a:extLst>
                <a:ext uri="{FF2B5EF4-FFF2-40B4-BE49-F238E27FC236}">
                  <a16:creationId xmlns:a16="http://schemas.microsoft.com/office/drawing/2014/main" id="{BE0498BF-4F3D-D805-A8BE-1BEB7BF66DD9}"/>
                </a:ext>
              </a:extLst>
            </p:cNvPr>
            <p:cNvSpPr txBox="1"/>
            <p:nvPr/>
          </p:nvSpPr>
          <p:spPr>
            <a:xfrm>
              <a:off x="8736936" y="2347604"/>
              <a:ext cx="778626" cy="523220"/>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grpSp>
      <p:sp>
        <p:nvSpPr>
          <p:cNvPr id="19" name="テキスト ボックス 18">
            <a:extLst>
              <a:ext uri="{FF2B5EF4-FFF2-40B4-BE49-F238E27FC236}">
                <a16:creationId xmlns:a16="http://schemas.microsoft.com/office/drawing/2014/main" id="{597C6675-03E2-F258-EF45-3C22D1103B28}"/>
              </a:ext>
            </a:extLst>
          </p:cNvPr>
          <p:cNvSpPr txBox="1"/>
          <p:nvPr/>
        </p:nvSpPr>
        <p:spPr>
          <a:xfrm>
            <a:off x="6365969" y="3338055"/>
            <a:ext cx="1655785"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クラブへの案内</a:t>
            </a:r>
          </a:p>
        </p:txBody>
      </p:sp>
      <p:sp>
        <p:nvSpPr>
          <p:cNvPr id="20" name="テキスト ボックス 19">
            <a:extLst>
              <a:ext uri="{FF2B5EF4-FFF2-40B4-BE49-F238E27FC236}">
                <a16:creationId xmlns:a16="http://schemas.microsoft.com/office/drawing/2014/main" id="{C7694EB5-B82D-2ADB-988E-54674306AD45}"/>
              </a:ext>
            </a:extLst>
          </p:cNvPr>
          <p:cNvSpPr txBox="1"/>
          <p:nvPr/>
        </p:nvSpPr>
        <p:spPr>
          <a:xfrm>
            <a:off x="7892157" y="3325831"/>
            <a:ext cx="1655785"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選手への案内</a:t>
            </a:r>
          </a:p>
        </p:txBody>
      </p:sp>
      <p:sp>
        <p:nvSpPr>
          <p:cNvPr id="13" name="矢印: 右 12">
            <a:extLst>
              <a:ext uri="{FF2B5EF4-FFF2-40B4-BE49-F238E27FC236}">
                <a16:creationId xmlns:a16="http://schemas.microsoft.com/office/drawing/2014/main" id="{7BE9816A-F097-EE48-27F5-E20181A8E46C}"/>
              </a:ext>
            </a:extLst>
          </p:cNvPr>
          <p:cNvSpPr/>
          <p:nvPr/>
        </p:nvSpPr>
        <p:spPr>
          <a:xfrm>
            <a:off x="2567673" y="3645974"/>
            <a:ext cx="3757609"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システム</a:t>
            </a:r>
            <a:r>
              <a:rPr lang="ja-JP" altLang="en-US" b="1" dirty="0">
                <a:latin typeface="Meiryo UI" panose="020B0604030504040204" pitchFamily="50" charset="-128"/>
                <a:ea typeface="Meiryo UI" panose="020B0604030504040204" pitchFamily="50" charset="-128"/>
              </a:rPr>
              <a:t>　仕様検討</a:t>
            </a:r>
            <a:r>
              <a:rPr lang="en-US" altLang="ja-JP" b="1" dirty="0">
                <a:latin typeface="Meiryo UI" panose="020B0604030504040204" pitchFamily="50" charset="-128"/>
                <a:ea typeface="Meiryo UI" panose="020B0604030504040204" pitchFamily="50" charset="-128"/>
              </a:rPr>
              <a:t>/</a:t>
            </a:r>
            <a:r>
              <a:rPr kumimoji="1" lang="ja-JP" altLang="en-US" b="1" dirty="0">
                <a:latin typeface="Meiryo UI" panose="020B0604030504040204" pitchFamily="50" charset="-128"/>
                <a:ea typeface="Meiryo UI" panose="020B0604030504040204" pitchFamily="50" charset="-128"/>
              </a:rPr>
              <a:t>作成</a:t>
            </a:r>
          </a:p>
        </p:txBody>
      </p:sp>
      <p:sp>
        <p:nvSpPr>
          <p:cNvPr id="17" name="矢印: 右 16">
            <a:extLst>
              <a:ext uri="{FF2B5EF4-FFF2-40B4-BE49-F238E27FC236}">
                <a16:creationId xmlns:a16="http://schemas.microsoft.com/office/drawing/2014/main" id="{AECFBB76-197F-EDBC-EA37-5FAD82D32742}"/>
              </a:ext>
            </a:extLst>
          </p:cNvPr>
          <p:cNvSpPr/>
          <p:nvPr/>
        </p:nvSpPr>
        <p:spPr>
          <a:xfrm>
            <a:off x="7363629" y="4286139"/>
            <a:ext cx="1794830"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クラブ</a:t>
            </a:r>
            <a:endParaRPr lang="en-US" altLang="ja-JP" b="1" dirty="0">
              <a:latin typeface="Meiryo UI" panose="020B0604030504040204" pitchFamily="50" charset="-128"/>
              <a:ea typeface="Meiryo UI" panose="020B0604030504040204" pitchFamily="50" charset="-128"/>
            </a:endParaRPr>
          </a:p>
          <a:p>
            <a:pPr algn="ctr"/>
            <a:r>
              <a:rPr lang="ja-JP" altLang="en-US" b="1" dirty="0">
                <a:latin typeface="Meiryo UI" panose="020B0604030504040204" pitchFamily="50" charset="-128"/>
                <a:ea typeface="Meiryo UI" panose="020B0604030504040204" pitchFamily="50" charset="-128"/>
              </a:rPr>
              <a:t>正会員登録</a:t>
            </a:r>
            <a:endParaRPr kumimoji="1" lang="ja-JP" altLang="en-US" b="1" dirty="0">
              <a:latin typeface="Meiryo UI" panose="020B0604030504040204" pitchFamily="50" charset="-128"/>
              <a:ea typeface="Meiryo UI" panose="020B0604030504040204" pitchFamily="50" charset="-128"/>
            </a:endParaRPr>
          </a:p>
        </p:txBody>
      </p:sp>
      <p:sp>
        <p:nvSpPr>
          <p:cNvPr id="21" name="矢印: 右 20">
            <a:extLst>
              <a:ext uri="{FF2B5EF4-FFF2-40B4-BE49-F238E27FC236}">
                <a16:creationId xmlns:a16="http://schemas.microsoft.com/office/drawing/2014/main" id="{5410936C-FE89-42B2-BD70-CCE9C4A4D1AD}"/>
              </a:ext>
            </a:extLst>
          </p:cNvPr>
          <p:cNvSpPr/>
          <p:nvPr/>
        </p:nvSpPr>
        <p:spPr>
          <a:xfrm>
            <a:off x="6472140" y="5641739"/>
            <a:ext cx="1655781" cy="523220"/>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HP</a:t>
            </a:r>
            <a:r>
              <a:rPr lang="ja-JP" altLang="en-US" sz="1400" b="1" dirty="0">
                <a:latin typeface="Meiryo UI" panose="020B0604030504040204" pitchFamily="50" charset="-128"/>
                <a:ea typeface="Meiryo UI" panose="020B0604030504040204" pitchFamily="50" charset="-128"/>
              </a:rPr>
              <a:t>機能の</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ポータルへの移転</a:t>
            </a:r>
            <a:endParaRPr kumimoji="1" lang="ja-JP" altLang="en-US" sz="1400" b="1" dirty="0">
              <a:latin typeface="Meiryo UI" panose="020B0604030504040204" pitchFamily="50" charset="-128"/>
              <a:ea typeface="Meiryo UI" panose="020B0604030504040204" pitchFamily="50" charset="-128"/>
            </a:endParaRPr>
          </a:p>
        </p:txBody>
      </p:sp>
      <p:sp>
        <p:nvSpPr>
          <p:cNvPr id="22" name="矢印: 右 21">
            <a:extLst>
              <a:ext uri="{FF2B5EF4-FFF2-40B4-BE49-F238E27FC236}">
                <a16:creationId xmlns:a16="http://schemas.microsoft.com/office/drawing/2014/main" id="{9A51207E-A9AD-D6F4-10CF-71CFBEFDF93A}"/>
              </a:ext>
            </a:extLst>
          </p:cNvPr>
          <p:cNvSpPr/>
          <p:nvPr/>
        </p:nvSpPr>
        <p:spPr>
          <a:xfrm>
            <a:off x="4389120" y="5641738"/>
            <a:ext cx="1936162" cy="52321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27</a:t>
            </a:r>
            <a:r>
              <a:rPr lang="ja-JP" altLang="en-US" sz="1400" b="1" dirty="0">
                <a:latin typeface="Meiryo UI" panose="020B0604030504040204" pitchFamily="50" charset="-128"/>
                <a:ea typeface="Meiryo UI" panose="020B0604030504040204" pitchFamily="50" charset="-128"/>
              </a:rPr>
              <a:t>年度</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ハンドブックの作成</a:t>
            </a:r>
            <a:endParaRPr kumimoji="1" lang="ja-JP" altLang="en-US" sz="1400" b="1" dirty="0">
              <a:latin typeface="Meiryo UI" panose="020B0604030504040204" pitchFamily="50" charset="-128"/>
              <a:ea typeface="Meiryo UI" panose="020B0604030504040204" pitchFamily="50" charset="-128"/>
            </a:endParaRPr>
          </a:p>
        </p:txBody>
      </p:sp>
      <p:sp>
        <p:nvSpPr>
          <p:cNvPr id="23" name="矢印: 右 22">
            <a:extLst>
              <a:ext uri="{FF2B5EF4-FFF2-40B4-BE49-F238E27FC236}">
                <a16:creationId xmlns:a16="http://schemas.microsoft.com/office/drawing/2014/main" id="{5E91144B-5E5F-80D4-BADC-C8CFA76C4183}"/>
              </a:ext>
            </a:extLst>
          </p:cNvPr>
          <p:cNvSpPr/>
          <p:nvPr/>
        </p:nvSpPr>
        <p:spPr>
          <a:xfrm>
            <a:off x="2567673" y="5633230"/>
            <a:ext cx="1674590" cy="523220"/>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27</a:t>
            </a:r>
            <a:r>
              <a:rPr lang="ja-JP" altLang="en-US" sz="1400" b="1" dirty="0">
                <a:latin typeface="Meiryo UI" panose="020B0604030504040204" pitchFamily="50" charset="-128"/>
                <a:ea typeface="Meiryo UI" panose="020B0604030504040204" pitchFamily="50" charset="-128"/>
              </a:rPr>
              <a:t>年度シリーズ規則</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の作成・制定</a:t>
            </a:r>
            <a:endParaRPr kumimoji="1" lang="ja-JP" altLang="en-US" sz="1400" b="1" dirty="0">
              <a:latin typeface="Meiryo UI" panose="020B0604030504040204" pitchFamily="50" charset="-128"/>
              <a:ea typeface="Meiryo UI" panose="020B0604030504040204" pitchFamily="50" charset="-128"/>
            </a:endParaRPr>
          </a:p>
        </p:txBody>
      </p:sp>
      <p:grpSp>
        <p:nvGrpSpPr>
          <p:cNvPr id="26" name="グループ化 25">
            <a:extLst>
              <a:ext uri="{FF2B5EF4-FFF2-40B4-BE49-F238E27FC236}">
                <a16:creationId xmlns:a16="http://schemas.microsoft.com/office/drawing/2014/main" id="{9C779A09-E6AA-AA4D-0AA6-8CBA979FA200}"/>
              </a:ext>
            </a:extLst>
          </p:cNvPr>
          <p:cNvGrpSpPr/>
          <p:nvPr/>
        </p:nvGrpSpPr>
        <p:grpSpPr>
          <a:xfrm>
            <a:off x="4482837" y="5097817"/>
            <a:ext cx="5148509" cy="360905"/>
            <a:chOff x="6048099" y="2294847"/>
            <a:chExt cx="4527498" cy="360905"/>
          </a:xfrm>
        </p:grpSpPr>
        <p:sp>
          <p:nvSpPr>
            <p:cNvPr id="28" name="テキスト ボックス 27">
              <a:extLst>
                <a:ext uri="{FF2B5EF4-FFF2-40B4-BE49-F238E27FC236}">
                  <a16:creationId xmlns:a16="http://schemas.microsoft.com/office/drawing/2014/main" id="{7CCF0343-3688-F806-C3AB-E614B341CDD4}"/>
                </a:ext>
              </a:extLst>
            </p:cNvPr>
            <p:cNvSpPr txBox="1"/>
            <p:nvPr/>
          </p:nvSpPr>
          <p:spPr>
            <a:xfrm>
              <a:off x="6048099" y="2302727"/>
              <a:ext cx="1279833"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▼規則の承認</a:t>
              </a:r>
              <a:endParaRPr kumimoji="1" lang="ja-JP" altLang="en-US" sz="1400" dirty="0">
                <a:latin typeface="Meiryo UI" panose="020B0604030504040204" pitchFamily="50" charset="-128"/>
                <a:ea typeface="Meiryo UI" panose="020B0604030504040204" pitchFamily="50" charset="-128"/>
              </a:endParaRPr>
            </a:p>
          </p:txBody>
        </p:sp>
        <p:sp>
          <p:nvSpPr>
            <p:cNvPr id="29" name="テキスト ボックス 28">
              <a:extLst>
                <a:ext uri="{FF2B5EF4-FFF2-40B4-BE49-F238E27FC236}">
                  <a16:creationId xmlns:a16="http://schemas.microsoft.com/office/drawing/2014/main" id="{B812382A-FA60-9FB9-47DE-D5F34C384856}"/>
                </a:ext>
              </a:extLst>
            </p:cNvPr>
            <p:cNvSpPr txBox="1"/>
            <p:nvPr/>
          </p:nvSpPr>
          <p:spPr>
            <a:xfrm>
              <a:off x="8935739" y="2294847"/>
              <a:ext cx="1639858"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▼ハンドブックの承認</a:t>
              </a:r>
              <a:endParaRPr kumimoji="1" lang="en-US" altLang="ja-JP" sz="1400" dirty="0">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9D8B0091-E098-20EA-C82E-B5CDA712A084}"/>
                </a:ext>
              </a:extLst>
            </p:cNvPr>
            <p:cNvSpPr txBox="1"/>
            <p:nvPr/>
          </p:nvSpPr>
          <p:spPr>
            <a:xfrm>
              <a:off x="8995596" y="2347975"/>
              <a:ext cx="778626" cy="307777"/>
            </a:xfrm>
            <a:prstGeom prst="rect">
              <a:avLst/>
            </a:prstGeom>
            <a:noFill/>
          </p:spPr>
          <p:txBody>
            <a:bodyPr wrap="square" rtlCol="0">
              <a:spAutoFit/>
            </a:bodyPr>
            <a:lstStyle/>
            <a:p>
              <a:endParaRPr kumimoji="1" lang="ja-JP" altLang="en-US" sz="1400" dirty="0">
                <a:latin typeface="Meiryo UI" panose="020B0604030504040204" pitchFamily="50" charset="-128"/>
                <a:ea typeface="Meiryo UI" panose="020B0604030504040204" pitchFamily="50" charset="-128"/>
              </a:endParaRPr>
            </a:p>
          </p:txBody>
        </p:sp>
      </p:grpSp>
      <p:cxnSp>
        <p:nvCxnSpPr>
          <p:cNvPr id="7" name="直線コネクタ 6">
            <a:extLst>
              <a:ext uri="{FF2B5EF4-FFF2-40B4-BE49-F238E27FC236}">
                <a16:creationId xmlns:a16="http://schemas.microsoft.com/office/drawing/2014/main" id="{A7DF5F10-8F2C-CA86-F050-CF6360711F7C}"/>
              </a:ext>
            </a:extLst>
          </p:cNvPr>
          <p:cNvCxnSpPr>
            <a:cxnSpLocks/>
          </p:cNvCxnSpPr>
          <p:nvPr/>
        </p:nvCxnSpPr>
        <p:spPr>
          <a:xfrm>
            <a:off x="5328410" y="1796918"/>
            <a:ext cx="0" cy="474519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27EC75FE-C1C3-ED51-E32A-C8216B40EF0F}"/>
              </a:ext>
            </a:extLst>
          </p:cNvPr>
          <p:cNvSpPr txBox="1"/>
          <p:nvPr/>
        </p:nvSpPr>
        <p:spPr>
          <a:xfrm>
            <a:off x="7892157" y="2697749"/>
            <a:ext cx="986381"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▼表彰式</a:t>
            </a:r>
            <a:endParaRPr kumimoji="1" lang="ja-JP" altLang="en-US" sz="1400" dirty="0">
              <a:latin typeface="Meiryo UI" panose="020B0604030504040204" pitchFamily="50" charset="-128"/>
              <a:ea typeface="Meiryo UI" panose="020B0604030504040204" pitchFamily="50" charset="-128"/>
            </a:endParaRPr>
          </a:p>
        </p:txBody>
      </p:sp>
      <p:sp>
        <p:nvSpPr>
          <p:cNvPr id="14" name="テキスト ボックス 13">
            <a:extLst>
              <a:ext uri="{FF2B5EF4-FFF2-40B4-BE49-F238E27FC236}">
                <a16:creationId xmlns:a16="http://schemas.microsoft.com/office/drawing/2014/main" id="{2B68D444-B506-8A4C-D586-562271B32FC2}"/>
              </a:ext>
            </a:extLst>
          </p:cNvPr>
          <p:cNvSpPr txBox="1"/>
          <p:nvPr/>
        </p:nvSpPr>
        <p:spPr>
          <a:xfrm>
            <a:off x="9071669" y="2709690"/>
            <a:ext cx="1415096"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▼代表者会議</a:t>
            </a:r>
            <a:endParaRPr kumimoji="1" lang="ja-JP" altLang="en-US" sz="1400" dirty="0">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36E7A22E-D27C-F6D4-C5A1-05723AAD74CE}"/>
              </a:ext>
            </a:extLst>
          </p:cNvPr>
          <p:cNvSpPr txBox="1"/>
          <p:nvPr/>
        </p:nvSpPr>
        <p:spPr>
          <a:xfrm>
            <a:off x="9324506" y="3330115"/>
            <a:ext cx="1439795"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シリーズ開幕▼</a:t>
            </a:r>
            <a:endParaRPr kumimoji="1" lang="ja-JP" altLang="en-US" sz="1400" dirty="0">
              <a:latin typeface="Meiryo UI" panose="020B0604030504040204" pitchFamily="50" charset="-128"/>
              <a:ea typeface="Meiryo UI" panose="020B0604030504040204" pitchFamily="50" charset="-128"/>
            </a:endParaRPr>
          </a:p>
        </p:txBody>
      </p:sp>
      <p:grpSp>
        <p:nvGrpSpPr>
          <p:cNvPr id="43" name="グループ化 42">
            <a:extLst>
              <a:ext uri="{FF2B5EF4-FFF2-40B4-BE49-F238E27FC236}">
                <a16:creationId xmlns:a16="http://schemas.microsoft.com/office/drawing/2014/main" id="{C1D6DC26-43A4-605A-61DB-36483ACADB1D}"/>
              </a:ext>
            </a:extLst>
          </p:cNvPr>
          <p:cNvGrpSpPr/>
          <p:nvPr/>
        </p:nvGrpSpPr>
        <p:grpSpPr>
          <a:xfrm>
            <a:off x="8379229" y="3664241"/>
            <a:ext cx="2759576" cy="537586"/>
            <a:chOff x="8467411" y="4670003"/>
            <a:chExt cx="2759576" cy="680634"/>
          </a:xfrm>
        </p:grpSpPr>
        <p:sp>
          <p:nvSpPr>
            <p:cNvPr id="18" name="矢印: 右 17">
              <a:extLst>
                <a:ext uri="{FF2B5EF4-FFF2-40B4-BE49-F238E27FC236}">
                  <a16:creationId xmlns:a16="http://schemas.microsoft.com/office/drawing/2014/main" id="{93DE65C1-61F1-BCB2-ABD3-20251B2E8CF1}"/>
                </a:ext>
              </a:extLst>
            </p:cNvPr>
            <p:cNvSpPr/>
            <p:nvPr/>
          </p:nvSpPr>
          <p:spPr>
            <a:xfrm>
              <a:off x="8467411" y="4673275"/>
              <a:ext cx="2086703"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個人会員</a:t>
              </a:r>
              <a:r>
                <a:rPr kumimoji="1" lang="ja-JP" altLang="en-US" b="1" dirty="0">
                  <a:latin typeface="Meiryo UI" panose="020B0604030504040204" pitchFamily="50" charset="-128"/>
                  <a:ea typeface="Meiryo UI" panose="020B0604030504040204" pitchFamily="50" charset="-128"/>
                </a:rPr>
                <a:t>登録</a:t>
              </a:r>
            </a:p>
          </p:txBody>
        </p:sp>
        <p:sp>
          <p:nvSpPr>
            <p:cNvPr id="33" name="矢印: 山形 32">
              <a:extLst>
                <a:ext uri="{FF2B5EF4-FFF2-40B4-BE49-F238E27FC236}">
                  <a16:creationId xmlns:a16="http://schemas.microsoft.com/office/drawing/2014/main" id="{36EC44DC-5E33-6323-DBF0-B3B549F416C5}"/>
                </a:ext>
              </a:extLst>
            </p:cNvPr>
            <p:cNvSpPr/>
            <p:nvPr/>
          </p:nvSpPr>
          <p:spPr>
            <a:xfrm>
              <a:off x="10513928" y="4680708"/>
              <a:ext cx="264891" cy="659224"/>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4" name="矢印: 山形 33">
              <a:extLst>
                <a:ext uri="{FF2B5EF4-FFF2-40B4-BE49-F238E27FC236}">
                  <a16:creationId xmlns:a16="http://schemas.microsoft.com/office/drawing/2014/main" id="{7F44FE24-097D-F384-9AB5-6947569960F0}"/>
                </a:ext>
              </a:extLst>
            </p:cNvPr>
            <p:cNvSpPr/>
            <p:nvPr/>
          </p:nvSpPr>
          <p:spPr>
            <a:xfrm>
              <a:off x="10713127" y="4680708"/>
              <a:ext cx="289156" cy="66992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矢印: 山形 34">
              <a:extLst>
                <a:ext uri="{FF2B5EF4-FFF2-40B4-BE49-F238E27FC236}">
                  <a16:creationId xmlns:a16="http://schemas.microsoft.com/office/drawing/2014/main" id="{98A26BD9-CE67-21DE-F518-A9DA65252393}"/>
                </a:ext>
              </a:extLst>
            </p:cNvPr>
            <p:cNvSpPr/>
            <p:nvPr/>
          </p:nvSpPr>
          <p:spPr>
            <a:xfrm>
              <a:off x="10937831" y="4670003"/>
              <a:ext cx="289156" cy="66992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cxnSp>
        <p:nvCxnSpPr>
          <p:cNvPr id="37" name="直線矢印コネクタ 36">
            <a:extLst>
              <a:ext uri="{FF2B5EF4-FFF2-40B4-BE49-F238E27FC236}">
                <a16:creationId xmlns:a16="http://schemas.microsoft.com/office/drawing/2014/main" id="{01D0282C-EDAF-F615-9C50-3D855B3D671E}"/>
              </a:ext>
            </a:extLst>
          </p:cNvPr>
          <p:cNvCxnSpPr/>
          <p:nvPr/>
        </p:nvCxnSpPr>
        <p:spPr>
          <a:xfrm>
            <a:off x="8051444" y="3005526"/>
            <a:ext cx="0" cy="329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ADB647C2-C54D-93CE-BC45-0E941E60D355}"/>
              </a:ext>
            </a:extLst>
          </p:cNvPr>
          <p:cNvSpPr txBox="1"/>
          <p:nvPr/>
        </p:nvSpPr>
        <p:spPr>
          <a:xfrm>
            <a:off x="9250857" y="4472415"/>
            <a:ext cx="2614667"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2/7</a:t>
            </a:r>
            <a:r>
              <a:rPr kumimoji="1" lang="ja-JP" altLang="en-US" sz="1400" b="1" dirty="0">
                <a:latin typeface="Meiryo UI" panose="020B0604030504040204" pitchFamily="50" charset="-128"/>
                <a:ea typeface="Meiryo UI" panose="020B0604030504040204" pitchFamily="50" charset="-128"/>
              </a:rPr>
              <a:t>正会員クラブ登録期限</a:t>
            </a:r>
          </a:p>
        </p:txBody>
      </p:sp>
      <p:cxnSp>
        <p:nvCxnSpPr>
          <p:cNvPr id="40" name="直線矢印コネクタ 39">
            <a:extLst>
              <a:ext uri="{FF2B5EF4-FFF2-40B4-BE49-F238E27FC236}">
                <a16:creationId xmlns:a16="http://schemas.microsoft.com/office/drawing/2014/main" id="{B1A5E87D-48EA-9CDC-BED8-42DDDB647F26}"/>
              </a:ext>
            </a:extLst>
          </p:cNvPr>
          <p:cNvCxnSpPr>
            <a:cxnSpLocks/>
          </p:cNvCxnSpPr>
          <p:nvPr/>
        </p:nvCxnSpPr>
        <p:spPr>
          <a:xfrm>
            <a:off x="9247809" y="3017467"/>
            <a:ext cx="0" cy="1446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26928A4B-9C0A-7F3A-761E-FFB67B444C0A}"/>
              </a:ext>
            </a:extLst>
          </p:cNvPr>
          <p:cNvSpPr txBox="1"/>
          <p:nvPr/>
        </p:nvSpPr>
        <p:spPr>
          <a:xfrm>
            <a:off x="9158459" y="665163"/>
            <a:ext cx="3033541" cy="369332"/>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rPr>
              <a:t>26</a:t>
            </a:r>
            <a:r>
              <a:rPr lang="ja-JP" altLang="en-US" dirty="0">
                <a:latin typeface="Meiryo UI" panose="020B0604030504040204" pitchFamily="50" charset="-128"/>
                <a:ea typeface="Meiryo UI" panose="020B0604030504040204" pitchFamily="50" charset="-128"/>
              </a:rPr>
              <a:t>年　</a:t>
            </a:r>
            <a:r>
              <a:rPr lang="en-US" altLang="ja-JP" dirty="0">
                <a:latin typeface="Meiryo UI" panose="020B0604030504040204" pitchFamily="50" charset="-128"/>
                <a:ea typeface="Meiryo UI" panose="020B0604030504040204" pitchFamily="50" charset="-128"/>
              </a:rPr>
              <a:t>9</a:t>
            </a:r>
            <a:r>
              <a:rPr lang="ja-JP" altLang="en-US" dirty="0">
                <a:latin typeface="Meiryo UI" panose="020B0604030504040204" pitchFamily="50" charset="-128"/>
                <a:ea typeface="Meiryo UI" panose="020B0604030504040204" pitchFamily="50" charset="-128"/>
              </a:rPr>
              <a:t>月</a:t>
            </a:r>
            <a:r>
              <a:rPr lang="en-US" altLang="ja-JP" dirty="0">
                <a:latin typeface="Meiryo UI" panose="020B0604030504040204" pitchFamily="50" charset="-128"/>
                <a:ea typeface="Meiryo UI" panose="020B0604030504040204" pitchFamily="50" charset="-128"/>
              </a:rPr>
              <a:t>26</a:t>
            </a:r>
            <a:r>
              <a:rPr lang="ja-JP" altLang="en-US" dirty="0">
                <a:latin typeface="Meiryo UI" panose="020B0604030504040204" pitchFamily="50" charset="-128"/>
                <a:ea typeface="Meiryo UI" panose="020B0604030504040204" pitchFamily="50" charset="-128"/>
              </a:rPr>
              <a:t>日　ページ追加</a:t>
            </a:r>
            <a:endParaRPr lang="en-US" altLang="ja-JP" dirty="0">
              <a:latin typeface="Meiryo UI" panose="020B0604030504040204" pitchFamily="50" charset="-128"/>
              <a:ea typeface="Meiryo UI" panose="020B0604030504040204" pitchFamily="50" charset="-128"/>
            </a:endParaRPr>
          </a:p>
        </p:txBody>
      </p:sp>
      <p:sp>
        <p:nvSpPr>
          <p:cNvPr id="4" name="矢印: 右 3">
            <a:extLst>
              <a:ext uri="{FF2B5EF4-FFF2-40B4-BE49-F238E27FC236}">
                <a16:creationId xmlns:a16="http://schemas.microsoft.com/office/drawing/2014/main" id="{71F9A48F-6886-1A89-688A-C664A4C913B6}"/>
              </a:ext>
            </a:extLst>
          </p:cNvPr>
          <p:cNvSpPr/>
          <p:nvPr/>
        </p:nvSpPr>
        <p:spPr>
          <a:xfrm>
            <a:off x="8379229" y="6529076"/>
            <a:ext cx="2787551" cy="287506"/>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Meiryo UI" panose="020B0604030504040204" pitchFamily="50" charset="-128"/>
                <a:ea typeface="Meiryo UI" panose="020B0604030504040204" pitchFamily="50" charset="-128"/>
              </a:rPr>
              <a:t>クラブ正会員登録</a:t>
            </a:r>
            <a:endParaRPr kumimoji="1" lang="ja-JP" altLang="en-US" sz="1400" b="1" dirty="0">
              <a:latin typeface="Meiryo UI" panose="020B0604030504040204" pitchFamily="50" charset="-128"/>
              <a:ea typeface="Meiryo UI" panose="020B0604030504040204" pitchFamily="50" charset="-128"/>
            </a:endParaRPr>
          </a:p>
        </p:txBody>
      </p:sp>
      <p:grpSp>
        <p:nvGrpSpPr>
          <p:cNvPr id="6" name="グループ化 5">
            <a:extLst>
              <a:ext uri="{FF2B5EF4-FFF2-40B4-BE49-F238E27FC236}">
                <a16:creationId xmlns:a16="http://schemas.microsoft.com/office/drawing/2014/main" id="{6577339B-1929-F7B0-25F4-DD800126F949}"/>
              </a:ext>
            </a:extLst>
          </p:cNvPr>
          <p:cNvGrpSpPr/>
          <p:nvPr/>
        </p:nvGrpSpPr>
        <p:grpSpPr>
          <a:xfrm>
            <a:off x="9374785" y="6191012"/>
            <a:ext cx="2759576" cy="295908"/>
            <a:chOff x="8467411" y="4670003"/>
            <a:chExt cx="2759576" cy="680634"/>
          </a:xfrm>
        </p:grpSpPr>
        <p:sp>
          <p:nvSpPr>
            <p:cNvPr id="9" name="矢印: 右 8">
              <a:extLst>
                <a:ext uri="{FF2B5EF4-FFF2-40B4-BE49-F238E27FC236}">
                  <a16:creationId xmlns:a16="http://schemas.microsoft.com/office/drawing/2014/main" id="{22A0F01A-E896-B20E-B7CA-C37A8F05154E}"/>
                </a:ext>
              </a:extLst>
            </p:cNvPr>
            <p:cNvSpPr/>
            <p:nvPr/>
          </p:nvSpPr>
          <p:spPr>
            <a:xfrm>
              <a:off x="8467411" y="4673275"/>
              <a:ext cx="2086703"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Meiryo UI" panose="020B0604030504040204" pitchFamily="50" charset="-128"/>
                  <a:ea typeface="Meiryo UI" panose="020B0604030504040204" pitchFamily="50" charset="-128"/>
                </a:rPr>
                <a:t>個人会員</a:t>
              </a:r>
              <a:r>
                <a:rPr kumimoji="1" lang="ja-JP" altLang="en-US" sz="1400" b="1" dirty="0">
                  <a:latin typeface="Meiryo UI" panose="020B0604030504040204" pitchFamily="50" charset="-128"/>
                  <a:ea typeface="Meiryo UI" panose="020B0604030504040204" pitchFamily="50" charset="-128"/>
                </a:rPr>
                <a:t>登録</a:t>
              </a:r>
            </a:p>
          </p:txBody>
        </p:sp>
        <p:sp>
          <p:nvSpPr>
            <p:cNvPr id="16" name="矢印: 山形 15">
              <a:extLst>
                <a:ext uri="{FF2B5EF4-FFF2-40B4-BE49-F238E27FC236}">
                  <a16:creationId xmlns:a16="http://schemas.microsoft.com/office/drawing/2014/main" id="{53E5C240-3BF7-2F03-E5B6-F1BB3662108C}"/>
                </a:ext>
              </a:extLst>
            </p:cNvPr>
            <p:cNvSpPr/>
            <p:nvPr/>
          </p:nvSpPr>
          <p:spPr>
            <a:xfrm>
              <a:off x="10513928" y="4680708"/>
              <a:ext cx="264891" cy="659224"/>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矢印: 山形 23">
              <a:extLst>
                <a:ext uri="{FF2B5EF4-FFF2-40B4-BE49-F238E27FC236}">
                  <a16:creationId xmlns:a16="http://schemas.microsoft.com/office/drawing/2014/main" id="{956D50BC-05F2-A581-BE1B-B1B0A4CFD8D4}"/>
                </a:ext>
              </a:extLst>
            </p:cNvPr>
            <p:cNvSpPr/>
            <p:nvPr/>
          </p:nvSpPr>
          <p:spPr>
            <a:xfrm>
              <a:off x="10713127" y="4680708"/>
              <a:ext cx="289156" cy="66992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7" name="矢印: 山形 26">
              <a:extLst>
                <a:ext uri="{FF2B5EF4-FFF2-40B4-BE49-F238E27FC236}">
                  <a16:creationId xmlns:a16="http://schemas.microsoft.com/office/drawing/2014/main" id="{D42077B2-7AFA-CB72-E58B-C33E9E241241}"/>
                </a:ext>
              </a:extLst>
            </p:cNvPr>
            <p:cNvSpPr/>
            <p:nvPr/>
          </p:nvSpPr>
          <p:spPr>
            <a:xfrm>
              <a:off x="10937831" y="4670003"/>
              <a:ext cx="289156" cy="66992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sp>
        <p:nvSpPr>
          <p:cNvPr id="32" name="テキスト ボックス 31">
            <a:extLst>
              <a:ext uri="{FF2B5EF4-FFF2-40B4-BE49-F238E27FC236}">
                <a16:creationId xmlns:a16="http://schemas.microsoft.com/office/drawing/2014/main" id="{D7EF6049-4EDD-94E7-D6DE-0B8C53C829BA}"/>
              </a:ext>
            </a:extLst>
          </p:cNvPr>
          <p:cNvSpPr txBox="1"/>
          <p:nvPr/>
        </p:nvSpPr>
        <p:spPr>
          <a:xfrm>
            <a:off x="9158459" y="917359"/>
            <a:ext cx="2855397" cy="369332"/>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rPr>
              <a:t>26</a:t>
            </a:r>
            <a:r>
              <a:rPr lang="ja-JP" altLang="en-US" dirty="0">
                <a:latin typeface="Meiryo UI" panose="020B0604030504040204" pitchFamily="50" charset="-128"/>
                <a:ea typeface="Meiryo UI" panose="020B0604030504040204" pitchFamily="50" charset="-128"/>
              </a:rPr>
              <a:t>年</a:t>
            </a:r>
            <a:r>
              <a:rPr lang="en-US" altLang="ja-JP" dirty="0">
                <a:latin typeface="Meiryo UI" panose="020B0604030504040204" pitchFamily="50" charset="-128"/>
                <a:ea typeface="Meiryo UI" panose="020B0604030504040204" pitchFamily="50" charset="-128"/>
              </a:rPr>
              <a:t>10</a:t>
            </a:r>
            <a:r>
              <a:rPr lang="ja-JP" altLang="en-US" dirty="0">
                <a:latin typeface="Meiryo UI" panose="020B0604030504040204" pitchFamily="50" charset="-128"/>
                <a:ea typeface="Meiryo UI" panose="020B0604030504040204" pitchFamily="50" charset="-128"/>
              </a:rPr>
              <a:t>月</a:t>
            </a:r>
            <a:r>
              <a:rPr lang="en-US" altLang="ja-JP" dirty="0">
                <a:latin typeface="Meiryo UI" panose="020B0604030504040204" pitchFamily="50" charset="-128"/>
                <a:ea typeface="Meiryo UI" panose="020B0604030504040204" pitchFamily="50" charset="-128"/>
              </a:rPr>
              <a:t>21</a:t>
            </a:r>
            <a:r>
              <a:rPr lang="ja-JP" altLang="en-US" dirty="0">
                <a:latin typeface="Meiryo UI" panose="020B0604030504040204" pitchFamily="50" charset="-128"/>
                <a:ea typeface="Meiryo UI" panose="020B0604030504040204" pitchFamily="50" charset="-128"/>
              </a:rPr>
              <a:t>日　修正</a:t>
            </a:r>
            <a:endParaRPr lang="en-US" altLang="ja-JP" dirty="0">
              <a:latin typeface="Meiryo UI" panose="020B0604030504040204" pitchFamily="50" charset="-128"/>
              <a:ea typeface="Meiryo UI" panose="020B0604030504040204" pitchFamily="50" charset="-128"/>
            </a:endParaRPr>
          </a:p>
        </p:txBody>
      </p:sp>
      <p:sp>
        <p:nvSpPr>
          <p:cNvPr id="36" name="テキスト ボックス 35">
            <a:extLst>
              <a:ext uri="{FF2B5EF4-FFF2-40B4-BE49-F238E27FC236}">
                <a16:creationId xmlns:a16="http://schemas.microsoft.com/office/drawing/2014/main" id="{5509B8F1-119C-B0A6-1E27-7CD73755A223}"/>
              </a:ext>
            </a:extLst>
          </p:cNvPr>
          <p:cNvSpPr txBox="1"/>
          <p:nvPr/>
        </p:nvSpPr>
        <p:spPr>
          <a:xfrm>
            <a:off x="7892157" y="5324912"/>
            <a:ext cx="2083665" cy="307777"/>
          </a:xfrm>
          <a:prstGeom prst="rect">
            <a:avLst/>
          </a:prstGeom>
          <a:noFill/>
        </p:spPr>
        <p:txBody>
          <a:bodyPr wrap="square" rtlCol="0">
            <a:spAutoFit/>
          </a:bodyPr>
          <a:lstStyle/>
          <a:p>
            <a:r>
              <a:rPr lang="ja-JP" altLang="en-US" sz="1400" b="1" dirty="0">
                <a:solidFill>
                  <a:srgbClr val="FF0000"/>
                </a:solidFill>
                <a:latin typeface="Meiryo UI" panose="020B0604030504040204" pitchFamily="50" charset="-128"/>
                <a:ea typeface="Meiryo UI" panose="020B0604030504040204" pitchFamily="50" charset="-128"/>
              </a:rPr>
              <a:t>▼</a:t>
            </a:r>
            <a:r>
              <a:rPr kumimoji="1" lang="ja-JP" altLang="en-US" sz="1400" b="1" dirty="0">
                <a:solidFill>
                  <a:srgbClr val="FF0000"/>
                </a:solidFill>
                <a:latin typeface="Meiryo UI" panose="020B0604030504040204" pitchFamily="50" charset="-128"/>
                <a:ea typeface="Meiryo UI" panose="020B0604030504040204" pitchFamily="50" charset="-128"/>
              </a:rPr>
              <a:t>システム公開（最遅）</a:t>
            </a:r>
          </a:p>
        </p:txBody>
      </p:sp>
    </p:spTree>
    <p:extLst>
      <p:ext uri="{BB962C8B-B14F-4D97-AF65-F5344CB8AC3E}">
        <p14:creationId xmlns:p14="http://schemas.microsoft.com/office/powerpoint/2010/main" val="3348569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E0038-4F3B-44E7-E3FE-55B8AEB4E29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41A87E5-EB9C-6A2B-2005-D195BBEC356B}"/>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３．</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近畿事務局ポータルシステム要件</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A42D6182-E626-ED3D-7F72-FF8BDAEA024E}"/>
              </a:ext>
            </a:extLst>
          </p:cNvPr>
          <p:cNvSpPr txBox="1"/>
          <p:nvPr/>
        </p:nvSpPr>
        <p:spPr>
          <a:xfrm>
            <a:off x="224291" y="783584"/>
            <a:ext cx="4495193"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（４）会員種別一覧表</a:t>
            </a:r>
            <a:endParaRPr lang="en-US" altLang="ja-JP" sz="2400" dirty="0">
              <a:latin typeface="Meiryo UI" panose="020B0604030504040204" pitchFamily="50" charset="-128"/>
              <a:ea typeface="Meiryo UI" panose="020B0604030504040204" pitchFamily="50" charset="-128"/>
            </a:endParaRPr>
          </a:p>
        </p:txBody>
      </p:sp>
      <p:sp>
        <p:nvSpPr>
          <p:cNvPr id="48" name="テキスト ボックス 47">
            <a:extLst>
              <a:ext uri="{FF2B5EF4-FFF2-40B4-BE49-F238E27FC236}">
                <a16:creationId xmlns:a16="http://schemas.microsoft.com/office/drawing/2014/main" id="{17E30D46-A431-FBEB-6BFD-F9EE82A6E0C1}"/>
              </a:ext>
            </a:extLst>
          </p:cNvPr>
          <p:cNvSpPr txBox="1"/>
          <p:nvPr/>
        </p:nvSpPr>
        <p:spPr>
          <a:xfrm>
            <a:off x="9336603" y="276999"/>
            <a:ext cx="2855397"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9</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28</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201839EC-EC3A-C432-4985-01842A46B169}"/>
              </a:ext>
            </a:extLst>
          </p:cNvPr>
          <p:cNvGraphicFramePr>
            <a:graphicFrameLocks noGrp="1"/>
          </p:cNvGraphicFramePr>
          <p:nvPr>
            <p:extLst>
              <p:ext uri="{D42A27DB-BD31-4B8C-83A1-F6EECF244321}">
                <p14:modId xmlns:p14="http://schemas.microsoft.com/office/powerpoint/2010/main" val="2656935660"/>
              </p:ext>
            </p:extLst>
          </p:nvPr>
        </p:nvGraphicFramePr>
        <p:xfrm>
          <a:off x="473826" y="1245249"/>
          <a:ext cx="11238962" cy="4576618"/>
        </p:xfrm>
        <a:graphic>
          <a:graphicData uri="http://schemas.openxmlformats.org/drawingml/2006/table">
            <a:tbl>
              <a:tblPr firstRow="1" bandRow="1">
                <a:tableStyleId>{5C22544A-7EE6-4342-B048-85BDC9FD1C3A}</a:tableStyleId>
              </a:tblPr>
              <a:tblGrid>
                <a:gridCol w="3337206">
                  <a:extLst>
                    <a:ext uri="{9D8B030D-6E8A-4147-A177-3AD203B41FA5}">
                      <a16:colId xmlns:a16="http://schemas.microsoft.com/office/drawing/2014/main" val="3937947485"/>
                    </a:ext>
                  </a:extLst>
                </a:gridCol>
                <a:gridCol w="3950878">
                  <a:extLst>
                    <a:ext uri="{9D8B030D-6E8A-4147-A177-3AD203B41FA5}">
                      <a16:colId xmlns:a16="http://schemas.microsoft.com/office/drawing/2014/main" val="1180584835"/>
                    </a:ext>
                  </a:extLst>
                </a:gridCol>
                <a:gridCol w="3950878">
                  <a:extLst>
                    <a:ext uri="{9D8B030D-6E8A-4147-A177-3AD203B41FA5}">
                      <a16:colId xmlns:a16="http://schemas.microsoft.com/office/drawing/2014/main" val="1185039261"/>
                    </a:ext>
                  </a:extLst>
                </a:gridCol>
              </a:tblGrid>
              <a:tr h="885303">
                <a:tc>
                  <a:txBody>
                    <a:bodyPr/>
                    <a:lstStyle/>
                    <a:p>
                      <a:pPr algn="ctr"/>
                      <a:r>
                        <a:rPr kumimoji="1" lang="ja-JP" altLang="en-US" dirty="0">
                          <a:latin typeface="Meiryo UI" panose="020B0604030504040204" pitchFamily="50" charset="-128"/>
                          <a:ea typeface="Meiryo UI" panose="020B0604030504040204" pitchFamily="50" charset="-128"/>
                        </a:rPr>
                        <a:t>個人会員種別</a:t>
                      </a:r>
                      <a:endParaRPr kumimoji="1" lang="en-US" altLang="ja-JP" dirty="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a:t>
                      </a:r>
                      <a:r>
                        <a:rPr kumimoji="1" lang="ja-JP" altLang="en-US" dirty="0">
                          <a:solidFill>
                            <a:srgbClr val="FFFF00"/>
                          </a:solidFill>
                          <a:latin typeface="Meiryo UI" panose="020B0604030504040204" pitchFamily="50" charset="-128"/>
                          <a:ea typeface="Meiryo UI" panose="020B0604030504040204" pitchFamily="50" charset="-128"/>
                        </a:rPr>
                        <a:t>ライセンス番号</a:t>
                      </a:r>
                      <a:r>
                        <a:rPr kumimoji="1" lang="en-US" altLang="ja-JP" dirty="0">
                          <a:latin typeface="Meiryo UI" panose="020B0604030504040204" pitchFamily="50" charset="-128"/>
                          <a:ea typeface="Meiryo UI" panose="020B0604030504040204" pitchFamily="50" charset="-128"/>
                        </a:rPr>
                        <a:t>-G-</a:t>
                      </a:r>
                      <a:r>
                        <a:rPr kumimoji="1" lang="ja-JP" altLang="en-US" dirty="0">
                          <a:latin typeface="Meiryo UI" panose="020B0604030504040204" pitchFamily="50" charset="-128"/>
                          <a:ea typeface="Meiryo UI" panose="020B0604030504040204" pitchFamily="50" charset="-128"/>
                        </a:rPr>
                        <a:t>クラブコード</a:t>
                      </a:r>
                      <a:r>
                        <a:rPr kumimoji="1" lang="en-US" altLang="ja-JP" dirty="0">
                          <a:latin typeface="Meiryo UI" panose="020B0604030504040204" pitchFamily="50" charset="-128"/>
                          <a:ea typeface="Meiryo UI" panose="020B0604030504040204" pitchFamily="50" charset="-128"/>
                        </a:rPr>
                        <a:t>) </a:t>
                      </a:r>
                    </a:p>
                    <a:p>
                      <a:pPr algn="ctr"/>
                      <a:r>
                        <a:rPr kumimoji="1" lang="en-US" altLang="ja-JP" dirty="0">
                          <a:latin typeface="Meiryo UI" panose="020B0604030504040204" pitchFamily="50" charset="-128"/>
                          <a:ea typeface="Meiryo UI" panose="020B0604030504040204" pitchFamily="50" charset="-128"/>
                        </a:rPr>
                        <a:t>General</a:t>
                      </a: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a:t>
                      </a:r>
                      <a:r>
                        <a:rPr kumimoji="1" lang="ja-JP" altLang="en-US" dirty="0">
                          <a:solidFill>
                            <a:srgbClr val="FFFF00"/>
                          </a:solidFill>
                          <a:latin typeface="Meiryo UI" panose="020B0604030504040204" pitchFamily="50" charset="-128"/>
                          <a:ea typeface="Meiryo UI" panose="020B0604030504040204" pitchFamily="50" charset="-128"/>
                        </a:rPr>
                        <a:t>免許証番号</a:t>
                      </a:r>
                      <a:r>
                        <a:rPr kumimoji="1" lang="en-US" altLang="ja-JP" dirty="0">
                          <a:latin typeface="Meiryo UI" panose="020B0604030504040204" pitchFamily="50" charset="-128"/>
                          <a:ea typeface="Meiryo UI" panose="020B0604030504040204" pitchFamily="50" charset="-128"/>
                        </a:rPr>
                        <a:t>-T-</a:t>
                      </a:r>
                      <a:r>
                        <a:rPr kumimoji="1" lang="ja-JP" altLang="en-US" dirty="0">
                          <a:latin typeface="Meiryo UI" panose="020B0604030504040204" pitchFamily="50" charset="-128"/>
                          <a:ea typeface="Meiryo UI" panose="020B0604030504040204" pitchFamily="50" charset="-128"/>
                        </a:rPr>
                        <a:t>クラブコード</a:t>
                      </a:r>
                      <a:r>
                        <a:rPr kumimoji="1" lang="en-US" altLang="ja-JP" dirty="0">
                          <a:latin typeface="Meiryo UI" panose="020B0604030504040204" pitchFamily="50" charset="-128"/>
                          <a:ea typeface="Meiryo UI" panose="020B0604030504040204" pitchFamily="50" charset="-128"/>
                        </a:rPr>
                        <a:t>) </a:t>
                      </a:r>
                    </a:p>
                    <a:p>
                      <a:pPr algn="ctr"/>
                      <a:r>
                        <a:rPr kumimoji="1" lang="en-US" altLang="ja-JP" dirty="0">
                          <a:latin typeface="Meiryo UI" panose="020B0604030504040204" pitchFamily="50" charset="-128"/>
                          <a:ea typeface="Meiryo UI" panose="020B0604030504040204" pitchFamily="50" charset="-128"/>
                        </a:rPr>
                        <a:t>Temporary</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917672075"/>
                  </a:ext>
                </a:extLst>
              </a:tr>
              <a:tr h="610247">
                <a:tc>
                  <a:txBody>
                    <a:bodyPr/>
                    <a:lstStyle/>
                    <a:p>
                      <a:pPr algn="ctr"/>
                      <a:r>
                        <a:rPr kumimoji="1" lang="ja-JP" altLang="en-US" b="1" dirty="0">
                          <a:latin typeface="Meiryo UI" panose="020B0604030504040204" pitchFamily="50" charset="-128"/>
                          <a:ea typeface="Meiryo UI" panose="020B0604030504040204" pitchFamily="50" charset="-128"/>
                        </a:rPr>
                        <a:t>会費</a:t>
                      </a:r>
                    </a:p>
                  </a:txBody>
                  <a:tcPr anchor="ctr"/>
                </a:tc>
                <a:tc>
                  <a:txBody>
                    <a:bodyPr/>
                    <a:lstStyle/>
                    <a:p>
                      <a:pPr algn="ctr"/>
                      <a:r>
                        <a:rPr kumimoji="1" lang="en-US" altLang="ja-JP" b="1" dirty="0">
                          <a:latin typeface="Meiryo UI" panose="020B0604030504040204" pitchFamily="50" charset="-128"/>
                          <a:ea typeface="Meiryo UI" panose="020B0604030504040204" pitchFamily="50" charset="-128"/>
                        </a:rPr>
                        <a:t>2,000</a:t>
                      </a:r>
                      <a:r>
                        <a:rPr kumimoji="1" lang="ja-JP" altLang="en-US" b="1" dirty="0">
                          <a:latin typeface="Meiryo UI" panose="020B0604030504040204" pitchFamily="50" charset="-128"/>
                          <a:ea typeface="Meiryo UI" panose="020B0604030504040204" pitchFamily="50" charset="-128"/>
                        </a:rPr>
                        <a:t>円</a:t>
                      </a:r>
                      <a:r>
                        <a:rPr kumimoji="1" lang="en-US" altLang="ja-JP" b="1" dirty="0">
                          <a:latin typeface="Meiryo UI" panose="020B0604030504040204" pitchFamily="50" charset="-128"/>
                          <a:ea typeface="Meiryo UI" panose="020B0604030504040204" pitchFamily="50" charset="-128"/>
                        </a:rPr>
                        <a:t>/</a:t>
                      </a:r>
                      <a:r>
                        <a:rPr kumimoji="1" lang="ja-JP" altLang="en-US" b="1" dirty="0">
                          <a:latin typeface="Meiryo UI" panose="020B0604030504040204" pitchFamily="50" charset="-128"/>
                          <a:ea typeface="Meiryo UI" panose="020B0604030504040204" pitchFamily="50" charset="-128"/>
                        </a:rPr>
                        <a:t>年</a:t>
                      </a:r>
                      <a:endParaRPr kumimoji="1" lang="en-US" altLang="ja-JP" b="1" dirty="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b="1" dirty="0">
                          <a:latin typeface="Meiryo UI" panose="020B0604030504040204" pitchFamily="50" charset="-128"/>
                          <a:ea typeface="Meiryo UI" panose="020B0604030504040204" pitchFamily="50" charset="-128"/>
                        </a:rPr>
                        <a:t>500</a:t>
                      </a:r>
                      <a:r>
                        <a:rPr kumimoji="1" lang="ja-JP" altLang="en-US" b="1" dirty="0">
                          <a:latin typeface="Meiryo UI" panose="020B0604030504040204" pitchFamily="50" charset="-128"/>
                          <a:ea typeface="Meiryo UI" panose="020B0604030504040204" pitchFamily="50" charset="-128"/>
                        </a:rPr>
                        <a:t>円</a:t>
                      </a:r>
                      <a:r>
                        <a:rPr kumimoji="1" lang="en-US" altLang="ja-JP" b="1" dirty="0">
                          <a:latin typeface="Meiryo UI" panose="020B0604030504040204" pitchFamily="50" charset="-128"/>
                          <a:ea typeface="Meiryo UI" panose="020B0604030504040204" pitchFamily="50" charset="-128"/>
                        </a:rPr>
                        <a:t>/</a:t>
                      </a:r>
                      <a:r>
                        <a:rPr kumimoji="1" lang="ja-JP" altLang="en-US" b="1" dirty="0">
                          <a:latin typeface="Meiryo UI" panose="020B0604030504040204" pitchFamily="50" charset="-128"/>
                          <a:ea typeface="Meiryo UI" panose="020B0604030504040204" pitchFamily="50" charset="-128"/>
                        </a:rPr>
                        <a:t>回</a:t>
                      </a:r>
                    </a:p>
                  </a:txBody>
                  <a:tcPr anchor="ctr"/>
                </a:tc>
                <a:extLst>
                  <a:ext uri="{0D108BD9-81ED-4DB2-BD59-A6C34878D82A}">
                    <a16:rowId xmlns:a16="http://schemas.microsoft.com/office/drawing/2014/main" val="2385596549"/>
                  </a:ext>
                </a:extLst>
              </a:tr>
              <a:tr h="610247">
                <a:tc>
                  <a:txBody>
                    <a:bodyPr/>
                    <a:lstStyle/>
                    <a:p>
                      <a:pPr algn="ctr"/>
                      <a:r>
                        <a:rPr kumimoji="1" lang="ja-JP" altLang="en-US" b="1" dirty="0">
                          <a:latin typeface="Meiryo UI" panose="020B0604030504040204" pitchFamily="50" charset="-128"/>
                          <a:ea typeface="Meiryo UI" panose="020B0604030504040204" pitchFamily="50" charset="-128"/>
                        </a:rPr>
                        <a:t>会員有効期間</a:t>
                      </a:r>
                    </a:p>
                  </a:txBody>
                  <a:tcPr anchor="ctr"/>
                </a:tc>
                <a:tc>
                  <a:txBody>
                    <a:bodyPr/>
                    <a:lstStyle/>
                    <a:p>
                      <a:pPr algn="ctr"/>
                      <a:r>
                        <a:rPr kumimoji="1" lang="ja-JP" altLang="en-US" b="1" dirty="0">
                          <a:latin typeface="Meiryo UI" panose="020B0604030504040204" pitchFamily="50" charset="-128"/>
                          <a:ea typeface="Meiryo UI" panose="020B0604030504040204" pitchFamily="50" charset="-128"/>
                        </a:rPr>
                        <a:t>年度内有効</a:t>
                      </a:r>
                      <a:endParaRPr kumimoji="1" lang="en-US" altLang="ja-JP" b="1" dirty="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b="1" dirty="0">
                          <a:latin typeface="Meiryo UI" panose="020B0604030504040204" pitchFamily="50" charset="-128"/>
                          <a:ea typeface="Meiryo UI" panose="020B0604030504040204" pitchFamily="50" charset="-128"/>
                        </a:rPr>
                        <a:t>イベント当日のみ</a:t>
                      </a:r>
                      <a:endParaRPr kumimoji="1" lang="en-US" altLang="ja-JP" b="1"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754298548"/>
                  </a:ext>
                </a:extLst>
              </a:tr>
              <a:tr h="610247">
                <a:tc>
                  <a:txBody>
                    <a:bodyPr/>
                    <a:lstStyle/>
                    <a:p>
                      <a:pPr algn="ctr"/>
                      <a:r>
                        <a:rPr kumimoji="1" lang="ja-JP" altLang="en-US" b="1" dirty="0">
                          <a:latin typeface="Meiryo UI" panose="020B0604030504040204" pitchFamily="50" charset="-128"/>
                          <a:ea typeface="Meiryo UI" panose="020B0604030504040204" pitchFamily="50" charset="-128"/>
                        </a:rPr>
                        <a:t>デジタル会員証</a:t>
                      </a:r>
                    </a:p>
                  </a:txBody>
                  <a:tcPr anchor="ctr"/>
                </a:tc>
                <a:tc>
                  <a:txBody>
                    <a:bodyPr/>
                    <a:lstStyle/>
                    <a:p>
                      <a:pPr algn="ctr"/>
                      <a:r>
                        <a:rPr kumimoji="1" lang="ja-JP" altLang="en-US" b="1" dirty="0">
                          <a:latin typeface="Meiryo UI" panose="020B0604030504040204" pitchFamily="50" charset="-128"/>
                          <a:ea typeface="Meiryo UI" panose="020B0604030504040204" pitchFamily="50" charset="-128"/>
                        </a:rPr>
                        <a:t>あり</a:t>
                      </a:r>
                    </a:p>
                  </a:txBody>
                  <a:tcPr anchor="ctr"/>
                </a:tc>
                <a:tc>
                  <a:txBody>
                    <a:bodyPr/>
                    <a:lstStyle/>
                    <a:p>
                      <a:pPr algn="ctr"/>
                      <a:r>
                        <a:rPr kumimoji="1" lang="ja-JP" altLang="en-US" b="1" dirty="0">
                          <a:latin typeface="Meiryo UI" panose="020B0604030504040204" pitchFamily="50" charset="-128"/>
                          <a:ea typeface="Meiryo UI" panose="020B0604030504040204" pitchFamily="50" charset="-128"/>
                        </a:rPr>
                        <a:t>なし</a:t>
                      </a:r>
                    </a:p>
                  </a:txBody>
                  <a:tcPr anchor="ctr"/>
                </a:tc>
                <a:extLst>
                  <a:ext uri="{0D108BD9-81ED-4DB2-BD59-A6C34878D82A}">
                    <a16:rowId xmlns:a16="http://schemas.microsoft.com/office/drawing/2014/main" val="2230026623"/>
                  </a:ext>
                </a:extLst>
              </a:tr>
              <a:tr h="610247">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ＪＡＦ近畿地域</a:t>
                      </a:r>
                      <a:endParaRPr kumimoji="1" lang="en-US" altLang="ja-JP" b="1" dirty="0">
                        <a:solidFill>
                          <a:sysClr val="windowText" lastClr="000000"/>
                        </a:solidFill>
                        <a:latin typeface="Meiryo UI" panose="020B0604030504040204" pitchFamily="50" charset="-128"/>
                        <a:ea typeface="Meiryo UI" panose="020B0604030504040204" pitchFamily="50" charset="-128"/>
                      </a:endParaRPr>
                    </a:p>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クラブ協議会見舞金権利</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年度内有効</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イベント当日のみ</a:t>
                      </a:r>
                    </a:p>
                  </a:txBody>
                  <a:tcPr anchor="ctr"/>
                </a:tc>
                <a:extLst>
                  <a:ext uri="{0D108BD9-81ED-4DB2-BD59-A6C34878D82A}">
                    <a16:rowId xmlns:a16="http://schemas.microsoft.com/office/drawing/2014/main" val="1469027580"/>
                  </a:ext>
                </a:extLst>
              </a:tr>
              <a:tr h="610247">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個人会員メニューの見え方</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年度内有効</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年度内有効</a:t>
                      </a:r>
                    </a:p>
                  </a:txBody>
                  <a:tcPr anchor="ctr"/>
                </a:tc>
                <a:extLst>
                  <a:ext uri="{0D108BD9-81ED-4DB2-BD59-A6C34878D82A}">
                    <a16:rowId xmlns:a16="http://schemas.microsoft.com/office/drawing/2014/main" val="3596210108"/>
                  </a:ext>
                </a:extLst>
              </a:tr>
              <a:tr h="610247">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競技</a:t>
                      </a:r>
                      <a:r>
                        <a:rPr kumimoji="1" lang="en-US" altLang="ja-JP" b="1" dirty="0">
                          <a:solidFill>
                            <a:sysClr val="windowText" lastClr="000000"/>
                          </a:solidFill>
                          <a:latin typeface="Meiryo UI" panose="020B0604030504040204" pitchFamily="50" charset="-128"/>
                          <a:ea typeface="Meiryo UI" panose="020B0604030504040204" pitchFamily="50" charset="-128"/>
                        </a:rPr>
                        <a:t>/</a:t>
                      </a:r>
                      <a:r>
                        <a:rPr kumimoji="1" lang="ja-JP" altLang="en-US" b="1" dirty="0">
                          <a:solidFill>
                            <a:sysClr val="windowText" lastClr="000000"/>
                          </a:solidFill>
                          <a:latin typeface="Meiryo UI" panose="020B0604030504040204" pitchFamily="50" charset="-128"/>
                          <a:ea typeface="Meiryo UI" panose="020B0604030504040204" pitchFamily="50" charset="-128"/>
                        </a:rPr>
                        <a:t>審判員ライセンス</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必須</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不問</a:t>
                      </a:r>
                    </a:p>
                  </a:txBody>
                  <a:tcPr anchor="ctr"/>
                </a:tc>
                <a:extLst>
                  <a:ext uri="{0D108BD9-81ED-4DB2-BD59-A6C34878D82A}">
                    <a16:rowId xmlns:a16="http://schemas.microsoft.com/office/drawing/2014/main" val="3538985084"/>
                  </a:ext>
                </a:extLst>
              </a:tr>
            </a:tbl>
          </a:graphicData>
        </a:graphic>
      </p:graphicFrame>
      <p:sp>
        <p:nvSpPr>
          <p:cNvPr id="6" name="テキスト ボックス 5">
            <a:extLst>
              <a:ext uri="{FF2B5EF4-FFF2-40B4-BE49-F238E27FC236}">
                <a16:creationId xmlns:a16="http://schemas.microsoft.com/office/drawing/2014/main" id="{CCE72A98-9A5F-6992-1AE8-D1BEF369CEC5}"/>
              </a:ext>
            </a:extLst>
          </p:cNvPr>
          <p:cNvSpPr txBox="1"/>
          <p:nvPr/>
        </p:nvSpPr>
        <p:spPr>
          <a:xfrm>
            <a:off x="473826" y="5821867"/>
            <a:ext cx="11363497" cy="923330"/>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rPr>
              <a:t>※General</a:t>
            </a:r>
            <a:r>
              <a:rPr kumimoji="1" lang="ja-JP" altLang="en-US" dirty="0">
                <a:latin typeface="Meiryo UI" panose="020B0604030504040204" pitchFamily="50" charset="-128"/>
                <a:ea typeface="Meiryo UI" panose="020B0604030504040204" pitchFamily="50" charset="-128"/>
              </a:rPr>
              <a:t>は年度内有効の個人会員、対象は選手、審判、事務局、</a:t>
            </a:r>
            <a:r>
              <a:rPr lang="en-US" altLang="ja-JP" dirty="0">
                <a:latin typeface="Meiryo UI" panose="020B0604030504040204" pitchFamily="50" charset="-128"/>
                <a:ea typeface="Meiryo UI" panose="020B0604030504040204" pitchFamily="50" charset="-128"/>
              </a:rPr>
              <a:t>Temporary</a:t>
            </a:r>
            <a:r>
              <a:rPr kumimoji="1" lang="ja-JP" altLang="en-US" dirty="0">
                <a:latin typeface="Meiryo UI" panose="020B0604030504040204" pitchFamily="50" charset="-128"/>
                <a:ea typeface="Meiryo UI" panose="020B0604030504040204" pitchFamily="50" charset="-128"/>
              </a:rPr>
              <a:t>はオートテスト等の当日限りを対象</a:t>
            </a:r>
            <a:endParaRPr kumimoji="1"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Temporary</a:t>
            </a:r>
            <a:r>
              <a:rPr lang="ja-JP" altLang="en-US" dirty="0">
                <a:latin typeface="Meiryo UI" panose="020B0604030504040204" pitchFamily="50" charset="-128"/>
                <a:ea typeface="Meiryo UI" panose="020B0604030504040204" pitchFamily="50" charset="-128"/>
              </a:rPr>
              <a:t>の個人会員番号におけるクラブコードはイベント主催クラブのコードを使用、またオートテストの参加のみの</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　　参加の場合でも</a:t>
            </a:r>
            <a:r>
              <a:rPr lang="en-US" altLang="ja-JP" dirty="0">
                <a:latin typeface="Meiryo UI" panose="020B0604030504040204" pitchFamily="50" charset="-128"/>
                <a:ea typeface="Meiryo UI" panose="020B0604030504040204" pitchFamily="50" charset="-128"/>
              </a:rPr>
              <a:t>General</a:t>
            </a:r>
            <a:r>
              <a:rPr lang="ja-JP" altLang="en-US" dirty="0">
                <a:latin typeface="Meiryo UI" panose="020B0604030504040204" pitchFamily="50" charset="-128"/>
                <a:ea typeface="Meiryo UI" panose="020B0604030504040204" pitchFamily="50" charset="-128"/>
              </a:rPr>
              <a:t>の会員になることは可能とする</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98722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D570BAD-935F-5A2A-EA5B-4A3ABE5C953B}"/>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３．</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近畿事務局ポータルシステム要件</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1444C910-3E46-AF66-1AC7-6282965A9C0A}"/>
              </a:ext>
            </a:extLst>
          </p:cNvPr>
          <p:cNvSpPr txBox="1"/>
          <p:nvPr/>
        </p:nvSpPr>
        <p:spPr>
          <a:xfrm>
            <a:off x="224290" y="783584"/>
            <a:ext cx="9742669"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（５）イベント主催クラブおよび部会の権限に関する仕様追加</a:t>
            </a:r>
            <a:endParaRPr lang="en-US" altLang="ja-JP" sz="2400"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9DB2F5F4-D1B3-60BD-E8FF-D29C0094DC41}"/>
              </a:ext>
            </a:extLst>
          </p:cNvPr>
          <p:cNvSpPr txBox="1"/>
          <p:nvPr/>
        </p:nvSpPr>
        <p:spPr>
          <a:xfrm>
            <a:off x="9077499" y="276999"/>
            <a:ext cx="3114502"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A0116B58-6997-A6D0-11BC-EEA329D9F7FA}"/>
              </a:ext>
            </a:extLst>
          </p:cNvPr>
          <p:cNvSpPr txBox="1"/>
          <p:nvPr/>
        </p:nvSpPr>
        <p:spPr>
          <a:xfrm>
            <a:off x="415559" y="1245249"/>
            <a:ext cx="11360881" cy="5632311"/>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下記の仕様追加をお願いします。</a:t>
            </a:r>
            <a:endParaRPr kumimoji="1"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・個人会員および正会員クラブが、協議会見舞金およびスポーツ安全保険の請求ができる</a:t>
            </a:r>
            <a:endParaRPr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　機能の追加</a:t>
            </a:r>
            <a:endParaRPr kumimoji="1"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（１）</a:t>
            </a:r>
            <a:r>
              <a:rPr kumimoji="1" lang="ja-JP" altLang="en-US" sz="2400" dirty="0">
                <a:latin typeface="Meiryo UI" panose="020B0604030504040204" pitchFamily="50" charset="-128"/>
                <a:ea typeface="Meiryo UI" panose="020B0604030504040204" pitchFamily="50" charset="-128"/>
              </a:rPr>
              <a:t>スポーツ安全保険については、事務局に①被保険者名②クラブ名の</a:t>
            </a:r>
            <a:r>
              <a:rPr kumimoji="1" lang="en-US" altLang="ja-JP" sz="2400" dirty="0">
                <a:latin typeface="Meiryo UI" panose="020B0604030504040204" pitchFamily="50" charset="-128"/>
                <a:ea typeface="Meiryo UI" panose="020B0604030504040204" pitchFamily="50" charset="-128"/>
              </a:rPr>
              <a:t>2</a:t>
            </a:r>
            <a:r>
              <a:rPr kumimoji="1" lang="ja-JP" altLang="en-US" sz="2400" dirty="0">
                <a:latin typeface="Meiryo UI" panose="020B0604030504040204" pitchFamily="50" charset="-128"/>
                <a:ea typeface="Meiryo UI" panose="020B0604030504040204" pitchFamily="50" charset="-128"/>
              </a:rPr>
              <a:t>点を連絡する</a:t>
            </a:r>
            <a:endParaRPr kumimoji="1"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　　　</a:t>
            </a:r>
            <a:r>
              <a:rPr kumimoji="1" lang="ja-JP" altLang="en-US" sz="2400" dirty="0">
                <a:latin typeface="Meiryo UI" panose="020B0604030504040204" pitchFamily="50" charset="-128"/>
                <a:ea typeface="Meiryo UI" panose="020B0604030504040204" pitchFamily="50" charset="-128"/>
              </a:rPr>
              <a:t>こととなっているので、個人会員の専用画面から、申し込んだ人は請求申請できる</a:t>
            </a:r>
            <a:endParaRPr kumimoji="1"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　　　</a:t>
            </a:r>
            <a:r>
              <a:rPr kumimoji="1" lang="ja-JP" altLang="en-US" sz="2400" dirty="0">
                <a:latin typeface="Meiryo UI" panose="020B0604030504040204" pitchFamily="50" charset="-128"/>
                <a:ea typeface="Meiryo UI" panose="020B0604030504040204" pitchFamily="50" charset="-128"/>
              </a:rPr>
              <a:t>機能を追加</a:t>
            </a:r>
            <a:endParaRPr kumimoji="1"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（２）協議会見舞金については、死亡保障になるため申し込んだ本人からの申請の</a:t>
            </a:r>
            <a:endParaRPr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　　　可能性が低い→今回保留</a:t>
            </a:r>
            <a:endParaRPr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また、オンラインエントリー側に付与する機能と思いますが、事務局ポータル側で必要な処置の</a:t>
            </a:r>
            <a:endParaRPr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織り込みをお願いします。（イベント主催クラブの特定が必要？事務局で設定？）</a:t>
            </a:r>
            <a:endParaRPr kumimoji="1"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　</a:t>
            </a:r>
            <a:r>
              <a:rPr kumimoji="1" lang="ja-JP" altLang="en-US" sz="2400" dirty="0">
                <a:latin typeface="Meiryo UI" panose="020B0604030504040204" pitchFamily="50" charset="-128"/>
                <a:ea typeface="Meiryo UI" panose="020B0604030504040204" pitchFamily="50" charset="-128"/>
              </a:rPr>
              <a:t>①イベント主催クラブが参加者の情報を照会できる機能</a:t>
            </a:r>
            <a:endParaRPr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　　オンラインエントリーしてきた選手が、個人会員に登録しており、かつ、所属クラブが</a:t>
            </a:r>
            <a:endParaRPr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　　正会員登録されていることを照会できる機能の付与</a:t>
            </a:r>
            <a:endParaRPr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　②上記選手の対する各シリーズイベントでのポイント付与と、クラス別集計できる機能</a:t>
            </a:r>
            <a:endParaRPr lang="en-US" altLang="ja-JP" sz="2400" dirty="0">
              <a:latin typeface="Meiryo UI" panose="020B0604030504040204" pitchFamily="50" charset="-128"/>
              <a:ea typeface="Meiryo UI" panose="020B0604030504040204" pitchFamily="50" charset="-128"/>
            </a:endParaRPr>
          </a:p>
          <a:p>
            <a:r>
              <a:rPr lang="ja-JP" altLang="en-US" sz="2400" dirty="0">
                <a:latin typeface="Meiryo UI" panose="020B0604030504040204" pitchFamily="50" charset="-128"/>
                <a:ea typeface="Meiryo UI" panose="020B0604030504040204" pitchFamily="50" charset="-128"/>
              </a:rPr>
              <a:t>　③イベント主催クラブが上記①について把握できる機能</a:t>
            </a:r>
            <a:endParaRPr lang="en-US" altLang="ja-JP" sz="2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59125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11077265-D3ED-49A2-FBDE-99510A0E354C}"/>
              </a:ext>
            </a:extLst>
          </p:cNvPr>
          <p:cNvPicPr>
            <a:picLocks noChangeAspect="1"/>
          </p:cNvPicPr>
          <p:nvPr/>
        </p:nvPicPr>
        <p:blipFill>
          <a:blip r:embed="rId2"/>
          <a:stretch>
            <a:fillRect/>
          </a:stretch>
        </p:blipFill>
        <p:spPr>
          <a:xfrm>
            <a:off x="265036" y="795751"/>
            <a:ext cx="8529830" cy="5868038"/>
          </a:xfrm>
          <a:prstGeom prst="rect">
            <a:avLst/>
          </a:prstGeom>
        </p:spPr>
      </p:pic>
      <p:sp>
        <p:nvSpPr>
          <p:cNvPr id="6" name="吹き出し: 四角形 5">
            <a:extLst>
              <a:ext uri="{FF2B5EF4-FFF2-40B4-BE49-F238E27FC236}">
                <a16:creationId xmlns:a16="http://schemas.microsoft.com/office/drawing/2014/main" id="{59357A35-2C89-6EFE-7782-274158CF2C3B}"/>
              </a:ext>
            </a:extLst>
          </p:cNvPr>
          <p:cNvSpPr/>
          <p:nvPr/>
        </p:nvSpPr>
        <p:spPr>
          <a:xfrm>
            <a:off x="9717578" y="2582613"/>
            <a:ext cx="2319251"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インフォメーション</a:t>
            </a:r>
            <a:endParaRPr kumimoji="1" lang="en-US" altLang="ja-JP" dirty="0"/>
          </a:p>
          <a:p>
            <a:pPr algn="ctr"/>
            <a:r>
              <a:rPr lang="ja-JP" altLang="en-US" dirty="0"/>
              <a:t>（事務局から）</a:t>
            </a:r>
            <a:endParaRPr kumimoji="1" lang="ja-JP" altLang="en-US" dirty="0"/>
          </a:p>
        </p:txBody>
      </p:sp>
      <p:sp>
        <p:nvSpPr>
          <p:cNvPr id="7" name="左中かっこ 6">
            <a:extLst>
              <a:ext uri="{FF2B5EF4-FFF2-40B4-BE49-F238E27FC236}">
                <a16:creationId xmlns:a16="http://schemas.microsoft.com/office/drawing/2014/main" id="{886C260F-5E9D-78C5-5BC9-671591C15F23}"/>
              </a:ext>
            </a:extLst>
          </p:cNvPr>
          <p:cNvSpPr/>
          <p:nvPr/>
        </p:nvSpPr>
        <p:spPr>
          <a:xfrm flipH="1">
            <a:off x="8907086" y="964275"/>
            <a:ext cx="423949" cy="5494713"/>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EBF98F8F-25AC-10DD-2C1D-14C385F0B79F}"/>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４．既存</a:t>
            </a:r>
            <a:r>
              <a:rPr lang="en-US" altLang="ja-JP" sz="3600" dirty="0">
                <a:latin typeface="Meiryo UI" panose="020B0604030504040204" pitchFamily="50" charset="-128"/>
                <a:ea typeface="Meiryo UI" panose="020B0604030504040204" pitchFamily="50" charset="-128"/>
              </a:rPr>
              <a:t>HP</a:t>
            </a:r>
            <a:r>
              <a:rPr lang="ja-JP" altLang="en-US" sz="3600" dirty="0">
                <a:latin typeface="Meiryo UI" panose="020B0604030504040204" pitchFamily="50" charset="-128"/>
                <a:ea typeface="Meiryo UI" panose="020B0604030504040204" pitchFamily="50" charset="-128"/>
              </a:rPr>
              <a:t>の内容の引継ぎについて</a:t>
            </a:r>
            <a:endParaRPr kumimoji="1" lang="ja-JP" altLang="en-US" sz="3600"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B8DADDE3-C7DF-A1D4-9A67-5DD8D17883D8}"/>
              </a:ext>
            </a:extLst>
          </p:cNvPr>
          <p:cNvSpPr txBox="1"/>
          <p:nvPr/>
        </p:nvSpPr>
        <p:spPr>
          <a:xfrm>
            <a:off x="9077499" y="276999"/>
            <a:ext cx="3114502"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13352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A8C1253-9CD4-BDE9-7539-75A0B1E50DAA}"/>
              </a:ext>
            </a:extLst>
          </p:cNvPr>
          <p:cNvPicPr>
            <a:picLocks noChangeAspect="1"/>
          </p:cNvPicPr>
          <p:nvPr/>
        </p:nvPicPr>
        <p:blipFill>
          <a:blip r:embed="rId2"/>
          <a:stretch>
            <a:fillRect/>
          </a:stretch>
        </p:blipFill>
        <p:spPr>
          <a:xfrm>
            <a:off x="1955768" y="820690"/>
            <a:ext cx="8280463" cy="5696488"/>
          </a:xfrm>
          <a:prstGeom prst="rect">
            <a:avLst/>
          </a:prstGeom>
        </p:spPr>
      </p:pic>
      <p:sp>
        <p:nvSpPr>
          <p:cNvPr id="2" name="吹き出し: 四角形 1">
            <a:extLst>
              <a:ext uri="{FF2B5EF4-FFF2-40B4-BE49-F238E27FC236}">
                <a16:creationId xmlns:a16="http://schemas.microsoft.com/office/drawing/2014/main" id="{2691FF8E-DF18-7A31-5096-B14950916F38}"/>
              </a:ext>
            </a:extLst>
          </p:cNvPr>
          <p:cNvSpPr/>
          <p:nvPr/>
        </p:nvSpPr>
        <p:spPr>
          <a:xfrm>
            <a:off x="9194301" y="1402205"/>
            <a:ext cx="2319251"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各部会の</a:t>
            </a:r>
            <a:r>
              <a:rPr kumimoji="1" lang="en-US" altLang="ja-JP" dirty="0"/>
              <a:t>HP</a:t>
            </a:r>
            <a:r>
              <a:rPr kumimoji="1" lang="ja-JP" altLang="en-US" dirty="0"/>
              <a:t>に移行</a:t>
            </a:r>
          </a:p>
        </p:txBody>
      </p:sp>
      <p:sp>
        <p:nvSpPr>
          <p:cNvPr id="4" name="左中かっこ 3">
            <a:extLst>
              <a:ext uri="{FF2B5EF4-FFF2-40B4-BE49-F238E27FC236}">
                <a16:creationId xmlns:a16="http://schemas.microsoft.com/office/drawing/2014/main" id="{CDD0CA21-E922-4BE4-6267-564D9AC937E1}"/>
              </a:ext>
            </a:extLst>
          </p:cNvPr>
          <p:cNvSpPr/>
          <p:nvPr/>
        </p:nvSpPr>
        <p:spPr>
          <a:xfrm flipH="1">
            <a:off x="8566261" y="1330036"/>
            <a:ext cx="228603" cy="114715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吹き出し: 四角形 4">
            <a:extLst>
              <a:ext uri="{FF2B5EF4-FFF2-40B4-BE49-F238E27FC236}">
                <a16:creationId xmlns:a16="http://schemas.microsoft.com/office/drawing/2014/main" id="{5894297D-3A06-8B06-31CB-C28030FC99C8}"/>
              </a:ext>
            </a:extLst>
          </p:cNvPr>
          <p:cNvSpPr/>
          <p:nvPr/>
        </p:nvSpPr>
        <p:spPr>
          <a:xfrm>
            <a:off x="9422904" y="2986539"/>
            <a:ext cx="2319251"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インフォメーション</a:t>
            </a:r>
            <a:endParaRPr kumimoji="1" lang="en-US" altLang="ja-JP" dirty="0"/>
          </a:p>
          <a:p>
            <a:pPr algn="ctr"/>
            <a:r>
              <a:rPr lang="ja-JP" altLang="en-US" dirty="0"/>
              <a:t>（事務局から）</a:t>
            </a:r>
            <a:endParaRPr kumimoji="1" lang="ja-JP" altLang="en-US" dirty="0"/>
          </a:p>
        </p:txBody>
      </p:sp>
      <p:sp>
        <p:nvSpPr>
          <p:cNvPr id="6" name="左中かっこ 5">
            <a:extLst>
              <a:ext uri="{FF2B5EF4-FFF2-40B4-BE49-F238E27FC236}">
                <a16:creationId xmlns:a16="http://schemas.microsoft.com/office/drawing/2014/main" id="{B1D768E5-FEEA-302E-A5E3-6CC30823A4D4}"/>
              </a:ext>
            </a:extLst>
          </p:cNvPr>
          <p:cNvSpPr/>
          <p:nvPr/>
        </p:nvSpPr>
        <p:spPr>
          <a:xfrm flipH="1">
            <a:off x="8794864" y="2914370"/>
            <a:ext cx="228603" cy="114715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 name="吹き出し: 四角形 6">
            <a:extLst>
              <a:ext uri="{FF2B5EF4-FFF2-40B4-BE49-F238E27FC236}">
                <a16:creationId xmlns:a16="http://schemas.microsoft.com/office/drawing/2014/main" id="{D73BD4B2-FB0C-9992-E377-A60DDECBCCF2}"/>
              </a:ext>
            </a:extLst>
          </p:cNvPr>
          <p:cNvSpPr/>
          <p:nvPr/>
        </p:nvSpPr>
        <p:spPr>
          <a:xfrm>
            <a:off x="10261101" y="4879696"/>
            <a:ext cx="2319251"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統一カレンダー</a:t>
            </a:r>
            <a:endParaRPr kumimoji="1" lang="ja-JP" altLang="en-US" dirty="0"/>
          </a:p>
        </p:txBody>
      </p:sp>
      <p:sp>
        <p:nvSpPr>
          <p:cNvPr id="8" name="左中かっこ 7">
            <a:extLst>
              <a:ext uri="{FF2B5EF4-FFF2-40B4-BE49-F238E27FC236}">
                <a16:creationId xmlns:a16="http://schemas.microsoft.com/office/drawing/2014/main" id="{CD23221B-7DC9-0565-96EA-3311C0A4C4FE}"/>
              </a:ext>
            </a:extLst>
          </p:cNvPr>
          <p:cNvSpPr/>
          <p:nvPr/>
        </p:nvSpPr>
        <p:spPr>
          <a:xfrm flipH="1">
            <a:off x="9633061" y="4807527"/>
            <a:ext cx="228603" cy="114715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 name="吹き出し: 四角形 8">
            <a:extLst>
              <a:ext uri="{FF2B5EF4-FFF2-40B4-BE49-F238E27FC236}">
                <a16:creationId xmlns:a16="http://schemas.microsoft.com/office/drawing/2014/main" id="{5BEF7BF0-476D-14F4-D20A-D65361E2D38D}"/>
              </a:ext>
            </a:extLst>
          </p:cNvPr>
          <p:cNvSpPr/>
          <p:nvPr/>
        </p:nvSpPr>
        <p:spPr>
          <a:xfrm flipH="1">
            <a:off x="-514295" y="1507625"/>
            <a:ext cx="2174739"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インフォメーション（事務局から）</a:t>
            </a:r>
            <a:endParaRPr kumimoji="1" lang="ja-JP" altLang="en-US" dirty="0"/>
          </a:p>
        </p:txBody>
      </p:sp>
      <p:sp>
        <p:nvSpPr>
          <p:cNvPr id="10" name="左中かっこ 9">
            <a:extLst>
              <a:ext uri="{FF2B5EF4-FFF2-40B4-BE49-F238E27FC236}">
                <a16:creationId xmlns:a16="http://schemas.microsoft.com/office/drawing/2014/main" id="{D03E7091-0838-9CF3-5536-24CF06E6E63C}"/>
              </a:ext>
            </a:extLst>
          </p:cNvPr>
          <p:cNvSpPr/>
          <p:nvPr/>
        </p:nvSpPr>
        <p:spPr>
          <a:xfrm>
            <a:off x="2014442" y="1402205"/>
            <a:ext cx="228604" cy="114715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吹き出し: 四角形 12">
            <a:extLst>
              <a:ext uri="{FF2B5EF4-FFF2-40B4-BE49-F238E27FC236}">
                <a16:creationId xmlns:a16="http://schemas.microsoft.com/office/drawing/2014/main" id="{4DB91355-E0A0-2B8E-AA23-B587AB51BE25}"/>
              </a:ext>
            </a:extLst>
          </p:cNvPr>
          <p:cNvSpPr/>
          <p:nvPr/>
        </p:nvSpPr>
        <p:spPr>
          <a:xfrm flipH="1">
            <a:off x="-408923" y="2914370"/>
            <a:ext cx="2174739"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各部会の</a:t>
            </a:r>
            <a:r>
              <a:rPr kumimoji="1" lang="en-US" altLang="ja-JP" dirty="0"/>
              <a:t>HP</a:t>
            </a:r>
            <a:r>
              <a:rPr kumimoji="1" lang="ja-JP" altLang="en-US" dirty="0"/>
              <a:t>に移行</a:t>
            </a:r>
            <a:endParaRPr kumimoji="1" lang="en-US" altLang="ja-JP" dirty="0"/>
          </a:p>
          <a:p>
            <a:pPr algn="ctr"/>
            <a:r>
              <a:rPr lang="ja-JP" altLang="en-US" dirty="0"/>
              <a:t>一覧カレンダーのみカレンダー</a:t>
            </a:r>
            <a:endParaRPr kumimoji="1" lang="ja-JP" altLang="en-US" dirty="0"/>
          </a:p>
        </p:txBody>
      </p:sp>
      <p:sp>
        <p:nvSpPr>
          <p:cNvPr id="14" name="左中かっこ 13">
            <a:extLst>
              <a:ext uri="{FF2B5EF4-FFF2-40B4-BE49-F238E27FC236}">
                <a16:creationId xmlns:a16="http://schemas.microsoft.com/office/drawing/2014/main" id="{61CDB836-F717-ADCE-784B-785E47BCFC99}"/>
              </a:ext>
            </a:extLst>
          </p:cNvPr>
          <p:cNvSpPr/>
          <p:nvPr/>
        </p:nvSpPr>
        <p:spPr>
          <a:xfrm>
            <a:off x="2119814" y="2808950"/>
            <a:ext cx="228604" cy="177151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5" name="吹き出し: 四角形 14">
            <a:extLst>
              <a:ext uri="{FF2B5EF4-FFF2-40B4-BE49-F238E27FC236}">
                <a16:creationId xmlns:a16="http://schemas.microsoft.com/office/drawing/2014/main" id="{D6602776-3E56-C962-47F7-5D6FFF876AA9}"/>
              </a:ext>
            </a:extLst>
          </p:cNvPr>
          <p:cNvSpPr/>
          <p:nvPr/>
        </p:nvSpPr>
        <p:spPr>
          <a:xfrm flipH="1">
            <a:off x="-401637" y="4840055"/>
            <a:ext cx="2174739"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統一カレンダー</a:t>
            </a:r>
          </a:p>
        </p:txBody>
      </p:sp>
      <p:sp>
        <p:nvSpPr>
          <p:cNvPr id="16" name="左中かっこ 15">
            <a:extLst>
              <a:ext uri="{FF2B5EF4-FFF2-40B4-BE49-F238E27FC236}">
                <a16:creationId xmlns:a16="http://schemas.microsoft.com/office/drawing/2014/main" id="{F4F4BD8A-3AC6-9A65-F118-5AB556DFF748}"/>
              </a:ext>
            </a:extLst>
          </p:cNvPr>
          <p:cNvSpPr/>
          <p:nvPr/>
        </p:nvSpPr>
        <p:spPr>
          <a:xfrm>
            <a:off x="2127100" y="4734635"/>
            <a:ext cx="228604" cy="114715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002F6040-8824-47B2-8872-4E70EF2D42C4}"/>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４．既存</a:t>
            </a:r>
            <a:r>
              <a:rPr lang="en-US" altLang="ja-JP" sz="3600" dirty="0">
                <a:latin typeface="Meiryo UI" panose="020B0604030504040204" pitchFamily="50" charset="-128"/>
                <a:ea typeface="Meiryo UI" panose="020B0604030504040204" pitchFamily="50" charset="-128"/>
              </a:rPr>
              <a:t>HP</a:t>
            </a:r>
            <a:r>
              <a:rPr lang="ja-JP" altLang="en-US" sz="3600" dirty="0">
                <a:latin typeface="Meiryo UI" panose="020B0604030504040204" pitchFamily="50" charset="-128"/>
                <a:ea typeface="Meiryo UI" panose="020B0604030504040204" pitchFamily="50" charset="-128"/>
              </a:rPr>
              <a:t>の内容の引継ぎについて</a:t>
            </a:r>
            <a:endParaRPr kumimoji="1" lang="ja-JP" altLang="en-US" sz="3600" dirty="0">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63BD3325-0FDB-E7FA-9ACA-0662B4A8B10F}"/>
              </a:ext>
            </a:extLst>
          </p:cNvPr>
          <p:cNvSpPr txBox="1"/>
          <p:nvPr/>
        </p:nvSpPr>
        <p:spPr>
          <a:xfrm>
            <a:off x="9077499" y="276999"/>
            <a:ext cx="3114502"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59492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5FB88941-89D6-ECB5-19EC-776EA61C606F}"/>
              </a:ext>
            </a:extLst>
          </p:cNvPr>
          <p:cNvPicPr>
            <a:picLocks noChangeAspect="1"/>
          </p:cNvPicPr>
          <p:nvPr/>
        </p:nvPicPr>
        <p:blipFill>
          <a:blip r:embed="rId2"/>
          <a:stretch>
            <a:fillRect/>
          </a:stretch>
        </p:blipFill>
        <p:spPr>
          <a:xfrm>
            <a:off x="3756774" y="933935"/>
            <a:ext cx="8155826" cy="5700413"/>
          </a:xfrm>
          <a:prstGeom prst="rect">
            <a:avLst/>
          </a:prstGeom>
        </p:spPr>
      </p:pic>
      <p:sp>
        <p:nvSpPr>
          <p:cNvPr id="2" name="吹き出し: 四角形 1">
            <a:extLst>
              <a:ext uri="{FF2B5EF4-FFF2-40B4-BE49-F238E27FC236}">
                <a16:creationId xmlns:a16="http://schemas.microsoft.com/office/drawing/2014/main" id="{203FA7F3-A9E9-91F6-D184-26BCDB02930F}"/>
              </a:ext>
            </a:extLst>
          </p:cNvPr>
          <p:cNvSpPr/>
          <p:nvPr/>
        </p:nvSpPr>
        <p:spPr>
          <a:xfrm flipH="1">
            <a:off x="1001238" y="2455891"/>
            <a:ext cx="2174739" cy="2437842"/>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シリーズポイントは各部会</a:t>
            </a:r>
            <a:r>
              <a:rPr kumimoji="1" lang="en-US" altLang="ja-JP" dirty="0"/>
              <a:t>HP</a:t>
            </a:r>
            <a:r>
              <a:rPr kumimoji="1" lang="ja-JP" altLang="en-US" dirty="0"/>
              <a:t>からリンク、シリーズ表彰者、</a:t>
            </a:r>
            <a:r>
              <a:rPr kumimoji="1" lang="en-US" altLang="ja-JP" dirty="0"/>
              <a:t>JAFCUP</a:t>
            </a:r>
            <a:r>
              <a:rPr kumimoji="1" lang="ja-JP" altLang="en-US" dirty="0"/>
              <a:t>、西フェス情報はインフォメーション</a:t>
            </a:r>
            <a:endParaRPr kumimoji="1" lang="en-US" altLang="ja-JP" dirty="0"/>
          </a:p>
          <a:p>
            <a:pPr algn="ctr"/>
            <a:r>
              <a:rPr lang="ja-JP" altLang="en-US" dirty="0"/>
              <a:t>それ以外はジムカーナ部会の</a:t>
            </a:r>
            <a:r>
              <a:rPr lang="en-US" altLang="ja-JP" dirty="0"/>
              <a:t>HP</a:t>
            </a:r>
            <a:endParaRPr kumimoji="1" lang="ja-JP" altLang="en-US" dirty="0"/>
          </a:p>
        </p:txBody>
      </p:sp>
      <p:sp>
        <p:nvSpPr>
          <p:cNvPr id="4" name="左中かっこ 3">
            <a:extLst>
              <a:ext uri="{FF2B5EF4-FFF2-40B4-BE49-F238E27FC236}">
                <a16:creationId xmlns:a16="http://schemas.microsoft.com/office/drawing/2014/main" id="{B0EF1447-680C-6E95-809C-1B873C0E0F13}"/>
              </a:ext>
            </a:extLst>
          </p:cNvPr>
          <p:cNvSpPr/>
          <p:nvPr/>
        </p:nvSpPr>
        <p:spPr>
          <a:xfrm>
            <a:off x="3614642" y="1528585"/>
            <a:ext cx="423958" cy="4511111"/>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E1747CD0-40F1-D876-8E9B-232D0BEC4795}"/>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４．既存</a:t>
            </a:r>
            <a:r>
              <a:rPr lang="en-US" altLang="ja-JP" sz="3600" dirty="0">
                <a:latin typeface="Meiryo UI" panose="020B0604030504040204" pitchFamily="50" charset="-128"/>
                <a:ea typeface="Meiryo UI" panose="020B0604030504040204" pitchFamily="50" charset="-128"/>
              </a:rPr>
              <a:t>HP</a:t>
            </a:r>
            <a:r>
              <a:rPr lang="ja-JP" altLang="en-US" sz="3600" dirty="0">
                <a:latin typeface="Meiryo UI" panose="020B0604030504040204" pitchFamily="50" charset="-128"/>
                <a:ea typeface="Meiryo UI" panose="020B0604030504040204" pitchFamily="50" charset="-128"/>
              </a:rPr>
              <a:t>の内容の引継ぎについて</a:t>
            </a:r>
            <a:endParaRPr kumimoji="1" lang="ja-JP" altLang="en-US" sz="3600" dirty="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DC2A1E35-1944-9DAF-B57C-95A1860AA5F4}"/>
              </a:ext>
            </a:extLst>
          </p:cNvPr>
          <p:cNvSpPr txBox="1"/>
          <p:nvPr/>
        </p:nvSpPr>
        <p:spPr>
          <a:xfrm>
            <a:off x="9077499" y="276999"/>
            <a:ext cx="3114502"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076472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FC2F89FC-9BE1-A221-D99B-AD24E620D347}"/>
              </a:ext>
            </a:extLst>
          </p:cNvPr>
          <p:cNvPicPr>
            <a:picLocks noChangeAspect="1"/>
          </p:cNvPicPr>
          <p:nvPr/>
        </p:nvPicPr>
        <p:blipFill>
          <a:blip r:embed="rId2"/>
          <a:stretch>
            <a:fillRect/>
          </a:stretch>
        </p:blipFill>
        <p:spPr>
          <a:xfrm>
            <a:off x="3602286" y="1086939"/>
            <a:ext cx="8394981" cy="5412294"/>
          </a:xfrm>
          <a:prstGeom prst="rect">
            <a:avLst/>
          </a:prstGeom>
        </p:spPr>
      </p:pic>
      <p:sp>
        <p:nvSpPr>
          <p:cNvPr id="2" name="吹き出し: 四角形 1">
            <a:extLst>
              <a:ext uri="{FF2B5EF4-FFF2-40B4-BE49-F238E27FC236}">
                <a16:creationId xmlns:a16="http://schemas.microsoft.com/office/drawing/2014/main" id="{7B234325-86F5-02E7-D6DF-680241BE4500}"/>
              </a:ext>
            </a:extLst>
          </p:cNvPr>
          <p:cNvSpPr/>
          <p:nvPr/>
        </p:nvSpPr>
        <p:spPr>
          <a:xfrm flipH="1">
            <a:off x="1001238" y="2455891"/>
            <a:ext cx="2174739" cy="2437842"/>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シリーズポイントは各部会</a:t>
            </a:r>
            <a:r>
              <a:rPr kumimoji="1" lang="en-US" altLang="ja-JP" dirty="0"/>
              <a:t>HP</a:t>
            </a:r>
            <a:r>
              <a:rPr kumimoji="1" lang="ja-JP" altLang="en-US" dirty="0"/>
              <a:t>からリンク、シリーズ表彰者、</a:t>
            </a:r>
            <a:r>
              <a:rPr kumimoji="1" lang="en-US" altLang="ja-JP" dirty="0"/>
              <a:t>JAFCUP</a:t>
            </a:r>
            <a:r>
              <a:rPr kumimoji="1" lang="ja-JP" altLang="en-US" dirty="0"/>
              <a:t>、西フェス情報はインフォメーション</a:t>
            </a:r>
            <a:endParaRPr kumimoji="1" lang="en-US" altLang="ja-JP" dirty="0"/>
          </a:p>
          <a:p>
            <a:pPr algn="ctr"/>
            <a:r>
              <a:rPr lang="ja-JP" altLang="en-US" dirty="0"/>
              <a:t>それ以外はダートラ部会の</a:t>
            </a:r>
            <a:r>
              <a:rPr lang="en-US" altLang="ja-JP" dirty="0"/>
              <a:t>HP</a:t>
            </a:r>
            <a:endParaRPr kumimoji="1" lang="ja-JP" altLang="en-US" dirty="0"/>
          </a:p>
        </p:txBody>
      </p:sp>
      <p:sp>
        <p:nvSpPr>
          <p:cNvPr id="4" name="左中かっこ 3">
            <a:extLst>
              <a:ext uri="{FF2B5EF4-FFF2-40B4-BE49-F238E27FC236}">
                <a16:creationId xmlns:a16="http://schemas.microsoft.com/office/drawing/2014/main" id="{ED98557C-E44B-83DA-93F2-BC7B57751D40}"/>
              </a:ext>
            </a:extLst>
          </p:cNvPr>
          <p:cNvSpPr/>
          <p:nvPr/>
        </p:nvSpPr>
        <p:spPr>
          <a:xfrm>
            <a:off x="3614642" y="1528585"/>
            <a:ext cx="423958" cy="4511111"/>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41ECE640-6480-9EC2-E692-E9DE66AEB127}"/>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４．既存</a:t>
            </a:r>
            <a:r>
              <a:rPr lang="en-US" altLang="ja-JP" sz="3600" dirty="0">
                <a:latin typeface="Meiryo UI" panose="020B0604030504040204" pitchFamily="50" charset="-128"/>
                <a:ea typeface="Meiryo UI" panose="020B0604030504040204" pitchFamily="50" charset="-128"/>
              </a:rPr>
              <a:t>HP</a:t>
            </a:r>
            <a:r>
              <a:rPr lang="ja-JP" altLang="en-US" sz="3600" dirty="0">
                <a:latin typeface="Meiryo UI" panose="020B0604030504040204" pitchFamily="50" charset="-128"/>
                <a:ea typeface="Meiryo UI" panose="020B0604030504040204" pitchFamily="50" charset="-128"/>
              </a:rPr>
              <a:t>の内容の引継ぎについて</a:t>
            </a:r>
            <a:endParaRPr kumimoji="1" lang="ja-JP" altLang="en-US" sz="3600" dirty="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62F935B8-1A90-DF3D-7879-BAD3C556606B}"/>
              </a:ext>
            </a:extLst>
          </p:cNvPr>
          <p:cNvSpPr txBox="1"/>
          <p:nvPr/>
        </p:nvSpPr>
        <p:spPr>
          <a:xfrm>
            <a:off x="9077499" y="276999"/>
            <a:ext cx="3114502"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49018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37CED53F-1367-8B61-C14E-DF3BBF870731}"/>
              </a:ext>
            </a:extLst>
          </p:cNvPr>
          <p:cNvPicPr>
            <a:picLocks noChangeAspect="1"/>
          </p:cNvPicPr>
          <p:nvPr/>
        </p:nvPicPr>
        <p:blipFill>
          <a:blip r:embed="rId2"/>
          <a:stretch>
            <a:fillRect/>
          </a:stretch>
        </p:blipFill>
        <p:spPr>
          <a:xfrm>
            <a:off x="3650046" y="1011882"/>
            <a:ext cx="8021023" cy="5511494"/>
          </a:xfrm>
          <a:prstGeom prst="rect">
            <a:avLst/>
          </a:prstGeom>
        </p:spPr>
      </p:pic>
      <p:sp>
        <p:nvSpPr>
          <p:cNvPr id="2" name="吹き出し: 四角形 1">
            <a:extLst>
              <a:ext uri="{FF2B5EF4-FFF2-40B4-BE49-F238E27FC236}">
                <a16:creationId xmlns:a16="http://schemas.microsoft.com/office/drawing/2014/main" id="{2C5BE239-649E-AD15-5293-C9CC7F4BDB45}"/>
              </a:ext>
            </a:extLst>
          </p:cNvPr>
          <p:cNvSpPr/>
          <p:nvPr/>
        </p:nvSpPr>
        <p:spPr>
          <a:xfrm flipH="1">
            <a:off x="1001238" y="2455891"/>
            <a:ext cx="2174739" cy="2437842"/>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シリーズポイントは各部会</a:t>
            </a:r>
            <a:r>
              <a:rPr kumimoji="1" lang="en-US" altLang="ja-JP" dirty="0"/>
              <a:t>HP</a:t>
            </a:r>
            <a:r>
              <a:rPr kumimoji="1" lang="ja-JP" altLang="en-US" dirty="0"/>
              <a:t>からリンク、シリーズ表彰者、</a:t>
            </a:r>
            <a:r>
              <a:rPr kumimoji="1" lang="en-US" altLang="ja-JP" dirty="0"/>
              <a:t>JAFCUP</a:t>
            </a:r>
            <a:r>
              <a:rPr kumimoji="1" lang="ja-JP" altLang="en-US" dirty="0"/>
              <a:t>、西フェス情報はインフォメーション</a:t>
            </a:r>
            <a:endParaRPr kumimoji="1" lang="en-US" altLang="ja-JP" dirty="0"/>
          </a:p>
          <a:p>
            <a:pPr algn="ctr"/>
            <a:r>
              <a:rPr lang="ja-JP" altLang="en-US" dirty="0"/>
              <a:t>それ以外はラリー部会の</a:t>
            </a:r>
            <a:r>
              <a:rPr lang="en-US" altLang="ja-JP" dirty="0"/>
              <a:t>HP</a:t>
            </a:r>
            <a:endParaRPr kumimoji="1" lang="ja-JP" altLang="en-US" dirty="0"/>
          </a:p>
        </p:txBody>
      </p:sp>
      <p:sp>
        <p:nvSpPr>
          <p:cNvPr id="4" name="左中かっこ 3">
            <a:extLst>
              <a:ext uri="{FF2B5EF4-FFF2-40B4-BE49-F238E27FC236}">
                <a16:creationId xmlns:a16="http://schemas.microsoft.com/office/drawing/2014/main" id="{356BD050-10C4-F976-6BBE-B064EC1AF998}"/>
              </a:ext>
            </a:extLst>
          </p:cNvPr>
          <p:cNvSpPr/>
          <p:nvPr/>
        </p:nvSpPr>
        <p:spPr>
          <a:xfrm>
            <a:off x="3614642" y="1528585"/>
            <a:ext cx="423958" cy="4511111"/>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E87CE54D-51CE-2AC5-7382-9AF839B33780}"/>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４．既存</a:t>
            </a:r>
            <a:r>
              <a:rPr lang="en-US" altLang="ja-JP" sz="3600" dirty="0">
                <a:latin typeface="Meiryo UI" panose="020B0604030504040204" pitchFamily="50" charset="-128"/>
                <a:ea typeface="Meiryo UI" panose="020B0604030504040204" pitchFamily="50" charset="-128"/>
              </a:rPr>
              <a:t>HP</a:t>
            </a:r>
            <a:r>
              <a:rPr lang="ja-JP" altLang="en-US" sz="3600" dirty="0">
                <a:latin typeface="Meiryo UI" panose="020B0604030504040204" pitchFamily="50" charset="-128"/>
                <a:ea typeface="Meiryo UI" panose="020B0604030504040204" pitchFamily="50" charset="-128"/>
              </a:rPr>
              <a:t>の内容の引継ぎについて</a:t>
            </a:r>
            <a:endParaRPr kumimoji="1" lang="ja-JP" altLang="en-US" sz="3600" dirty="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14A4A79D-7B18-A707-8D76-C6FC3F20D116}"/>
              </a:ext>
            </a:extLst>
          </p:cNvPr>
          <p:cNvSpPr txBox="1"/>
          <p:nvPr/>
        </p:nvSpPr>
        <p:spPr>
          <a:xfrm>
            <a:off x="9077499" y="276999"/>
            <a:ext cx="3114502"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94760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52AD131-EC43-6CD3-77F3-E50E0E968CAD}"/>
              </a:ext>
            </a:extLst>
          </p:cNvPr>
          <p:cNvPicPr>
            <a:picLocks noChangeAspect="1"/>
          </p:cNvPicPr>
          <p:nvPr/>
        </p:nvPicPr>
        <p:blipFill>
          <a:blip r:embed="rId2"/>
          <a:stretch>
            <a:fillRect/>
          </a:stretch>
        </p:blipFill>
        <p:spPr>
          <a:xfrm>
            <a:off x="2628125" y="806794"/>
            <a:ext cx="6935750" cy="5953117"/>
          </a:xfrm>
          <a:prstGeom prst="rect">
            <a:avLst/>
          </a:prstGeom>
        </p:spPr>
      </p:pic>
      <p:sp>
        <p:nvSpPr>
          <p:cNvPr id="2" name="吹き出し: 四角形 1">
            <a:extLst>
              <a:ext uri="{FF2B5EF4-FFF2-40B4-BE49-F238E27FC236}">
                <a16:creationId xmlns:a16="http://schemas.microsoft.com/office/drawing/2014/main" id="{CEC903DF-2300-8760-7EE1-0BC1D0E682E4}"/>
              </a:ext>
            </a:extLst>
          </p:cNvPr>
          <p:cNvSpPr/>
          <p:nvPr/>
        </p:nvSpPr>
        <p:spPr>
          <a:xfrm>
            <a:off x="9793878" y="1092201"/>
            <a:ext cx="2319251" cy="2142066"/>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シリーズ概要はインフォメーション</a:t>
            </a:r>
            <a:endParaRPr kumimoji="1" lang="en-US" altLang="ja-JP" dirty="0"/>
          </a:p>
          <a:p>
            <a:pPr algn="ctr"/>
            <a:r>
              <a:rPr lang="en-US" altLang="ja-JP" dirty="0"/>
              <a:t>JAF</a:t>
            </a:r>
            <a:r>
              <a:rPr lang="ja-JP" altLang="en-US" dirty="0"/>
              <a:t>国内競技規則、車両規則、公認車両一覧等は</a:t>
            </a:r>
            <a:r>
              <a:rPr lang="en-US" altLang="ja-JP" dirty="0"/>
              <a:t>JAF</a:t>
            </a:r>
            <a:r>
              <a:rPr lang="ja-JP" altLang="en-US" dirty="0"/>
              <a:t>の</a:t>
            </a:r>
            <a:r>
              <a:rPr lang="en-US" altLang="ja-JP" dirty="0"/>
              <a:t>HP</a:t>
            </a:r>
            <a:r>
              <a:rPr lang="ja-JP" altLang="en-US" dirty="0"/>
              <a:t>にリンク</a:t>
            </a:r>
            <a:endParaRPr kumimoji="1" lang="en-US" altLang="ja-JP" dirty="0"/>
          </a:p>
          <a:p>
            <a:pPr algn="ctr"/>
            <a:r>
              <a:rPr lang="ja-JP" altLang="en-US" dirty="0"/>
              <a:t>それ以外は</a:t>
            </a:r>
            <a:r>
              <a:rPr kumimoji="1" lang="ja-JP" altLang="en-US" dirty="0"/>
              <a:t>各部会の</a:t>
            </a:r>
            <a:r>
              <a:rPr kumimoji="1" lang="en-US" altLang="ja-JP" dirty="0"/>
              <a:t>HP</a:t>
            </a:r>
            <a:r>
              <a:rPr kumimoji="1" lang="ja-JP" altLang="en-US" dirty="0"/>
              <a:t>に移行</a:t>
            </a:r>
          </a:p>
        </p:txBody>
      </p:sp>
      <p:sp>
        <p:nvSpPr>
          <p:cNvPr id="4" name="左中かっこ 3">
            <a:extLst>
              <a:ext uri="{FF2B5EF4-FFF2-40B4-BE49-F238E27FC236}">
                <a16:creationId xmlns:a16="http://schemas.microsoft.com/office/drawing/2014/main" id="{3F02239C-AA93-D145-0620-AD8EE73A1854}"/>
              </a:ext>
            </a:extLst>
          </p:cNvPr>
          <p:cNvSpPr/>
          <p:nvPr/>
        </p:nvSpPr>
        <p:spPr>
          <a:xfrm flipH="1">
            <a:off x="9150461" y="1211503"/>
            <a:ext cx="228602" cy="2022764"/>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吹き出し: 四角形 4">
            <a:extLst>
              <a:ext uri="{FF2B5EF4-FFF2-40B4-BE49-F238E27FC236}">
                <a16:creationId xmlns:a16="http://schemas.microsoft.com/office/drawing/2014/main" id="{24B742F1-902B-E3B0-AFB3-C4E2DE6016FE}"/>
              </a:ext>
            </a:extLst>
          </p:cNvPr>
          <p:cNvSpPr/>
          <p:nvPr/>
        </p:nvSpPr>
        <p:spPr>
          <a:xfrm flipH="1">
            <a:off x="69905" y="1389092"/>
            <a:ext cx="2174739"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各部会の</a:t>
            </a:r>
            <a:r>
              <a:rPr kumimoji="1" lang="en-US" altLang="ja-JP" dirty="0"/>
              <a:t>HP</a:t>
            </a:r>
            <a:endParaRPr kumimoji="1" lang="ja-JP" altLang="en-US" dirty="0"/>
          </a:p>
        </p:txBody>
      </p:sp>
      <p:sp>
        <p:nvSpPr>
          <p:cNvPr id="6" name="左中かっこ 5">
            <a:extLst>
              <a:ext uri="{FF2B5EF4-FFF2-40B4-BE49-F238E27FC236}">
                <a16:creationId xmlns:a16="http://schemas.microsoft.com/office/drawing/2014/main" id="{43EF4574-CAB9-5B73-FC66-D0B4468CFEE7}"/>
              </a:ext>
            </a:extLst>
          </p:cNvPr>
          <p:cNvSpPr/>
          <p:nvPr/>
        </p:nvSpPr>
        <p:spPr>
          <a:xfrm>
            <a:off x="2598642" y="1283672"/>
            <a:ext cx="228603" cy="1950595"/>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 name="吹き出し: 四角形 6">
            <a:extLst>
              <a:ext uri="{FF2B5EF4-FFF2-40B4-BE49-F238E27FC236}">
                <a16:creationId xmlns:a16="http://schemas.microsoft.com/office/drawing/2014/main" id="{BD2F9FBA-6A63-7E3A-2D03-7AD6BBBA9E52}"/>
              </a:ext>
            </a:extLst>
          </p:cNvPr>
          <p:cNvSpPr/>
          <p:nvPr/>
        </p:nvSpPr>
        <p:spPr>
          <a:xfrm flipH="1">
            <a:off x="69905" y="3429000"/>
            <a:ext cx="2174739"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ポータルから申し込み</a:t>
            </a:r>
            <a:endParaRPr kumimoji="1" lang="ja-JP" altLang="en-US" dirty="0"/>
          </a:p>
        </p:txBody>
      </p:sp>
      <p:sp>
        <p:nvSpPr>
          <p:cNvPr id="8" name="左中かっこ 7">
            <a:extLst>
              <a:ext uri="{FF2B5EF4-FFF2-40B4-BE49-F238E27FC236}">
                <a16:creationId xmlns:a16="http://schemas.microsoft.com/office/drawing/2014/main" id="{C2F5A575-4204-910E-83E3-D4678ED45464}"/>
              </a:ext>
            </a:extLst>
          </p:cNvPr>
          <p:cNvSpPr/>
          <p:nvPr/>
        </p:nvSpPr>
        <p:spPr>
          <a:xfrm>
            <a:off x="2598642" y="3323580"/>
            <a:ext cx="228603" cy="123859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 name="吹き出し: 四角形 8">
            <a:extLst>
              <a:ext uri="{FF2B5EF4-FFF2-40B4-BE49-F238E27FC236}">
                <a16:creationId xmlns:a16="http://schemas.microsoft.com/office/drawing/2014/main" id="{770A8557-3EE2-F96A-9AC6-FA64DD618E7F}"/>
              </a:ext>
            </a:extLst>
          </p:cNvPr>
          <p:cNvSpPr/>
          <p:nvPr/>
        </p:nvSpPr>
        <p:spPr>
          <a:xfrm flipH="1">
            <a:off x="69905" y="4812609"/>
            <a:ext cx="2174739"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インフォメーション（事務局）</a:t>
            </a:r>
            <a:endParaRPr kumimoji="1" lang="ja-JP" altLang="en-US" dirty="0"/>
          </a:p>
        </p:txBody>
      </p:sp>
      <p:sp>
        <p:nvSpPr>
          <p:cNvPr id="10" name="左中かっこ 9">
            <a:extLst>
              <a:ext uri="{FF2B5EF4-FFF2-40B4-BE49-F238E27FC236}">
                <a16:creationId xmlns:a16="http://schemas.microsoft.com/office/drawing/2014/main" id="{73234F50-C1BB-5A6D-DD93-2B8A680950E6}"/>
              </a:ext>
            </a:extLst>
          </p:cNvPr>
          <p:cNvSpPr/>
          <p:nvPr/>
        </p:nvSpPr>
        <p:spPr>
          <a:xfrm>
            <a:off x="2598642" y="4707189"/>
            <a:ext cx="228603" cy="1950595"/>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5" name="吹き出し: 四角形 14">
            <a:extLst>
              <a:ext uri="{FF2B5EF4-FFF2-40B4-BE49-F238E27FC236}">
                <a16:creationId xmlns:a16="http://schemas.microsoft.com/office/drawing/2014/main" id="{70E507FA-ABF4-36D4-5B0A-465BFBF5B75D}"/>
              </a:ext>
            </a:extLst>
          </p:cNvPr>
          <p:cNvSpPr/>
          <p:nvPr/>
        </p:nvSpPr>
        <p:spPr>
          <a:xfrm>
            <a:off x="9828411" y="3532195"/>
            <a:ext cx="2319251"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インフォメーション（事務局）</a:t>
            </a:r>
          </a:p>
        </p:txBody>
      </p:sp>
      <p:sp>
        <p:nvSpPr>
          <p:cNvPr id="16" name="左中かっこ 15">
            <a:extLst>
              <a:ext uri="{FF2B5EF4-FFF2-40B4-BE49-F238E27FC236}">
                <a16:creationId xmlns:a16="http://schemas.microsoft.com/office/drawing/2014/main" id="{75E40EB9-41F4-0EDF-18D8-C88EEB452F32}"/>
              </a:ext>
            </a:extLst>
          </p:cNvPr>
          <p:cNvSpPr/>
          <p:nvPr/>
        </p:nvSpPr>
        <p:spPr>
          <a:xfrm flipH="1">
            <a:off x="9176477" y="3442882"/>
            <a:ext cx="202586" cy="1119295"/>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7" name="吹き出し: 四角形 16">
            <a:extLst>
              <a:ext uri="{FF2B5EF4-FFF2-40B4-BE49-F238E27FC236}">
                <a16:creationId xmlns:a16="http://schemas.microsoft.com/office/drawing/2014/main" id="{62D5688A-84B7-60DE-F476-0ACBD1E022A7}"/>
              </a:ext>
            </a:extLst>
          </p:cNvPr>
          <p:cNvSpPr/>
          <p:nvPr/>
        </p:nvSpPr>
        <p:spPr>
          <a:xfrm>
            <a:off x="9828412" y="5621866"/>
            <a:ext cx="2319251" cy="1171689"/>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スポ安申し込みセクションに表示</a:t>
            </a:r>
          </a:p>
        </p:txBody>
      </p:sp>
      <p:sp>
        <p:nvSpPr>
          <p:cNvPr id="18" name="左中かっこ 17">
            <a:extLst>
              <a:ext uri="{FF2B5EF4-FFF2-40B4-BE49-F238E27FC236}">
                <a16:creationId xmlns:a16="http://schemas.microsoft.com/office/drawing/2014/main" id="{9CC9BFF3-E5A1-5643-F587-EA54BB994115}"/>
              </a:ext>
            </a:extLst>
          </p:cNvPr>
          <p:cNvSpPr/>
          <p:nvPr/>
        </p:nvSpPr>
        <p:spPr>
          <a:xfrm flipH="1">
            <a:off x="9184995" y="4770792"/>
            <a:ext cx="228602" cy="1596141"/>
          </a:xfrm>
          <a:prstGeom prst="leftBrace">
            <a:avLst>
              <a:gd name="adj1" fmla="val 63235"/>
              <a:gd name="adj2" fmla="val 74502"/>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3AED7B4B-8D03-CF8B-73BF-FA6B0169E78C}"/>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４．既存</a:t>
            </a:r>
            <a:r>
              <a:rPr lang="en-US" altLang="ja-JP" sz="3600" dirty="0">
                <a:latin typeface="Meiryo UI" panose="020B0604030504040204" pitchFamily="50" charset="-128"/>
                <a:ea typeface="Meiryo UI" panose="020B0604030504040204" pitchFamily="50" charset="-128"/>
              </a:rPr>
              <a:t>HP</a:t>
            </a:r>
            <a:r>
              <a:rPr lang="ja-JP" altLang="en-US" sz="3600" dirty="0">
                <a:latin typeface="Meiryo UI" panose="020B0604030504040204" pitchFamily="50" charset="-128"/>
                <a:ea typeface="Meiryo UI" panose="020B0604030504040204" pitchFamily="50" charset="-128"/>
              </a:rPr>
              <a:t>の内容の引継ぎについて</a:t>
            </a:r>
            <a:endParaRPr kumimoji="1" lang="ja-JP" altLang="en-US" sz="3600" dirty="0">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96C9CB32-82D3-9F12-B140-248715F1B0E4}"/>
              </a:ext>
            </a:extLst>
          </p:cNvPr>
          <p:cNvSpPr txBox="1"/>
          <p:nvPr/>
        </p:nvSpPr>
        <p:spPr>
          <a:xfrm>
            <a:off x="9077499" y="276999"/>
            <a:ext cx="3114502"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41255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AB508B2-AEBC-7051-B387-796402F69AB6}"/>
              </a:ext>
            </a:extLst>
          </p:cNvPr>
          <p:cNvPicPr>
            <a:picLocks noChangeAspect="1"/>
          </p:cNvPicPr>
          <p:nvPr/>
        </p:nvPicPr>
        <p:blipFill>
          <a:blip r:embed="rId2"/>
          <a:stretch>
            <a:fillRect/>
          </a:stretch>
        </p:blipFill>
        <p:spPr>
          <a:xfrm>
            <a:off x="2015946" y="1153300"/>
            <a:ext cx="8160108" cy="5330628"/>
          </a:xfrm>
          <a:prstGeom prst="rect">
            <a:avLst/>
          </a:prstGeom>
        </p:spPr>
      </p:pic>
      <p:sp>
        <p:nvSpPr>
          <p:cNvPr id="2" name="吹き出し: 四角形 1">
            <a:extLst>
              <a:ext uri="{FF2B5EF4-FFF2-40B4-BE49-F238E27FC236}">
                <a16:creationId xmlns:a16="http://schemas.microsoft.com/office/drawing/2014/main" id="{23F0A6EC-BC4A-FF61-491E-1E331A7CCB8F}"/>
              </a:ext>
            </a:extLst>
          </p:cNvPr>
          <p:cNvSpPr/>
          <p:nvPr/>
        </p:nvSpPr>
        <p:spPr>
          <a:xfrm flipH="1">
            <a:off x="-279230" y="1695336"/>
            <a:ext cx="2174739"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インフォメーション（運営委員会）</a:t>
            </a:r>
            <a:endParaRPr kumimoji="1" lang="ja-JP" altLang="en-US" dirty="0"/>
          </a:p>
        </p:txBody>
      </p:sp>
      <p:sp>
        <p:nvSpPr>
          <p:cNvPr id="4" name="左中かっこ 3">
            <a:extLst>
              <a:ext uri="{FF2B5EF4-FFF2-40B4-BE49-F238E27FC236}">
                <a16:creationId xmlns:a16="http://schemas.microsoft.com/office/drawing/2014/main" id="{7680C091-6A59-6FCC-DBCD-1EE3F9383A6C}"/>
              </a:ext>
            </a:extLst>
          </p:cNvPr>
          <p:cNvSpPr/>
          <p:nvPr/>
        </p:nvSpPr>
        <p:spPr>
          <a:xfrm>
            <a:off x="2249508" y="1589916"/>
            <a:ext cx="202748" cy="134401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36D237B-DD74-DE29-8C27-CCA780E17DF1}"/>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４．既存</a:t>
            </a:r>
            <a:r>
              <a:rPr lang="en-US" altLang="ja-JP" sz="3600" dirty="0">
                <a:latin typeface="Meiryo UI" panose="020B0604030504040204" pitchFamily="50" charset="-128"/>
                <a:ea typeface="Meiryo UI" panose="020B0604030504040204" pitchFamily="50" charset="-128"/>
              </a:rPr>
              <a:t>HP</a:t>
            </a:r>
            <a:r>
              <a:rPr lang="ja-JP" altLang="en-US" sz="3600" dirty="0">
                <a:latin typeface="Meiryo UI" panose="020B0604030504040204" pitchFamily="50" charset="-128"/>
                <a:ea typeface="Meiryo UI" panose="020B0604030504040204" pitchFamily="50" charset="-128"/>
              </a:rPr>
              <a:t>の内容の引継ぎについて</a:t>
            </a:r>
            <a:endParaRPr kumimoji="1" lang="ja-JP" altLang="en-US" sz="3600" dirty="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8ACC5302-D5CB-39B5-A087-40E8AAB49A40}"/>
              </a:ext>
            </a:extLst>
          </p:cNvPr>
          <p:cNvSpPr txBox="1"/>
          <p:nvPr/>
        </p:nvSpPr>
        <p:spPr>
          <a:xfrm>
            <a:off x="9077499" y="276999"/>
            <a:ext cx="3114502"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
        <p:nvSpPr>
          <p:cNvPr id="7" name="吹き出し: 四角形 6">
            <a:extLst>
              <a:ext uri="{FF2B5EF4-FFF2-40B4-BE49-F238E27FC236}">
                <a16:creationId xmlns:a16="http://schemas.microsoft.com/office/drawing/2014/main" id="{D9008D19-CC7F-0EFE-080A-31AA8378728E}"/>
              </a:ext>
            </a:extLst>
          </p:cNvPr>
          <p:cNvSpPr/>
          <p:nvPr/>
        </p:nvSpPr>
        <p:spPr>
          <a:xfrm flipH="1">
            <a:off x="-279230" y="3111271"/>
            <a:ext cx="2174739"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インフォメーション（全国</a:t>
            </a:r>
            <a:r>
              <a:rPr lang="en-US" altLang="ja-JP" dirty="0"/>
              <a:t>JMRC</a:t>
            </a:r>
            <a:r>
              <a:rPr lang="ja-JP" altLang="en-US" dirty="0"/>
              <a:t>）</a:t>
            </a:r>
            <a:endParaRPr kumimoji="1" lang="ja-JP" altLang="en-US" dirty="0"/>
          </a:p>
        </p:txBody>
      </p:sp>
      <p:sp>
        <p:nvSpPr>
          <p:cNvPr id="8" name="左中かっこ 7">
            <a:extLst>
              <a:ext uri="{FF2B5EF4-FFF2-40B4-BE49-F238E27FC236}">
                <a16:creationId xmlns:a16="http://schemas.microsoft.com/office/drawing/2014/main" id="{723D3BFA-5E45-9E12-993F-9CEAB53AB37F}"/>
              </a:ext>
            </a:extLst>
          </p:cNvPr>
          <p:cNvSpPr/>
          <p:nvPr/>
        </p:nvSpPr>
        <p:spPr>
          <a:xfrm>
            <a:off x="2249508" y="3005851"/>
            <a:ext cx="202748" cy="134401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 name="吹き出し: 四角形 8">
            <a:extLst>
              <a:ext uri="{FF2B5EF4-FFF2-40B4-BE49-F238E27FC236}">
                <a16:creationId xmlns:a16="http://schemas.microsoft.com/office/drawing/2014/main" id="{B5DE0B59-817C-1129-5DE0-51591743190A}"/>
              </a:ext>
            </a:extLst>
          </p:cNvPr>
          <p:cNvSpPr/>
          <p:nvPr/>
        </p:nvSpPr>
        <p:spPr>
          <a:xfrm>
            <a:off x="10390219" y="2582259"/>
            <a:ext cx="2319251" cy="703348"/>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インフォメーション</a:t>
            </a:r>
            <a:endParaRPr kumimoji="1" lang="en-US" altLang="ja-JP" dirty="0"/>
          </a:p>
          <a:p>
            <a:pPr algn="ctr"/>
            <a:r>
              <a:rPr lang="ja-JP" altLang="en-US" dirty="0"/>
              <a:t>（</a:t>
            </a:r>
            <a:r>
              <a:rPr lang="en-US" altLang="ja-JP" dirty="0"/>
              <a:t>JMRC</a:t>
            </a:r>
            <a:r>
              <a:rPr lang="ja-JP" altLang="en-US" dirty="0"/>
              <a:t>近畿）</a:t>
            </a:r>
            <a:endParaRPr kumimoji="1" lang="ja-JP" altLang="en-US" dirty="0"/>
          </a:p>
        </p:txBody>
      </p:sp>
      <p:sp>
        <p:nvSpPr>
          <p:cNvPr id="10" name="左中かっこ 9">
            <a:extLst>
              <a:ext uri="{FF2B5EF4-FFF2-40B4-BE49-F238E27FC236}">
                <a16:creationId xmlns:a16="http://schemas.microsoft.com/office/drawing/2014/main" id="{FEDF9C02-570D-0E00-1CE1-EFE8A543368B}"/>
              </a:ext>
            </a:extLst>
          </p:cNvPr>
          <p:cNvSpPr/>
          <p:nvPr/>
        </p:nvSpPr>
        <p:spPr>
          <a:xfrm flipH="1">
            <a:off x="9591129" y="1637392"/>
            <a:ext cx="281619" cy="3067612"/>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448514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1494EDA1-D33C-EA9B-5CB1-025AE162D8BF}"/>
              </a:ext>
            </a:extLst>
          </p:cNvPr>
          <p:cNvPicPr>
            <a:picLocks noChangeAspect="1"/>
          </p:cNvPicPr>
          <p:nvPr/>
        </p:nvPicPr>
        <p:blipFill>
          <a:blip r:embed="rId2"/>
          <a:stretch>
            <a:fillRect/>
          </a:stretch>
        </p:blipFill>
        <p:spPr>
          <a:xfrm>
            <a:off x="1787175" y="1059007"/>
            <a:ext cx="8351646" cy="5147060"/>
          </a:xfrm>
          <a:prstGeom prst="rect">
            <a:avLst/>
          </a:prstGeom>
        </p:spPr>
      </p:pic>
      <p:sp>
        <p:nvSpPr>
          <p:cNvPr id="2" name="テキスト ボックス 1">
            <a:extLst>
              <a:ext uri="{FF2B5EF4-FFF2-40B4-BE49-F238E27FC236}">
                <a16:creationId xmlns:a16="http://schemas.microsoft.com/office/drawing/2014/main" id="{B063A6D7-A628-BF52-DAB0-11E4A50DCC54}"/>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４．既存</a:t>
            </a:r>
            <a:r>
              <a:rPr lang="en-US" altLang="ja-JP" sz="3600" dirty="0">
                <a:latin typeface="Meiryo UI" panose="020B0604030504040204" pitchFamily="50" charset="-128"/>
                <a:ea typeface="Meiryo UI" panose="020B0604030504040204" pitchFamily="50" charset="-128"/>
              </a:rPr>
              <a:t>HP</a:t>
            </a:r>
            <a:r>
              <a:rPr lang="ja-JP" altLang="en-US" sz="3600" dirty="0">
                <a:latin typeface="Meiryo UI" panose="020B0604030504040204" pitchFamily="50" charset="-128"/>
                <a:ea typeface="Meiryo UI" panose="020B0604030504040204" pitchFamily="50" charset="-128"/>
              </a:rPr>
              <a:t>の内容の引継ぎについて</a:t>
            </a:r>
            <a:endParaRPr kumimoji="1" lang="ja-JP" altLang="en-US" sz="3600"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B775C109-00A6-A248-1969-7E0C16EB6422}"/>
              </a:ext>
            </a:extLst>
          </p:cNvPr>
          <p:cNvSpPr txBox="1"/>
          <p:nvPr/>
        </p:nvSpPr>
        <p:spPr>
          <a:xfrm>
            <a:off x="9077499" y="276999"/>
            <a:ext cx="3114502"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
        <p:nvSpPr>
          <p:cNvPr id="5" name="吹き出し: 四角形 4">
            <a:extLst>
              <a:ext uri="{FF2B5EF4-FFF2-40B4-BE49-F238E27FC236}">
                <a16:creationId xmlns:a16="http://schemas.microsoft.com/office/drawing/2014/main" id="{D891B4AF-6EED-548B-D636-5F3EA5CD17B2}"/>
              </a:ext>
            </a:extLst>
          </p:cNvPr>
          <p:cNvSpPr/>
          <p:nvPr/>
        </p:nvSpPr>
        <p:spPr>
          <a:xfrm flipH="1">
            <a:off x="-448563" y="1695336"/>
            <a:ext cx="2174739"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JAF</a:t>
            </a:r>
            <a:r>
              <a:rPr kumimoji="1" lang="ja-JP" altLang="en-US" dirty="0"/>
              <a:t>へのリンクでカバー</a:t>
            </a:r>
          </a:p>
        </p:txBody>
      </p:sp>
      <p:sp>
        <p:nvSpPr>
          <p:cNvPr id="6" name="左中かっこ 5">
            <a:extLst>
              <a:ext uri="{FF2B5EF4-FFF2-40B4-BE49-F238E27FC236}">
                <a16:creationId xmlns:a16="http://schemas.microsoft.com/office/drawing/2014/main" id="{575C3F37-2D95-9111-AA9F-57E2DFC4564E}"/>
              </a:ext>
            </a:extLst>
          </p:cNvPr>
          <p:cNvSpPr/>
          <p:nvPr/>
        </p:nvSpPr>
        <p:spPr>
          <a:xfrm>
            <a:off x="2053180" y="1589915"/>
            <a:ext cx="198954" cy="381181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 name="吹き出し: 四角形 6">
            <a:extLst>
              <a:ext uri="{FF2B5EF4-FFF2-40B4-BE49-F238E27FC236}">
                <a16:creationId xmlns:a16="http://schemas.microsoft.com/office/drawing/2014/main" id="{06E4BCBF-0AD9-9972-6F4E-ED6898DB00BF}"/>
              </a:ext>
            </a:extLst>
          </p:cNvPr>
          <p:cNvSpPr/>
          <p:nvPr/>
        </p:nvSpPr>
        <p:spPr>
          <a:xfrm>
            <a:off x="10199820" y="2929189"/>
            <a:ext cx="2319251" cy="703348"/>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JAF</a:t>
            </a:r>
            <a:r>
              <a:rPr kumimoji="1" lang="ja-JP" altLang="en-US" dirty="0"/>
              <a:t>へのリンクでカバー</a:t>
            </a:r>
          </a:p>
        </p:txBody>
      </p:sp>
      <p:sp>
        <p:nvSpPr>
          <p:cNvPr id="8" name="左中かっこ 7">
            <a:extLst>
              <a:ext uri="{FF2B5EF4-FFF2-40B4-BE49-F238E27FC236}">
                <a16:creationId xmlns:a16="http://schemas.microsoft.com/office/drawing/2014/main" id="{B9D0F7A2-DCCD-2528-2ED6-44CB38ED8142}"/>
              </a:ext>
            </a:extLst>
          </p:cNvPr>
          <p:cNvSpPr/>
          <p:nvPr/>
        </p:nvSpPr>
        <p:spPr>
          <a:xfrm flipH="1">
            <a:off x="9591127" y="1637392"/>
            <a:ext cx="272539" cy="4069141"/>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3823606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72630933-0EC5-4EA7-77A4-EBD4A66F2282}"/>
              </a:ext>
            </a:extLst>
          </p:cNvPr>
          <p:cNvPicPr>
            <a:picLocks noChangeAspect="1"/>
          </p:cNvPicPr>
          <p:nvPr/>
        </p:nvPicPr>
        <p:blipFill>
          <a:blip r:embed="rId2"/>
          <a:stretch>
            <a:fillRect/>
          </a:stretch>
        </p:blipFill>
        <p:spPr>
          <a:xfrm>
            <a:off x="1922847" y="1210734"/>
            <a:ext cx="8346306" cy="5429534"/>
          </a:xfrm>
          <a:prstGeom prst="rect">
            <a:avLst/>
          </a:prstGeom>
        </p:spPr>
      </p:pic>
      <p:sp>
        <p:nvSpPr>
          <p:cNvPr id="2" name="テキスト ボックス 1">
            <a:extLst>
              <a:ext uri="{FF2B5EF4-FFF2-40B4-BE49-F238E27FC236}">
                <a16:creationId xmlns:a16="http://schemas.microsoft.com/office/drawing/2014/main" id="{7A450339-2AB1-73E1-826D-78860004C7B5}"/>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４．既存</a:t>
            </a:r>
            <a:r>
              <a:rPr lang="en-US" altLang="ja-JP" sz="3600" dirty="0">
                <a:latin typeface="Meiryo UI" panose="020B0604030504040204" pitchFamily="50" charset="-128"/>
                <a:ea typeface="Meiryo UI" panose="020B0604030504040204" pitchFamily="50" charset="-128"/>
              </a:rPr>
              <a:t>HP</a:t>
            </a:r>
            <a:r>
              <a:rPr lang="ja-JP" altLang="en-US" sz="3600" dirty="0">
                <a:latin typeface="Meiryo UI" panose="020B0604030504040204" pitchFamily="50" charset="-128"/>
                <a:ea typeface="Meiryo UI" panose="020B0604030504040204" pitchFamily="50" charset="-128"/>
              </a:rPr>
              <a:t>の内容の引継ぎについて</a:t>
            </a:r>
            <a:endParaRPr kumimoji="1" lang="ja-JP" altLang="en-US" sz="3600"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29242F83-7205-CCBF-90B0-9B9DF8FBDE56}"/>
              </a:ext>
            </a:extLst>
          </p:cNvPr>
          <p:cNvSpPr txBox="1"/>
          <p:nvPr/>
        </p:nvSpPr>
        <p:spPr>
          <a:xfrm>
            <a:off x="9077499" y="276999"/>
            <a:ext cx="3114502"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10</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
        <p:nvSpPr>
          <p:cNvPr id="5" name="吹き出し: 四角形 4">
            <a:extLst>
              <a:ext uri="{FF2B5EF4-FFF2-40B4-BE49-F238E27FC236}">
                <a16:creationId xmlns:a16="http://schemas.microsoft.com/office/drawing/2014/main" id="{910ED658-EE3E-FA69-704D-5CD4C28DEE37}"/>
              </a:ext>
            </a:extLst>
          </p:cNvPr>
          <p:cNvSpPr/>
          <p:nvPr/>
        </p:nvSpPr>
        <p:spPr>
          <a:xfrm>
            <a:off x="10149020" y="3077326"/>
            <a:ext cx="2319251" cy="703348"/>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不要（過去の情報）</a:t>
            </a:r>
          </a:p>
        </p:txBody>
      </p:sp>
      <p:sp>
        <p:nvSpPr>
          <p:cNvPr id="6" name="左中かっこ 5">
            <a:extLst>
              <a:ext uri="{FF2B5EF4-FFF2-40B4-BE49-F238E27FC236}">
                <a16:creationId xmlns:a16="http://schemas.microsoft.com/office/drawing/2014/main" id="{4198313E-56E2-90D2-71C4-0B28A511F210}"/>
              </a:ext>
            </a:extLst>
          </p:cNvPr>
          <p:cNvSpPr/>
          <p:nvPr/>
        </p:nvSpPr>
        <p:spPr>
          <a:xfrm flipH="1">
            <a:off x="9591126" y="3014133"/>
            <a:ext cx="196341" cy="618404"/>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 name="吹き出し: 四角形 6">
            <a:extLst>
              <a:ext uri="{FF2B5EF4-FFF2-40B4-BE49-F238E27FC236}">
                <a16:creationId xmlns:a16="http://schemas.microsoft.com/office/drawing/2014/main" id="{CB8778E4-4134-A303-BAAD-3684AAFA5A2E}"/>
              </a:ext>
            </a:extLst>
          </p:cNvPr>
          <p:cNvSpPr/>
          <p:nvPr/>
        </p:nvSpPr>
        <p:spPr>
          <a:xfrm flipH="1">
            <a:off x="-448563" y="1695336"/>
            <a:ext cx="2174739" cy="1238597"/>
          </a:xfrm>
          <a:prstGeom prst="wedgeRectCallout">
            <a:avLst>
              <a:gd name="adj1" fmla="val -63485"/>
              <a:gd name="adj2" fmla="val -220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各部会</a:t>
            </a:r>
            <a:r>
              <a:rPr lang="en-US" altLang="ja-JP" dirty="0"/>
              <a:t>HP</a:t>
            </a:r>
          </a:p>
          <a:p>
            <a:pPr algn="ctr"/>
            <a:r>
              <a:rPr kumimoji="1" lang="en-US" altLang="ja-JP" dirty="0"/>
              <a:t>JMRC</a:t>
            </a:r>
            <a:r>
              <a:rPr kumimoji="1" lang="ja-JP" altLang="en-US" dirty="0"/>
              <a:t>へのリンク</a:t>
            </a:r>
            <a:br>
              <a:rPr kumimoji="1" lang="en-US" altLang="ja-JP" dirty="0"/>
            </a:br>
            <a:r>
              <a:rPr kumimoji="1" lang="en-US" altLang="ja-JP" dirty="0"/>
              <a:t>JAF</a:t>
            </a:r>
            <a:r>
              <a:rPr kumimoji="1" lang="ja-JP" altLang="en-US" dirty="0"/>
              <a:t>へのリンク</a:t>
            </a:r>
            <a:endParaRPr kumimoji="1" lang="en-US" altLang="ja-JP" dirty="0"/>
          </a:p>
          <a:p>
            <a:pPr algn="ctr"/>
            <a:r>
              <a:rPr lang="ja-JP" altLang="en-US" dirty="0"/>
              <a:t>それぞれでカバー</a:t>
            </a:r>
            <a:endParaRPr kumimoji="1" lang="en-US" altLang="ja-JP" dirty="0"/>
          </a:p>
        </p:txBody>
      </p:sp>
      <p:sp>
        <p:nvSpPr>
          <p:cNvPr id="8" name="左中かっこ 7">
            <a:extLst>
              <a:ext uri="{FF2B5EF4-FFF2-40B4-BE49-F238E27FC236}">
                <a16:creationId xmlns:a16="http://schemas.microsoft.com/office/drawing/2014/main" id="{E9C27417-3954-91A5-0453-BBED84A74DB8}"/>
              </a:ext>
            </a:extLst>
          </p:cNvPr>
          <p:cNvSpPr/>
          <p:nvPr/>
        </p:nvSpPr>
        <p:spPr>
          <a:xfrm>
            <a:off x="2053180" y="1589915"/>
            <a:ext cx="198954" cy="3811817"/>
          </a:xfrm>
          <a:prstGeom prst="leftBrace">
            <a:avLst>
              <a:gd name="adj1" fmla="val 63235"/>
              <a:gd name="adj2" fmla="val 35779"/>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51211278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4742</TotalTime>
  <Words>3625</Words>
  <Application>Microsoft Office PowerPoint</Application>
  <PresentationFormat>ワイド画面</PresentationFormat>
  <Paragraphs>714</Paragraphs>
  <Slides>29</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29</vt:i4>
      </vt:variant>
    </vt:vector>
  </HeadingPairs>
  <TitlesOfParts>
    <vt:vector size="35" baseType="lpstr">
      <vt:lpstr>BIZ UDPゴシック</vt:lpstr>
      <vt:lpstr>Meiryo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Kakae Hirotaka</dc:creator>
  <cp:lastModifiedBy>Kakae Hirotaka</cp:lastModifiedBy>
  <cp:revision>62</cp:revision>
  <cp:lastPrinted>2026-10-21T11:12:20Z</cp:lastPrinted>
  <dcterms:created xsi:type="dcterms:W3CDTF">2026-02-23T01:48:57Z</dcterms:created>
  <dcterms:modified xsi:type="dcterms:W3CDTF">2026-10-31T04:25:45Z</dcterms:modified>
</cp:coreProperties>
</file>
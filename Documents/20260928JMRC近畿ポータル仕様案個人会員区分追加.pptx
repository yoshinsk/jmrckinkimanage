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6" r:id="rId2"/>
    <p:sldId id="272" r:id="rId3"/>
    <p:sldId id="273" r:id="rId4"/>
    <p:sldId id="274" r:id="rId5"/>
    <p:sldId id="275" r:id="rId6"/>
    <p:sldId id="288" r:id="rId7"/>
    <p:sldId id="292" r:id="rId8"/>
    <p:sldId id="279" r:id="rId9"/>
    <p:sldId id="278" r:id="rId10"/>
    <p:sldId id="289" r:id="rId11"/>
    <p:sldId id="277" r:id="rId12"/>
    <p:sldId id="282" r:id="rId13"/>
    <p:sldId id="281" r:id="rId14"/>
    <p:sldId id="271" r:id="rId15"/>
    <p:sldId id="285" r:id="rId16"/>
    <p:sldId id="286" r:id="rId17"/>
    <p:sldId id="276" r:id="rId18"/>
    <p:sldId id="290" r:id="rId19"/>
    <p:sldId id="291" r:id="rId20"/>
  </p:sldIdLst>
  <p:sldSz cx="12192000" cy="6858000"/>
  <p:notesSz cx="7104063" cy="10234613"/>
  <p:defaultTextStyle>
    <a:defPPr>
      <a:defRPr lang="ja-JP"/>
    </a:defPPr>
    <a:lvl1pPr marL="0" algn="l" defTabSz="914400" rtl="0" eaLnBrk="1" latinLnBrk="0" hangingPunct="1">
      <a:defRPr kumimoji="1" sz="1800" kern="1200">
        <a:solidFill>
          <a:schemeClr val="tx1"/>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既定のセクション" id="{789538D9-09B8-4440-9466-5F04A2140D70}">
          <p14:sldIdLst>
            <p14:sldId id="256"/>
            <p14:sldId id="272"/>
            <p14:sldId id="273"/>
            <p14:sldId id="274"/>
            <p14:sldId id="275"/>
            <p14:sldId id="288"/>
            <p14:sldId id="292"/>
            <p14:sldId id="279"/>
            <p14:sldId id="278"/>
            <p14:sldId id="289"/>
            <p14:sldId id="277"/>
            <p14:sldId id="282"/>
            <p14:sldId id="281"/>
            <p14:sldId id="271"/>
            <p14:sldId id="285"/>
            <p14:sldId id="286"/>
            <p14:sldId id="276"/>
            <p14:sldId id="290"/>
            <p14:sldId id="291"/>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FFFAD1"/>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中間スタイル 2 - アクセント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073A0DAA-6AF3-43AB-8588-CEC1D06C72B9}" styleName="スタイル (中間)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dk1">
              <a:tint val="20000"/>
            </a:schemeClr>
          </a:solidFill>
        </a:fill>
      </a:tcStyle>
    </a:wholeTbl>
    <a:band1H>
      <a:tcStyle>
        <a:tcBdr/>
        <a:fill>
          <a:solidFill>
            <a:schemeClr val="dk1">
              <a:tint val="40000"/>
            </a:schemeClr>
          </a:solidFill>
        </a:fill>
      </a:tcStyle>
    </a:band1H>
    <a:band2H>
      <a:tcStyle>
        <a:tcBdr/>
      </a:tcStyle>
    </a:band2H>
    <a:band1V>
      <a:tcStyle>
        <a:tcBdr/>
        <a:fill>
          <a:solidFill>
            <a:schemeClr val="dk1">
              <a:tint val="40000"/>
            </a:schemeClr>
          </a:solidFill>
        </a:fill>
      </a:tcStyle>
    </a:band1V>
    <a:band2V>
      <a:tcStyle>
        <a:tcBdr/>
      </a:tcStyle>
    </a:band2V>
    <a:lastCol>
      <a:tcTxStyle b="on">
        <a:fontRef idx="minor">
          <a:prstClr val="black"/>
        </a:fontRef>
        <a:schemeClr val="lt1"/>
      </a:tcTxStyle>
      <a:tcStyle>
        <a:tcBdr/>
        <a:fill>
          <a:solidFill>
            <a:schemeClr val="dk1"/>
          </a:solidFill>
        </a:fill>
      </a:tcStyle>
    </a:lastCol>
    <a:firstCol>
      <a:tcTxStyle b="on">
        <a:fontRef idx="minor">
          <a:prstClr val="black"/>
        </a:fontRef>
        <a:schemeClr val="lt1"/>
      </a:tcTxStyle>
      <a:tcStyle>
        <a:tcBdr/>
        <a:fill>
          <a:solidFill>
            <a:schemeClr val="dk1"/>
          </a:solidFill>
        </a:fill>
      </a:tcStyle>
    </a:firstCol>
    <a:lastRow>
      <a:tcTxStyle b="on">
        <a:fontRef idx="minor">
          <a:prstClr val="black"/>
        </a:fontRef>
        <a:schemeClr val="lt1"/>
      </a:tcTxStyle>
      <a:tcStyle>
        <a:tcBdr>
          <a:top>
            <a:ln w="38100" cmpd="sng">
              <a:solidFill>
                <a:schemeClr val="lt1"/>
              </a:solidFill>
            </a:ln>
          </a:top>
        </a:tcBdr>
        <a:fill>
          <a:solidFill>
            <a:schemeClr val="dk1"/>
          </a:solidFill>
        </a:fill>
      </a:tcStyle>
    </a:lastRow>
    <a:firstRow>
      <a:tcTxStyle b="on">
        <a:fontRef idx="minor">
          <a:prstClr val="black"/>
        </a:fontRef>
        <a:schemeClr val="lt1"/>
      </a:tcTxStyle>
      <a:tcStyle>
        <a:tcBdr>
          <a:bottom>
            <a:ln w="38100" cmpd="sng">
              <a:solidFill>
                <a:schemeClr val="lt1"/>
              </a:solidFill>
            </a:ln>
          </a:bottom>
        </a:tcBdr>
        <a:fill>
          <a:solidFill>
            <a:schemeClr val="dk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6667" autoAdjust="0"/>
    <p:restoredTop sz="94660"/>
  </p:normalViewPr>
  <p:slideViewPr>
    <p:cSldViewPr snapToGrid="0">
      <p:cViewPr varScale="1">
        <p:scale>
          <a:sx n="92" d="100"/>
          <a:sy n="92" d="100"/>
        </p:scale>
        <p:origin x="259" y="82"/>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3" Type="http://schemas.openxmlformats.org/officeDocument/2006/relationships/slide" Target="slides/slide2.xml"/><Relationship Id="rId21" Type="http://schemas.openxmlformats.org/officeDocument/2006/relationships/presProps" Target="pres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theme" Target="theme/theme1.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viewProps" Target="viewProp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タイトル スライド">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905A6AE8-1A64-F158-26A0-768DD78E3C79}"/>
              </a:ext>
            </a:extLst>
          </p:cNvPr>
          <p:cNvSpPr>
            <a:spLocks noGrp="1"/>
          </p:cNvSpPr>
          <p:nvPr>
            <p:ph type="ctrTitle"/>
          </p:nvPr>
        </p:nvSpPr>
        <p:spPr>
          <a:xfrm>
            <a:off x="1524000" y="1122363"/>
            <a:ext cx="9144000" cy="2387600"/>
          </a:xfrm>
        </p:spPr>
        <p:txBody>
          <a:bodyPr anchor="b"/>
          <a:lstStyle>
            <a:lvl1pPr algn="ctr">
              <a:defRPr sz="6000"/>
            </a:lvl1pPr>
          </a:lstStyle>
          <a:p>
            <a:r>
              <a:rPr kumimoji="1" lang="ja-JP" altLang="en-US"/>
              <a:t>マスター タイトルの書式設定</a:t>
            </a:r>
          </a:p>
        </p:txBody>
      </p:sp>
      <p:sp>
        <p:nvSpPr>
          <p:cNvPr id="3" name="字幕 2">
            <a:extLst>
              <a:ext uri="{FF2B5EF4-FFF2-40B4-BE49-F238E27FC236}">
                <a16:creationId xmlns:a16="http://schemas.microsoft.com/office/drawing/2014/main" id="{2EDCC8BC-4CDF-AD26-CED5-C4D343E0BF1A}"/>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kumimoji="1" lang="ja-JP" altLang="en-US"/>
              <a:t>マスター サブタイトルの書式設定</a:t>
            </a:r>
          </a:p>
        </p:txBody>
      </p:sp>
      <p:sp>
        <p:nvSpPr>
          <p:cNvPr id="4" name="日付プレースホルダー 3">
            <a:extLst>
              <a:ext uri="{FF2B5EF4-FFF2-40B4-BE49-F238E27FC236}">
                <a16:creationId xmlns:a16="http://schemas.microsoft.com/office/drawing/2014/main" id="{59F70B1D-EB4C-5F08-3159-967AC34B9A5D}"/>
              </a:ext>
            </a:extLst>
          </p:cNvPr>
          <p:cNvSpPr>
            <a:spLocks noGrp="1"/>
          </p:cNvSpPr>
          <p:nvPr>
            <p:ph type="dt" sz="half" idx="10"/>
          </p:nvPr>
        </p:nvSpPr>
        <p:spPr/>
        <p:txBody>
          <a:bodyPr/>
          <a:lstStyle/>
          <a:p>
            <a:fld id="{CDBB496D-ECC3-49A0-A4E8-1DC7A9351BBE}" type="datetimeFigureOut">
              <a:rPr kumimoji="1" lang="ja-JP" altLang="en-US" smtClean="0"/>
              <a:t>2026/9/28</a:t>
            </a:fld>
            <a:endParaRPr kumimoji="1" lang="ja-JP" altLang="en-US"/>
          </a:p>
        </p:txBody>
      </p:sp>
      <p:sp>
        <p:nvSpPr>
          <p:cNvPr id="5" name="フッター プレースホルダー 4">
            <a:extLst>
              <a:ext uri="{FF2B5EF4-FFF2-40B4-BE49-F238E27FC236}">
                <a16:creationId xmlns:a16="http://schemas.microsoft.com/office/drawing/2014/main" id="{A69A7AF9-C1B7-30B3-7A17-075CDD24F88C}"/>
              </a:ext>
            </a:extLst>
          </p:cNvPr>
          <p:cNvSpPr>
            <a:spLocks noGrp="1"/>
          </p:cNvSpPr>
          <p:nvPr>
            <p:ph type="ftr" sz="quarter" idx="11"/>
          </p:nvPr>
        </p:nvSpPr>
        <p:spPr/>
        <p:txBody>
          <a:bodyPr/>
          <a:lstStyle/>
          <a:p>
            <a:endParaRPr kumimoji="1" lang="ja-JP" altLang="en-US"/>
          </a:p>
        </p:txBody>
      </p:sp>
      <p:sp>
        <p:nvSpPr>
          <p:cNvPr id="6" name="スライド番号プレースホルダー 5">
            <a:extLst>
              <a:ext uri="{FF2B5EF4-FFF2-40B4-BE49-F238E27FC236}">
                <a16:creationId xmlns:a16="http://schemas.microsoft.com/office/drawing/2014/main" id="{22F76449-E1CE-EFA6-73E4-C5ECE6D022D0}"/>
              </a:ext>
            </a:extLst>
          </p:cNvPr>
          <p:cNvSpPr>
            <a:spLocks noGrp="1"/>
          </p:cNvSpPr>
          <p:nvPr>
            <p:ph type="sldNum" sz="quarter" idx="12"/>
          </p:nvPr>
        </p:nvSpPr>
        <p:spPr/>
        <p:txBody>
          <a:bodyPr/>
          <a:lstStyle/>
          <a:p>
            <a:fld id="{448E2ACB-E66B-4F3B-9FF4-87AC9A48877C}" type="slidenum">
              <a:rPr kumimoji="1" lang="ja-JP" altLang="en-US" smtClean="0"/>
              <a:t>‹#›</a:t>
            </a:fld>
            <a:endParaRPr kumimoji="1" lang="ja-JP" altLang="en-US"/>
          </a:p>
        </p:txBody>
      </p:sp>
    </p:spTree>
    <p:extLst>
      <p:ext uri="{BB962C8B-B14F-4D97-AF65-F5344CB8AC3E}">
        <p14:creationId xmlns:p14="http://schemas.microsoft.com/office/powerpoint/2010/main" val="157398165"/>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タイトルとコンテンツ">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1B0F90E5-96E6-9817-3CE6-6C99B8B0D4B7}"/>
              </a:ext>
            </a:extLst>
          </p:cNvPr>
          <p:cNvSpPr>
            <a:spLocks noGrp="1"/>
          </p:cNvSpPr>
          <p:nvPr>
            <p:ph type="title"/>
          </p:nvPr>
        </p:nvSpPr>
        <p:spPr/>
        <p:txBody>
          <a:bodyPr/>
          <a:lstStyle/>
          <a:p>
            <a:r>
              <a:rPr kumimoji="1" lang="ja-JP" altLang="en-US"/>
              <a:t>マスター タイトルの書式設定</a:t>
            </a:r>
          </a:p>
        </p:txBody>
      </p:sp>
      <p:sp>
        <p:nvSpPr>
          <p:cNvPr id="3" name="コンテンツ プレースホルダー 2">
            <a:extLst>
              <a:ext uri="{FF2B5EF4-FFF2-40B4-BE49-F238E27FC236}">
                <a16:creationId xmlns:a16="http://schemas.microsoft.com/office/drawing/2014/main" id="{C6D15581-7B57-4B0C-493E-8710926CE5E2}"/>
              </a:ext>
            </a:extLst>
          </p:cNvPr>
          <p:cNvSpPr>
            <a:spLocks noGrp="1"/>
          </p:cNvSpPr>
          <p:nvPr>
            <p:ph idx="1"/>
          </p:nvPr>
        </p:nvSpPr>
        <p:spPr/>
        <p:txBody>
          <a:bodyPr/>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4" name="日付プレースホルダー 3">
            <a:extLst>
              <a:ext uri="{FF2B5EF4-FFF2-40B4-BE49-F238E27FC236}">
                <a16:creationId xmlns:a16="http://schemas.microsoft.com/office/drawing/2014/main" id="{50AA74D5-FCDA-ABBB-CF47-5B60F8C3C3B7}"/>
              </a:ext>
            </a:extLst>
          </p:cNvPr>
          <p:cNvSpPr>
            <a:spLocks noGrp="1"/>
          </p:cNvSpPr>
          <p:nvPr>
            <p:ph type="dt" sz="half" idx="10"/>
          </p:nvPr>
        </p:nvSpPr>
        <p:spPr/>
        <p:txBody>
          <a:bodyPr/>
          <a:lstStyle/>
          <a:p>
            <a:fld id="{CDBB496D-ECC3-49A0-A4E8-1DC7A9351BBE}" type="datetimeFigureOut">
              <a:rPr kumimoji="1" lang="ja-JP" altLang="en-US" smtClean="0"/>
              <a:t>2026/9/28</a:t>
            </a:fld>
            <a:endParaRPr kumimoji="1" lang="ja-JP" altLang="en-US"/>
          </a:p>
        </p:txBody>
      </p:sp>
      <p:sp>
        <p:nvSpPr>
          <p:cNvPr id="5" name="フッター プレースホルダー 4">
            <a:extLst>
              <a:ext uri="{FF2B5EF4-FFF2-40B4-BE49-F238E27FC236}">
                <a16:creationId xmlns:a16="http://schemas.microsoft.com/office/drawing/2014/main" id="{7F0CC932-9D4E-EA11-43AA-3D3A6D2BD5B3}"/>
              </a:ext>
            </a:extLst>
          </p:cNvPr>
          <p:cNvSpPr>
            <a:spLocks noGrp="1"/>
          </p:cNvSpPr>
          <p:nvPr>
            <p:ph type="ftr" sz="quarter" idx="11"/>
          </p:nvPr>
        </p:nvSpPr>
        <p:spPr/>
        <p:txBody>
          <a:bodyPr/>
          <a:lstStyle/>
          <a:p>
            <a:endParaRPr kumimoji="1" lang="ja-JP" altLang="en-US"/>
          </a:p>
        </p:txBody>
      </p:sp>
      <p:sp>
        <p:nvSpPr>
          <p:cNvPr id="6" name="スライド番号プレースホルダー 5">
            <a:extLst>
              <a:ext uri="{FF2B5EF4-FFF2-40B4-BE49-F238E27FC236}">
                <a16:creationId xmlns:a16="http://schemas.microsoft.com/office/drawing/2014/main" id="{0D24976B-D6A5-001A-DDA3-E6E4DA26A48C}"/>
              </a:ext>
            </a:extLst>
          </p:cNvPr>
          <p:cNvSpPr>
            <a:spLocks noGrp="1"/>
          </p:cNvSpPr>
          <p:nvPr>
            <p:ph type="sldNum" sz="quarter" idx="12"/>
          </p:nvPr>
        </p:nvSpPr>
        <p:spPr/>
        <p:txBody>
          <a:bodyPr/>
          <a:lstStyle/>
          <a:p>
            <a:fld id="{448E2ACB-E66B-4F3B-9FF4-87AC9A48877C}" type="slidenum">
              <a:rPr kumimoji="1" lang="ja-JP" altLang="en-US" smtClean="0"/>
              <a:t>‹#›</a:t>
            </a:fld>
            <a:endParaRPr kumimoji="1" lang="ja-JP" altLang="en-US"/>
          </a:p>
        </p:txBody>
      </p:sp>
    </p:spTree>
    <p:extLst>
      <p:ext uri="{BB962C8B-B14F-4D97-AF65-F5344CB8AC3E}">
        <p14:creationId xmlns:p14="http://schemas.microsoft.com/office/powerpoint/2010/main" val="3723867741"/>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セクション見出し">
    <p:spTree>
      <p:nvGrpSpPr>
        <p:cNvPr id="1" name=""/>
        <p:cNvGrpSpPr/>
        <p:nvPr/>
      </p:nvGrpSpPr>
      <p:grpSpPr>
        <a:xfrm>
          <a:off x="0" y="0"/>
          <a:ext cx="0" cy="0"/>
          <a:chOff x="0" y="0"/>
          <a:chExt cx="0" cy="0"/>
        </a:xfrm>
      </p:grpSpPr>
      <p:sp>
        <p:nvSpPr>
          <p:cNvPr id="4" name="日付プレースホルダー 3">
            <a:extLst>
              <a:ext uri="{FF2B5EF4-FFF2-40B4-BE49-F238E27FC236}">
                <a16:creationId xmlns:a16="http://schemas.microsoft.com/office/drawing/2014/main" id="{3FA08A14-3CD5-9CCA-9834-74C4942E2776}"/>
              </a:ext>
            </a:extLst>
          </p:cNvPr>
          <p:cNvSpPr>
            <a:spLocks noGrp="1"/>
          </p:cNvSpPr>
          <p:nvPr>
            <p:ph type="dt" sz="half" idx="10"/>
          </p:nvPr>
        </p:nvSpPr>
        <p:spPr/>
        <p:txBody>
          <a:bodyPr/>
          <a:lstStyle/>
          <a:p>
            <a:fld id="{CDBB496D-ECC3-49A0-A4E8-1DC7A9351BBE}" type="datetimeFigureOut">
              <a:rPr kumimoji="1" lang="ja-JP" altLang="en-US" smtClean="0"/>
              <a:t>2026/9/28</a:t>
            </a:fld>
            <a:endParaRPr kumimoji="1" lang="ja-JP" altLang="en-US"/>
          </a:p>
        </p:txBody>
      </p:sp>
      <p:sp>
        <p:nvSpPr>
          <p:cNvPr id="5" name="フッター プレースホルダー 4">
            <a:extLst>
              <a:ext uri="{FF2B5EF4-FFF2-40B4-BE49-F238E27FC236}">
                <a16:creationId xmlns:a16="http://schemas.microsoft.com/office/drawing/2014/main" id="{92E7BB53-0273-FA20-D996-0AB44B7C699D}"/>
              </a:ext>
            </a:extLst>
          </p:cNvPr>
          <p:cNvSpPr>
            <a:spLocks noGrp="1"/>
          </p:cNvSpPr>
          <p:nvPr>
            <p:ph type="ftr" sz="quarter" idx="11"/>
          </p:nvPr>
        </p:nvSpPr>
        <p:spPr/>
        <p:txBody>
          <a:bodyPr/>
          <a:lstStyle/>
          <a:p>
            <a:endParaRPr kumimoji="1" lang="ja-JP" altLang="en-US"/>
          </a:p>
        </p:txBody>
      </p:sp>
      <p:sp>
        <p:nvSpPr>
          <p:cNvPr id="6" name="スライド番号プレースホルダー 5">
            <a:extLst>
              <a:ext uri="{FF2B5EF4-FFF2-40B4-BE49-F238E27FC236}">
                <a16:creationId xmlns:a16="http://schemas.microsoft.com/office/drawing/2014/main" id="{3A4410C3-AFA0-BAE1-2B87-95C14C7F49B9}"/>
              </a:ext>
            </a:extLst>
          </p:cNvPr>
          <p:cNvSpPr>
            <a:spLocks noGrp="1"/>
          </p:cNvSpPr>
          <p:nvPr>
            <p:ph type="sldNum" sz="quarter" idx="12"/>
          </p:nvPr>
        </p:nvSpPr>
        <p:spPr/>
        <p:txBody>
          <a:bodyPr/>
          <a:lstStyle/>
          <a:p>
            <a:fld id="{448E2ACB-E66B-4F3B-9FF4-87AC9A48877C}" type="slidenum">
              <a:rPr kumimoji="1" lang="ja-JP" altLang="en-US" smtClean="0"/>
              <a:t>‹#›</a:t>
            </a:fld>
            <a:endParaRPr kumimoji="1" lang="ja-JP" altLang="en-US"/>
          </a:p>
        </p:txBody>
      </p:sp>
      <p:cxnSp>
        <p:nvCxnSpPr>
          <p:cNvPr id="8" name="直線コネクタ 7">
            <a:extLst>
              <a:ext uri="{FF2B5EF4-FFF2-40B4-BE49-F238E27FC236}">
                <a16:creationId xmlns:a16="http://schemas.microsoft.com/office/drawing/2014/main" id="{6A375A02-D097-CE27-2EB9-DDE33B833BFA}"/>
              </a:ext>
            </a:extLst>
          </p:cNvPr>
          <p:cNvCxnSpPr/>
          <p:nvPr userDrawn="1"/>
        </p:nvCxnSpPr>
        <p:spPr>
          <a:xfrm>
            <a:off x="0" y="648070"/>
            <a:ext cx="12192000" cy="0"/>
          </a:xfrm>
          <a:prstGeom prst="line">
            <a:avLst/>
          </a:prstGeom>
          <a:ln w="31750">
            <a:solidFill>
              <a:srgbClr val="FF0000"/>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471834969"/>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1_セクション見出し">
    <p:spTree>
      <p:nvGrpSpPr>
        <p:cNvPr id="1" name=""/>
        <p:cNvGrpSpPr/>
        <p:nvPr/>
      </p:nvGrpSpPr>
      <p:grpSpPr>
        <a:xfrm>
          <a:off x="0" y="0"/>
          <a:ext cx="0" cy="0"/>
          <a:chOff x="0" y="0"/>
          <a:chExt cx="0" cy="0"/>
        </a:xfrm>
      </p:grpSpPr>
      <p:sp>
        <p:nvSpPr>
          <p:cNvPr id="4" name="日付プレースホルダー 3">
            <a:extLst>
              <a:ext uri="{FF2B5EF4-FFF2-40B4-BE49-F238E27FC236}">
                <a16:creationId xmlns:a16="http://schemas.microsoft.com/office/drawing/2014/main" id="{3FA08A14-3CD5-9CCA-9834-74C4942E2776}"/>
              </a:ext>
            </a:extLst>
          </p:cNvPr>
          <p:cNvSpPr>
            <a:spLocks noGrp="1"/>
          </p:cNvSpPr>
          <p:nvPr>
            <p:ph type="dt" sz="half" idx="10"/>
          </p:nvPr>
        </p:nvSpPr>
        <p:spPr/>
        <p:txBody>
          <a:bodyPr/>
          <a:lstStyle/>
          <a:p>
            <a:fld id="{CDBB496D-ECC3-49A0-A4E8-1DC7A9351BBE}" type="datetimeFigureOut">
              <a:rPr kumimoji="1" lang="ja-JP" altLang="en-US" smtClean="0"/>
              <a:t>2026/9/28</a:t>
            </a:fld>
            <a:endParaRPr kumimoji="1" lang="ja-JP" altLang="en-US"/>
          </a:p>
        </p:txBody>
      </p:sp>
      <p:sp>
        <p:nvSpPr>
          <p:cNvPr id="5" name="フッター プレースホルダー 4">
            <a:extLst>
              <a:ext uri="{FF2B5EF4-FFF2-40B4-BE49-F238E27FC236}">
                <a16:creationId xmlns:a16="http://schemas.microsoft.com/office/drawing/2014/main" id="{92E7BB53-0273-FA20-D996-0AB44B7C699D}"/>
              </a:ext>
            </a:extLst>
          </p:cNvPr>
          <p:cNvSpPr>
            <a:spLocks noGrp="1"/>
          </p:cNvSpPr>
          <p:nvPr>
            <p:ph type="ftr" sz="quarter" idx="11"/>
          </p:nvPr>
        </p:nvSpPr>
        <p:spPr/>
        <p:txBody>
          <a:bodyPr/>
          <a:lstStyle/>
          <a:p>
            <a:endParaRPr kumimoji="1" lang="ja-JP" altLang="en-US"/>
          </a:p>
        </p:txBody>
      </p:sp>
      <p:sp>
        <p:nvSpPr>
          <p:cNvPr id="6" name="スライド番号プレースホルダー 5">
            <a:extLst>
              <a:ext uri="{FF2B5EF4-FFF2-40B4-BE49-F238E27FC236}">
                <a16:creationId xmlns:a16="http://schemas.microsoft.com/office/drawing/2014/main" id="{3A4410C3-AFA0-BAE1-2B87-95C14C7F49B9}"/>
              </a:ext>
            </a:extLst>
          </p:cNvPr>
          <p:cNvSpPr>
            <a:spLocks noGrp="1"/>
          </p:cNvSpPr>
          <p:nvPr>
            <p:ph type="sldNum" sz="quarter" idx="12"/>
          </p:nvPr>
        </p:nvSpPr>
        <p:spPr/>
        <p:txBody>
          <a:bodyPr/>
          <a:lstStyle/>
          <a:p>
            <a:fld id="{448E2ACB-E66B-4F3B-9FF4-87AC9A48877C}" type="slidenum">
              <a:rPr kumimoji="1" lang="ja-JP" altLang="en-US" smtClean="0"/>
              <a:t>‹#›</a:t>
            </a:fld>
            <a:endParaRPr kumimoji="1" lang="ja-JP" altLang="en-US"/>
          </a:p>
        </p:txBody>
      </p:sp>
      <p:cxnSp>
        <p:nvCxnSpPr>
          <p:cNvPr id="8" name="直線コネクタ 7">
            <a:extLst>
              <a:ext uri="{FF2B5EF4-FFF2-40B4-BE49-F238E27FC236}">
                <a16:creationId xmlns:a16="http://schemas.microsoft.com/office/drawing/2014/main" id="{6A375A02-D097-CE27-2EB9-DDE33B833BFA}"/>
              </a:ext>
            </a:extLst>
          </p:cNvPr>
          <p:cNvCxnSpPr/>
          <p:nvPr userDrawn="1"/>
        </p:nvCxnSpPr>
        <p:spPr>
          <a:xfrm>
            <a:off x="0" y="648070"/>
            <a:ext cx="12192000" cy="0"/>
          </a:xfrm>
          <a:prstGeom prst="line">
            <a:avLst/>
          </a:prstGeom>
          <a:ln w="31750">
            <a:solidFill>
              <a:srgbClr val="FF0000"/>
            </a:solidFill>
          </a:ln>
        </p:spPr>
        <p:style>
          <a:lnRef idx="1">
            <a:schemeClr val="accent1"/>
          </a:lnRef>
          <a:fillRef idx="0">
            <a:schemeClr val="accent1"/>
          </a:fillRef>
          <a:effectRef idx="0">
            <a:schemeClr val="accent1"/>
          </a:effectRef>
          <a:fontRef idx="minor">
            <a:schemeClr val="tx1"/>
          </a:fontRef>
        </p:style>
      </p:cxnSp>
      <p:sp>
        <p:nvSpPr>
          <p:cNvPr id="2" name="テキスト ボックス 1">
            <a:extLst>
              <a:ext uri="{FF2B5EF4-FFF2-40B4-BE49-F238E27FC236}">
                <a16:creationId xmlns:a16="http://schemas.microsoft.com/office/drawing/2014/main" id="{CA81B921-1884-8375-34B2-14A6207F36E8}"/>
              </a:ext>
            </a:extLst>
          </p:cNvPr>
          <p:cNvSpPr txBox="1"/>
          <p:nvPr userDrawn="1"/>
        </p:nvSpPr>
        <p:spPr>
          <a:xfrm>
            <a:off x="10972802" y="136525"/>
            <a:ext cx="1127464" cy="400110"/>
          </a:xfrm>
          <a:prstGeom prst="rect">
            <a:avLst/>
          </a:prstGeom>
          <a:noFill/>
        </p:spPr>
        <p:txBody>
          <a:bodyPr wrap="square" rtlCol="0">
            <a:spAutoFit/>
          </a:bodyPr>
          <a:lstStyle/>
          <a:p>
            <a:pPr algn="r"/>
            <a:fld id="{CC613CDD-3157-4271-A2F3-96A53F48D0E4}" type="slidenum">
              <a:rPr kumimoji="1" lang="ja-JP" altLang="en-US" sz="2000" smtClean="0">
                <a:latin typeface="Meiryo UI" panose="020B0604030504040204" pitchFamily="50" charset="-128"/>
                <a:ea typeface="Meiryo UI" panose="020B0604030504040204" pitchFamily="50" charset="-128"/>
              </a:rPr>
              <a:pPr algn="r"/>
              <a:t>‹#›</a:t>
            </a:fld>
            <a:r>
              <a:rPr kumimoji="1" lang="en-US" altLang="ja-JP" sz="2000" dirty="0">
                <a:latin typeface="Meiryo UI" panose="020B0604030504040204" pitchFamily="50" charset="-128"/>
                <a:ea typeface="Meiryo UI" panose="020B0604030504040204" pitchFamily="50" charset="-128"/>
              </a:rPr>
              <a:t>/10</a:t>
            </a:r>
            <a:endParaRPr kumimoji="1" lang="ja-JP" altLang="en-US" sz="2000" dirty="0">
              <a:latin typeface="Meiryo UI" panose="020B0604030504040204" pitchFamily="50" charset="-128"/>
              <a:ea typeface="Meiryo UI" panose="020B0604030504040204" pitchFamily="50" charset="-128"/>
            </a:endParaRPr>
          </a:p>
        </p:txBody>
      </p:sp>
    </p:spTree>
    <p:extLst>
      <p:ext uri="{BB962C8B-B14F-4D97-AF65-F5344CB8AC3E}">
        <p14:creationId xmlns:p14="http://schemas.microsoft.com/office/powerpoint/2010/main" val="2622303189"/>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Obj" preserve="1">
  <p:cSld name="2 つのコンテンツ">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F94A5E10-B6B0-DFAB-C3AA-656801FE6479}"/>
              </a:ext>
            </a:extLst>
          </p:cNvPr>
          <p:cNvSpPr>
            <a:spLocks noGrp="1"/>
          </p:cNvSpPr>
          <p:nvPr>
            <p:ph type="title"/>
          </p:nvPr>
        </p:nvSpPr>
        <p:spPr/>
        <p:txBody>
          <a:bodyPr/>
          <a:lstStyle/>
          <a:p>
            <a:r>
              <a:rPr kumimoji="1" lang="ja-JP" altLang="en-US"/>
              <a:t>マスター タイトルの書式設定</a:t>
            </a:r>
          </a:p>
        </p:txBody>
      </p:sp>
      <p:sp>
        <p:nvSpPr>
          <p:cNvPr id="3" name="コンテンツ プレースホルダー 2">
            <a:extLst>
              <a:ext uri="{FF2B5EF4-FFF2-40B4-BE49-F238E27FC236}">
                <a16:creationId xmlns:a16="http://schemas.microsoft.com/office/drawing/2014/main" id="{D08D89DD-4D97-15B3-2A9B-FBE385DD2C0F}"/>
              </a:ext>
            </a:extLst>
          </p:cNvPr>
          <p:cNvSpPr>
            <a:spLocks noGrp="1"/>
          </p:cNvSpPr>
          <p:nvPr>
            <p:ph sz="half" idx="1"/>
          </p:nvPr>
        </p:nvSpPr>
        <p:spPr>
          <a:xfrm>
            <a:off x="838200" y="1825625"/>
            <a:ext cx="5181600" cy="4351338"/>
          </a:xfrm>
        </p:spPr>
        <p:txBody>
          <a:bodyPr/>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4" name="コンテンツ プレースホルダー 3">
            <a:extLst>
              <a:ext uri="{FF2B5EF4-FFF2-40B4-BE49-F238E27FC236}">
                <a16:creationId xmlns:a16="http://schemas.microsoft.com/office/drawing/2014/main" id="{2CA9BF7E-E7B5-FD03-4434-02670AD972A1}"/>
              </a:ext>
            </a:extLst>
          </p:cNvPr>
          <p:cNvSpPr>
            <a:spLocks noGrp="1"/>
          </p:cNvSpPr>
          <p:nvPr>
            <p:ph sz="half" idx="2"/>
          </p:nvPr>
        </p:nvSpPr>
        <p:spPr>
          <a:xfrm>
            <a:off x="6172200" y="1825625"/>
            <a:ext cx="5181600" cy="4351338"/>
          </a:xfrm>
        </p:spPr>
        <p:txBody>
          <a:bodyPr/>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5" name="日付プレースホルダー 4">
            <a:extLst>
              <a:ext uri="{FF2B5EF4-FFF2-40B4-BE49-F238E27FC236}">
                <a16:creationId xmlns:a16="http://schemas.microsoft.com/office/drawing/2014/main" id="{940D1B89-AAF7-841B-B2F4-F081DF977418}"/>
              </a:ext>
            </a:extLst>
          </p:cNvPr>
          <p:cNvSpPr>
            <a:spLocks noGrp="1"/>
          </p:cNvSpPr>
          <p:nvPr>
            <p:ph type="dt" sz="half" idx="10"/>
          </p:nvPr>
        </p:nvSpPr>
        <p:spPr/>
        <p:txBody>
          <a:bodyPr/>
          <a:lstStyle/>
          <a:p>
            <a:fld id="{CDBB496D-ECC3-49A0-A4E8-1DC7A9351BBE}" type="datetimeFigureOut">
              <a:rPr kumimoji="1" lang="ja-JP" altLang="en-US" smtClean="0"/>
              <a:t>2026/9/28</a:t>
            </a:fld>
            <a:endParaRPr kumimoji="1" lang="ja-JP" altLang="en-US"/>
          </a:p>
        </p:txBody>
      </p:sp>
      <p:sp>
        <p:nvSpPr>
          <p:cNvPr id="6" name="フッター プレースホルダー 5">
            <a:extLst>
              <a:ext uri="{FF2B5EF4-FFF2-40B4-BE49-F238E27FC236}">
                <a16:creationId xmlns:a16="http://schemas.microsoft.com/office/drawing/2014/main" id="{E92C46BA-4D85-6EB2-EF47-A86BBF2635EB}"/>
              </a:ext>
            </a:extLst>
          </p:cNvPr>
          <p:cNvSpPr>
            <a:spLocks noGrp="1"/>
          </p:cNvSpPr>
          <p:nvPr>
            <p:ph type="ftr" sz="quarter" idx="11"/>
          </p:nvPr>
        </p:nvSpPr>
        <p:spPr/>
        <p:txBody>
          <a:bodyPr/>
          <a:lstStyle/>
          <a:p>
            <a:endParaRPr kumimoji="1" lang="ja-JP" altLang="en-US"/>
          </a:p>
        </p:txBody>
      </p:sp>
      <p:sp>
        <p:nvSpPr>
          <p:cNvPr id="7" name="スライド番号プレースホルダー 6">
            <a:extLst>
              <a:ext uri="{FF2B5EF4-FFF2-40B4-BE49-F238E27FC236}">
                <a16:creationId xmlns:a16="http://schemas.microsoft.com/office/drawing/2014/main" id="{9AA302C4-FB0F-7986-8A0D-D7B03047E2B0}"/>
              </a:ext>
            </a:extLst>
          </p:cNvPr>
          <p:cNvSpPr>
            <a:spLocks noGrp="1"/>
          </p:cNvSpPr>
          <p:nvPr>
            <p:ph type="sldNum" sz="quarter" idx="12"/>
          </p:nvPr>
        </p:nvSpPr>
        <p:spPr/>
        <p:txBody>
          <a:bodyPr/>
          <a:lstStyle/>
          <a:p>
            <a:fld id="{448E2ACB-E66B-4F3B-9FF4-87AC9A48877C}" type="slidenum">
              <a:rPr kumimoji="1" lang="ja-JP" altLang="en-US" smtClean="0"/>
              <a:t>‹#›</a:t>
            </a:fld>
            <a:endParaRPr kumimoji="1" lang="ja-JP" altLang="en-US"/>
          </a:p>
        </p:txBody>
      </p:sp>
    </p:spTree>
    <p:extLst>
      <p:ext uri="{BB962C8B-B14F-4D97-AF65-F5344CB8AC3E}">
        <p14:creationId xmlns:p14="http://schemas.microsoft.com/office/powerpoint/2010/main" val="2500051187"/>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woTxTwoObj" preserve="1">
  <p:cSld name="比較">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37EC0269-1C49-0447-AE56-985C71E03BFD}"/>
              </a:ext>
            </a:extLst>
          </p:cNvPr>
          <p:cNvSpPr>
            <a:spLocks noGrp="1"/>
          </p:cNvSpPr>
          <p:nvPr>
            <p:ph type="title"/>
          </p:nvPr>
        </p:nvSpPr>
        <p:spPr>
          <a:xfrm>
            <a:off x="839788" y="365125"/>
            <a:ext cx="10515600" cy="1325563"/>
          </a:xfrm>
        </p:spPr>
        <p:txBody>
          <a:bodyPr/>
          <a:lstStyle/>
          <a:p>
            <a:r>
              <a:rPr kumimoji="1" lang="ja-JP" altLang="en-US"/>
              <a:t>マスター タイトルの書式設定</a:t>
            </a:r>
          </a:p>
        </p:txBody>
      </p:sp>
      <p:sp>
        <p:nvSpPr>
          <p:cNvPr id="3" name="テキスト プレースホルダー 2">
            <a:extLst>
              <a:ext uri="{FF2B5EF4-FFF2-40B4-BE49-F238E27FC236}">
                <a16:creationId xmlns:a16="http://schemas.microsoft.com/office/drawing/2014/main" id="{A2E03EC7-67EA-4527-79A1-0A990732947F}"/>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kumimoji="1" lang="ja-JP" altLang="en-US"/>
              <a:t>マスター テキストの書式設定</a:t>
            </a:r>
          </a:p>
        </p:txBody>
      </p:sp>
      <p:sp>
        <p:nvSpPr>
          <p:cNvPr id="4" name="コンテンツ プレースホルダー 3">
            <a:extLst>
              <a:ext uri="{FF2B5EF4-FFF2-40B4-BE49-F238E27FC236}">
                <a16:creationId xmlns:a16="http://schemas.microsoft.com/office/drawing/2014/main" id="{F4D8C9C9-6AAD-3CC2-3268-9F2403236D4D}"/>
              </a:ext>
            </a:extLst>
          </p:cNvPr>
          <p:cNvSpPr>
            <a:spLocks noGrp="1"/>
          </p:cNvSpPr>
          <p:nvPr>
            <p:ph sz="half" idx="2"/>
          </p:nvPr>
        </p:nvSpPr>
        <p:spPr>
          <a:xfrm>
            <a:off x="839788" y="2505075"/>
            <a:ext cx="5157787" cy="3684588"/>
          </a:xfrm>
        </p:spPr>
        <p:txBody>
          <a:bodyPr/>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5" name="テキスト プレースホルダー 4">
            <a:extLst>
              <a:ext uri="{FF2B5EF4-FFF2-40B4-BE49-F238E27FC236}">
                <a16:creationId xmlns:a16="http://schemas.microsoft.com/office/drawing/2014/main" id="{AE724DC5-81B7-B179-AFDF-1C298AE87F6C}"/>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kumimoji="1" lang="ja-JP" altLang="en-US"/>
              <a:t>マスター テキストの書式設定</a:t>
            </a:r>
          </a:p>
        </p:txBody>
      </p:sp>
      <p:sp>
        <p:nvSpPr>
          <p:cNvPr id="6" name="コンテンツ プレースホルダー 5">
            <a:extLst>
              <a:ext uri="{FF2B5EF4-FFF2-40B4-BE49-F238E27FC236}">
                <a16:creationId xmlns:a16="http://schemas.microsoft.com/office/drawing/2014/main" id="{CD7397F4-2C6E-CE73-D77C-53A15876B924}"/>
              </a:ext>
            </a:extLst>
          </p:cNvPr>
          <p:cNvSpPr>
            <a:spLocks noGrp="1"/>
          </p:cNvSpPr>
          <p:nvPr>
            <p:ph sz="quarter" idx="4"/>
          </p:nvPr>
        </p:nvSpPr>
        <p:spPr>
          <a:xfrm>
            <a:off x="6172200" y="2505075"/>
            <a:ext cx="5183188" cy="3684588"/>
          </a:xfrm>
        </p:spPr>
        <p:txBody>
          <a:bodyPr/>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7" name="日付プレースホルダー 6">
            <a:extLst>
              <a:ext uri="{FF2B5EF4-FFF2-40B4-BE49-F238E27FC236}">
                <a16:creationId xmlns:a16="http://schemas.microsoft.com/office/drawing/2014/main" id="{18FC3429-E269-9166-DE57-956B5E071428}"/>
              </a:ext>
            </a:extLst>
          </p:cNvPr>
          <p:cNvSpPr>
            <a:spLocks noGrp="1"/>
          </p:cNvSpPr>
          <p:nvPr>
            <p:ph type="dt" sz="half" idx="10"/>
          </p:nvPr>
        </p:nvSpPr>
        <p:spPr/>
        <p:txBody>
          <a:bodyPr/>
          <a:lstStyle/>
          <a:p>
            <a:fld id="{CDBB496D-ECC3-49A0-A4E8-1DC7A9351BBE}" type="datetimeFigureOut">
              <a:rPr kumimoji="1" lang="ja-JP" altLang="en-US" smtClean="0"/>
              <a:t>2026/9/28</a:t>
            </a:fld>
            <a:endParaRPr kumimoji="1" lang="ja-JP" altLang="en-US"/>
          </a:p>
        </p:txBody>
      </p:sp>
      <p:sp>
        <p:nvSpPr>
          <p:cNvPr id="8" name="フッター プレースホルダー 7">
            <a:extLst>
              <a:ext uri="{FF2B5EF4-FFF2-40B4-BE49-F238E27FC236}">
                <a16:creationId xmlns:a16="http://schemas.microsoft.com/office/drawing/2014/main" id="{82DFBE8D-91D2-91C5-286B-A80ED42BF49F}"/>
              </a:ext>
            </a:extLst>
          </p:cNvPr>
          <p:cNvSpPr>
            <a:spLocks noGrp="1"/>
          </p:cNvSpPr>
          <p:nvPr>
            <p:ph type="ftr" sz="quarter" idx="11"/>
          </p:nvPr>
        </p:nvSpPr>
        <p:spPr/>
        <p:txBody>
          <a:bodyPr/>
          <a:lstStyle/>
          <a:p>
            <a:endParaRPr kumimoji="1" lang="ja-JP" altLang="en-US"/>
          </a:p>
        </p:txBody>
      </p:sp>
      <p:sp>
        <p:nvSpPr>
          <p:cNvPr id="9" name="スライド番号プレースホルダー 8">
            <a:extLst>
              <a:ext uri="{FF2B5EF4-FFF2-40B4-BE49-F238E27FC236}">
                <a16:creationId xmlns:a16="http://schemas.microsoft.com/office/drawing/2014/main" id="{FFB8AB8B-E175-0205-9D7A-58A0880796E7}"/>
              </a:ext>
            </a:extLst>
          </p:cNvPr>
          <p:cNvSpPr>
            <a:spLocks noGrp="1"/>
          </p:cNvSpPr>
          <p:nvPr>
            <p:ph type="sldNum" sz="quarter" idx="12"/>
          </p:nvPr>
        </p:nvSpPr>
        <p:spPr/>
        <p:txBody>
          <a:bodyPr/>
          <a:lstStyle/>
          <a:p>
            <a:fld id="{448E2ACB-E66B-4F3B-9FF4-87AC9A48877C}" type="slidenum">
              <a:rPr kumimoji="1" lang="ja-JP" altLang="en-US" smtClean="0"/>
              <a:t>‹#›</a:t>
            </a:fld>
            <a:endParaRPr kumimoji="1" lang="ja-JP" altLang="en-US"/>
          </a:p>
        </p:txBody>
      </p:sp>
    </p:spTree>
    <p:extLst>
      <p:ext uri="{BB962C8B-B14F-4D97-AF65-F5344CB8AC3E}">
        <p14:creationId xmlns:p14="http://schemas.microsoft.com/office/powerpoint/2010/main" val="412596472"/>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titleOnly" preserve="1">
  <p:cSld name="タイトルのみ">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370081D6-5D95-3C25-62A9-473E1B17CEEE}"/>
              </a:ext>
            </a:extLst>
          </p:cNvPr>
          <p:cNvSpPr>
            <a:spLocks noGrp="1"/>
          </p:cNvSpPr>
          <p:nvPr>
            <p:ph type="title"/>
          </p:nvPr>
        </p:nvSpPr>
        <p:spPr/>
        <p:txBody>
          <a:bodyPr/>
          <a:lstStyle/>
          <a:p>
            <a:r>
              <a:rPr kumimoji="1" lang="ja-JP" altLang="en-US"/>
              <a:t>マスター タイトルの書式設定</a:t>
            </a:r>
          </a:p>
        </p:txBody>
      </p:sp>
      <p:sp>
        <p:nvSpPr>
          <p:cNvPr id="3" name="日付プレースホルダー 2">
            <a:extLst>
              <a:ext uri="{FF2B5EF4-FFF2-40B4-BE49-F238E27FC236}">
                <a16:creationId xmlns:a16="http://schemas.microsoft.com/office/drawing/2014/main" id="{75F749D5-CD1E-5002-980C-5F8DCD008681}"/>
              </a:ext>
            </a:extLst>
          </p:cNvPr>
          <p:cNvSpPr>
            <a:spLocks noGrp="1"/>
          </p:cNvSpPr>
          <p:nvPr>
            <p:ph type="dt" sz="half" idx="10"/>
          </p:nvPr>
        </p:nvSpPr>
        <p:spPr/>
        <p:txBody>
          <a:bodyPr/>
          <a:lstStyle/>
          <a:p>
            <a:fld id="{CDBB496D-ECC3-49A0-A4E8-1DC7A9351BBE}" type="datetimeFigureOut">
              <a:rPr kumimoji="1" lang="ja-JP" altLang="en-US" smtClean="0"/>
              <a:t>2026/9/28</a:t>
            </a:fld>
            <a:endParaRPr kumimoji="1" lang="ja-JP" altLang="en-US"/>
          </a:p>
        </p:txBody>
      </p:sp>
      <p:sp>
        <p:nvSpPr>
          <p:cNvPr id="4" name="フッター プレースホルダー 3">
            <a:extLst>
              <a:ext uri="{FF2B5EF4-FFF2-40B4-BE49-F238E27FC236}">
                <a16:creationId xmlns:a16="http://schemas.microsoft.com/office/drawing/2014/main" id="{EDB57EF3-54A9-2ECF-2800-AAA9DC2FF603}"/>
              </a:ext>
            </a:extLst>
          </p:cNvPr>
          <p:cNvSpPr>
            <a:spLocks noGrp="1"/>
          </p:cNvSpPr>
          <p:nvPr>
            <p:ph type="ftr" sz="quarter" idx="11"/>
          </p:nvPr>
        </p:nvSpPr>
        <p:spPr/>
        <p:txBody>
          <a:bodyPr/>
          <a:lstStyle/>
          <a:p>
            <a:endParaRPr kumimoji="1" lang="ja-JP" altLang="en-US"/>
          </a:p>
        </p:txBody>
      </p:sp>
      <p:sp>
        <p:nvSpPr>
          <p:cNvPr id="5" name="スライド番号プレースホルダー 4">
            <a:extLst>
              <a:ext uri="{FF2B5EF4-FFF2-40B4-BE49-F238E27FC236}">
                <a16:creationId xmlns:a16="http://schemas.microsoft.com/office/drawing/2014/main" id="{D161DBFC-BFCB-C58D-D9B5-B94D75E29E8F}"/>
              </a:ext>
            </a:extLst>
          </p:cNvPr>
          <p:cNvSpPr>
            <a:spLocks noGrp="1"/>
          </p:cNvSpPr>
          <p:nvPr>
            <p:ph type="sldNum" sz="quarter" idx="12"/>
          </p:nvPr>
        </p:nvSpPr>
        <p:spPr/>
        <p:txBody>
          <a:bodyPr/>
          <a:lstStyle/>
          <a:p>
            <a:fld id="{448E2ACB-E66B-4F3B-9FF4-87AC9A48877C}" type="slidenum">
              <a:rPr kumimoji="1" lang="ja-JP" altLang="en-US" smtClean="0"/>
              <a:t>‹#›</a:t>
            </a:fld>
            <a:endParaRPr kumimoji="1" lang="ja-JP" altLang="en-US"/>
          </a:p>
        </p:txBody>
      </p:sp>
    </p:spTree>
    <p:extLst>
      <p:ext uri="{BB962C8B-B14F-4D97-AF65-F5344CB8AC3E}">
        <p14:creationId xmlns:p14="http://schemas.microsoft.com/office/powerpoint/2010/main" val="865930844"/>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blank" preserve="1">
  <p:cSld name="白紙">
    <p:spTree>
      <p:nvGrpSpPr>
        <p:cNvPr id="1" name=""/>
        <p:cNvGrpSpPr/>
        <p:nvPr/>
      </p:nvGrpSpPr>
      <p:grpSpPr>
        <a:xfrm>
          <a:off x="0" y="0"/>
          <a:ext cx="0" cy="0"/>
          <a:chOff x="0" y="0"/>
          <a:chExt cx="0" cy="0"/>
        </a:xfrm>
      </p:grpSpPr>
      <p:sp>
        <p:nvSpPr>
          <p:cNvPr id="2" name="日付プレースホルダー 1">
            <a:extLst>
              <a:ext uri="{FF2B5EF4-FFF2-40B4-BE49-F238E27FC236}">
                <a16:creationId xmlns:a16="http://schemas.microsoft.com/office/drawing/2014/main" id="{D052B923-F2BD-9450-A0F5-84D992229A20}"/>
              </a:ext>
            </a:extLst>
          </p:cNvPr>
          <p:cNvSpPr>
            <a:spLocks noGrp="1"/>
          </p:cNvSpPr>
          <p:nvPr>
            <p:ph type="dt" sz="half" idx="10"/>
          </p:nvPr>
        </p:nvSpPr>
        <p:spPr/>
        <p:txBody>
          <a:bodyPr/>
          <a:lstStyle/>
          <a:p>
            <a:fld id="{CDBB496D-ECC3-49A0-A4E8-1DC7A9351BBE}" type="datetimeFigureOut">
              <a:rPr kumimoji="1" lang="ja-JP" altLang="en-US" smtClean="0"/>
              <a:t>2026/9/28</a:t>
            </a:fld>
            <a:endParaRPr kumimoji="1" lang="ja-JP" altLang="en-US"/>
          </a:p>
        </p:txBody>
      </p:sp>
      <p:sp>
        <p:nvSpPr>
          <p:cNvPr id="3" name="フッター プレースホルダー 2">
            <a:extLst>
              <a:ext uri="{FF2B5EF4-FFF2-40B4-BE49-F238E27FC236}">
                <a16:creationId xmlns:a16="http://schemas.microsoft.com/office/drawing/2014/main" id="{4A769614-C9F5-A6DA-16CA-E2928EAD945B}"/>
              </a:ext>
            </a:extLst>
          </p:cNvPr>
          <p:cNvSpPr>
            <a:spLocks noGrp="1"/>
          </p:cNvSpPr>
          <p:nvPr>
            <p:ph type="ftr" sz="quarter" idx="11"/>
          </p:nvPr>
        </p:nvSpPr>
        <p:spPr/>
        <p:txBody>
          <a:bodyPr/>
          <a:lstStyle/>
          <a:p>
            <a:endParaRPr kumimoji="1" lang="ja-JP" altLang="en-US"/>
          </a:p>
        </p:txBody>
      </p:sp>
      <p:sp>
        <p:nvSpPr>
          <p:cNvPr id="4" name="スライド番号プレースホルダー 3">
            <a:extLst>
              <a:ext uri="{FF2B5EF4-FFF2-40B4-BE49-F238E27FC236}">
                <a16:creationId xmlns:a16="http://schemas.microsoft.com/office/drawing/2014/main" id="{9DD5C77A-DBE8-D572-715D-3F011D1A69D0}"/>
              </a:ext>
            </a:extLst>
          </p:cNvPr>
          <p:cNvSpPr>
            <a:spLocks noGrp="1"/>
          </p:cNvSpPr>
          <p:nvPr>
            <p:ph type="sldNum" sz="quarter" idx="12"/>
          </p:nvPr>
        </p:nvSpPr>
        <p:spPr/>
        <p:txBody>
          <a:bodyPr/>
          <a:lstStyle/>
          <a:p>
            <a:fld id="{448E2ACB-E66B-4F3B-9FF4-87AC9A48877C}" type="slidenum">
              <a:rPr kumimoji="1" lang="ja-JP" altLang="en-US" smtClean="0"/>
              <a:t>‹#›</a:t>
            </a:fld>
            <a:endParaRPr kumimoji="1" lang="ja-JP" altLang="en-US"/>
          </a:p>
        </p:txBody>
      </p:sp>
    </p:spTree>
    <p:extLst>
      <p:ext uri="{BB962C8B-B14F-4D97-AF65-F5344CB8AC3E}">
        <p14:creationId xmlns:p14="http://schemas.microsoft.com/office/powerpoint/2010/main" val="1040639393"/>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objTx" preserve="1">
  <p:cSld name="タイトル付きのコンテンツ">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598B2A95-8A79-9953-13E8-5EB5483448EE}"/>
              </a:ext>
            </a:extLst>
          </p:cNvPr>
          <p:cNvSpPr>
            <a:spLocks noGrp="1"/>
          </p:cNvSpPr>
          <p:nvPr>
            <p:ph type="title"/>
          </p:nvPr>
        </p:nvSpPr>
        <p:spPr>
          <a:xfrm>
            <a:off x="839788" y="457200"/>
            <a:ext cx="3932237" cy="1600200"/>
          </a:xfrm>
        </p:spPr>
        <p:txBody>
          <a:bodyPr anchor="b"/>
          <a:lstStyle>
            <a:lvl1pPr>
              <a:defRPr sz="3200"/>
            </a:lvl1pPr>
          </a:lstStyle>
          <a:p>
            <a:r>
              <a:rPr kumimoji="1" lang="ja-JP" altLang="en-US"/>
              <a:t>マスター タイトルの書式設定</a:t>
            </a:r>
          </a:p>
        </p:txBody>
      </p:sp>
      <p:sp>
        <p:nvSpPr>
          <p:cNvPr id="3" name="コンテンツ プレースホルダー 2">
            <a:extLst>
              <a:ext uri="{FF2B5EF4-FFF2-40B4-BE49-F238E27FC236}">
                <a16:creationId xmlns:a16="http://schemas.microsoft.com/office/drawing/2014/main" id="{F4F9680D-9295-3A41-AE82-DCEA101E1655}"/>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4" name="テキスト プレースホルダー 3">
            <a:extLst>
              <a:ext uri="{FF2B5EF4-FFF2-40B4-BE49-F238E27FC236}">
                <a16:creationId xmlns:a16="http://schemas.microsoft.com/office/drawing/2014/main" id="{8FCBC1CD-3DDF-1324-4AD7-F581A9CF4573}"/>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kumimoji="1" lang="ja-JP" altLang="en-US"/>
              <a:t>マスター テキストの書式設定</a:t>
            </a:r>
          </a:p>
        </p:txBody>
      </p:sp>
      <p:sp>
        <p:nvSpPr>
          <p:cNvPr id="5" name="日付プレースホルダー 4">
            <a:extLst>
              <a:ext uri="{FF2B5EF4-FFF2-40B4-BE49-F238E27FC236}">
                <a16:creationId xmlns:a16="http://schemas.microsoft.com/office/drawing/2014/main" id="{F0726CC0-065B-11F8-3737-F67764C6CF0B}"/>
              </a:ext>
            </a:extLst>
          </p:cNvPr>
          <p:cNvSpPr>
            <a:spLocks noGrp="1"/>
          </p:cNvSpPr>
          <p:nvPr>
            <p:ph type="dt" sz="half" idx="10"/>
          </p:nvPr>
        </p:nvSpPr>
        <p:spPr/>
        <p:txBody>
          <a:bodyPr/>
          <a:lstStyle/>
          <a:p>
            <a:fld id="{CDBB496D-ECC3-49A0-A4E8-1DC7A9351BBE}" type="datetimeFigureOut">
              <a:rPr kumimoji="1" lang="ja-JP" altLang="en-US" smtClean="0"/>
              <a:t>2026/9/28</a:t>
            </a:fld>
            <a:endParaRPr kumimoji="1" lang="ja-JP" altLang="en-US"/>
          </a:p>
        </p:txBody>
      </p:sp>
      <p:sp>
        <p:nvSpPr>
          <p:cNvPr id="6" name="フッター プレースホルダー 5">
            <a:extLst>
              <a:ext uri="{FF2B5EF4-FFF2-40B4-BE49-F238E27FC236}">
                <a16:creationId xmlns:a16="http://schemas.microsoft.com/office/drawing/2014/main" id="{BCFAEE87-CB0E-FBD7-1773-031C11F940A3}"/>
              </a:ext>
            </a:extLst>
          </p:cNvPr>
          <p:cNvSpPr>
            <a:spLocks noGrp="1"/>
          </p:cNvSpPr>
          <p:nvPr>
            <p:ph type="ftr" sz="quarter" idx="11"/>
          </p:nvPr>
        </p:nvSpPr>
        <p:spPr/>
        <p:txBody>
          <a:bodyPr/>
          <a:lstStyle/>
          <a:p>
            <a:endParaRPr kumimoji="1" lang="ja-JP" altLang="en-US"/>
          </a:p>
        </p:txBody>
      </p:sp>
      <p:sp>
        <p:nvSpPr>
          <p:cNvPr id="7" name="スライド番号プレースホルダー 6">
            <a:extLst>
              <a:ext uri="{FF2B5EF4-FFF2-40B4-BE49-F238E27FC236}">
                <a16:creationId xmlns:a16="http://schemas.microsoft.com/office/drawing/2014/main" id="{361855DA-F024-D7CA-BD25-32D7613598C2}"/>
              </a:ext>
            </a:extLst>
          </p:cNvPr>
          <p:cNvSpPr>
            <a:spLocks noGrp="1"/>
          </p:cNvSpPr>
          <p:nvPr>
            <p:ph type="sldNum" sz="quarter" idx="12"/>
          </p:nvPr>
        </p:nvSpPr>
        <p:spPr/>
        <p:txBody>
          <a:bodyPr/>
          <a:lstStyle/>
          <a:p>
            <a:fld id="{448E2ACB-E66B-4F3B-9FF4-87AC9A48877C}" type="slidenum">
              <a:rPr kumimoji="1" lang="ja-JP" altLang="en-US" smtClean="0"/>
              <a:t>‹#›</a:t>
            </a:fld>
            <a:endParaRPr kumimoji="1" lang="ja-JP" altLang="en-US"/>
          </a:p>
        </p:txBody>
      </p:sp>
    </p:spTree>
    <p:extLst>
      <p:ext uri="{BB962C8B-B14F-4D97-AF65-F5344CB8AC3E}">
        <p14:creationId xmlns:p14="http://schemas.microsoft.com/office/powerpoint/2010/main" val="2601481931"/>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picTx" preserve="1">
  <p:cSld name="タイトル付きの図">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FBB51C06-A29D-8821-443F-E8F0CCA4A87C}"/>
              </a:ext>
            </a:extLst>
          </p:cNvPr>
          <p:cNvSpPr>
            <a:spLocks noGrp="1"/>
          </p:cNvSpPr>
          <p:nvPr>
            <p:ph type="title"/>
          </p:nvPr>
        </p:nvSpPr>
        <p:spPr>
          <a:xfrm>
            <a:off x="839788" y="457200"/>
            <a:ext cx="3932237" cy="1600200"/>
          </a:xfrm>
        </p:spPr>
        <p:txBody>
          <a:bodyPr anchor="b"/>
          <a:lstStyle>
            <a:lvl1pPr>
              <a:defRPr sz="3200"/>
            </a:lvl1pPr>
          </a:lstStyle>
          <a:p>
            <a:r>
              <a:rPr kumimoji="1" lang="ja-JP" altLang="en-US"/>
              <a:t>マスター タイトルの書式設定</a:t>
            </a:r>
          </a:p>
        </p:txBody>
      </p:sp>
      <p:sp>
        <p:nvSpPr>
          <p:cNvPr id="3" name="図プレースホルダー 2">
            <a:extLst>
              <a:ext uri="{FF2B5EF4-FFF2-40B4-BE49-F238E27FC236}">
                <a16:creationId xmlns:a16="http://schemas.microsoft.com/office/drawing/2014/main" id="{878B32C9-3FD4-F2B6-9656-55C4CB1EF115}"/>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kumimoji="1" lang="ja-JP" altLang="en-US"/>
          </a:p>
        </p:txBody>
      </p:sp>
      <p:sp>
        <p:nvSpPr>
          <p:cNvPr id="4" name="テキスト プレースホルダー 3">
            <a:extLst>
              <a:ext uri="{FF2B5EF4-FFF2-40B4-BE49-F238E27FC236}">
                <a16:creationId xmlns:a16="http://schemas.microsoft.com/office/drawing/2014/main" id="{8382610A-DA94-8AF8-D441-EEE084C0AA9C}"/>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kumimoji="1" lang="ja-JP" altLang="en-US"/>
              <a:t>マスター テキストの書式設定</a:t>
            </a:r>
          </a:p>
        </p:txBody>
      </p:sp>
      <p:sp>
        <p:nvSpPr>
          <p:cNvPr id="5" name="日付プレースホルダー 4">
            <a:extLst>
              <a:ext uri="{FF2B5EF4-FFF2-40B4-BE49-F238E27FC236}">
                <a16:creationId xmlns:a16="http://schemas.microsoft.com/office/drawing/2014/main" id="{290B635E-896F-7381-5F9A-D49AB3DC7824}"/>
              </a:ext>
            </a:extLst>
          </p:cNvPr>
          <p:cNvSpPr>
            <a:spLocks noGrp="1"/>
          </p:cNvSpPr>
          <p:nvPr>
            <p:ph type="dt" sz="half" idx="10"/>
          </p:nvPr>
        </p:nvSpPr>
        <p:spPr/>
        <p:txBody>
          <a:bodyPr/>
          <a:lstStyle/>
          <a:p>
            <a:fld id="{CDBB496D-ECC3-49A0-A4E8-1DC7A9351BBE}" type="datetimeFigureOut">
              <a:rPr kumimoji="1" lang="ja-JP" altLang="en-US" smtClean="0"/>
              <a:t>2026/9/28</a:t>
            </a:fld>
            <a:endParaRPr kumimoji="1" lang="ja-JP" altLang="en-US"/>
          </a:p>
        </p:txBody>
      </p:sp>
      <p:sp>
        <p:nvSpPr>
          <p:cNvPr id="6" name="フッター プレースホルダー 5">
            <a:extLst>
              <a:ext uri="{FF2B5EF4-FFF2-40B4-BE49-F238E27FC236}">
                <a16:creationId xmlns:a16="http://schemas.microsoft.com/office/drawing/2014/main" id="{3964FCBE-C6CB-5F30-F664-21B72217FDC1}"/>
              </a:ext>
            </a:extLst>
          </p:cNvPr>
          <p:cNvSpPr>
            <a:spLocks noGrp="1"/>
          </p:cNvSpPr>
          <p:nvPr>
            <p:ph type="ftr" sz="quarter" idx="11"/>
          </p:nvPr>
        </p:nvSpPr>
        <p:spPr/>
        <p:txBody>
          <a:bodyPr/>
          <a:lstStyle/>
          <a:p>
            <a:endParaRPr kumimoji="1" lang="ja-JP" altLang="en-US"/>
          </a:p>
        </p:txBody>
      </p:sp>
      <p:sp>
        <p:nvSpPr>
          <p:cNvPr id="7" name="スライド番号プレースホルダー 6">
            <a:extLst>
              <a:ext uri="{FF2B5EF4-FFF2-40B4-BE49-F238E27FC236}">
                <a16:creationId xmlns:a16="http://schemas.microsoft.com/office/drawing/2014/main" id="{08E27C67-6674-3C34-C28F-96376CF08CD4}"/>
              </a:ext>
            </a:extLst>
          </p:cNvPr>
          <p:cNvSpPr>
            <a:spLocks noGrp="1"/>
          </p:cNvSpPr>
          <p:nvPr>
            <p:ph type="sldNum" sz="quarter" idx="12"/>
          </p:nvPr>
        </p:nvSpPr>
        <p:spPr/>
        <p:txBody>
          <a:bodyPr/>
          <a:lstStyle/>
          <a:p>
            <a:fld id="{448E2ACB-E66B-4F3B-9FF4-87AC9A48877C}" type="slidenum">
              <a:rPr kumimoji="1" lang="ja-JP" altLang="en-US" smtClean="0"/>
              <a:t>‹#›</a:t>
            </a:fld>
            <a:endParaRPr kumimoji="1" lang="ja-JP" altLang="en-US"/>
          </a:p>
        </p:txBody>
      </p:sp>
    </p:spTree>
    <p:extLst>
      <p:ext uri="{BB962C8B-B14F-4D97-AF65-F5344CB8AC3E}">
        <p14:creationId xmlns:p14="http://schemas.microsoft.com/office/powerpoint/2010/main" val="2438501775"/>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x" preserve="1">
  <p:cSld name="タイトルと縦書きテキスト">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29982898-FCBA-1073-1EBB-C42C22DB378C}"/>
              </a:ext>
            </a:extLst>
          </p:cNvPr>
          <p:cNvSpPr>
            <a:spLocks noGrp="1"/>
          </p:cNvSpPr>
          <p:nvPr>
            <p:ph type="title"/>
          </p:nvPr>
        </p:nvSpPr>
        <p:spPr/>
        <p:txBody>
          <a:bodyPr/>
          <a:lstStyle/>
          <a:p>
            <a:r>
              <a:rPr kumimoji="1" lang="ja-JP" altLang="en-US"/>
              <a:t>マスター タイトルの書式設定</a:t>
            </a:r>
          </a:p>
        </p:txBody>
      </p:sp>
      <p:sp>
        <p:nvSpPr>
          <p:cNvPr id="3" name="縦書きテキスト プレースホルダー 2">
            <a:extLst>
              <a:ext uri="{FF2B5EF4-FFF2-40B4-BE49-F238E27FC236}">
                <a16:creationId xmlns:a16="http://schemas.microsoft.com/office/drawing/2014/main" id="{E79C24DE-293B-B12A-6916-B5066CC27A85}"/>
              </a:ext>
            </a:extLst>
          </p:cNvPr>
          <p:cNvSpPr>
            <a:spLocks noGrp="1"/>
          </p:cNvSpPr>
          <p:nvPr>
            <p:ph type="body" orient="vert" idx="1"/>
          </p:nvPr>
        </p:nvSpPr>
        <p:spPr/>
        <p:txBody>
          <a:bodyPr vert="eaVert"/>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4" name="日付プレースホルダー 3">
            <a:extLst>
              <a:ext uri="{FF2B5EF4-FFF2-40B4-BE49-F238E27FC236}">
                <a16:creationId xmlns:a16="http://schemas.microsoft.com/office/drawing/2014/main" id="{8BF6AEB9-6638-2187-EAD5-77A2E52F6142}"/>
              </a:ext>
            </a:extLst>
          </p:cNvPr>
          <p:cNvSpPr>
            <a:spLocks noGrp="1"/>
          </p:cNvSpPr>
          <p:nvPr>
            <p:ph type="dt" sz="half" idx="10"/>
          </p:nvPr>
        </p:nvSpPr>
        <p:spPr/>
        <p:txBody>
          <a:bodyPr/>
          <a:lstStyle/>
          <a:p>
            <a:fld id="{CDBB496D-ECC3-49A0-A4E8-1DC7A9351BBE}" type="datetimeFigureOut">
              <a:rPr kumimoji="1" lang="ja-JP" altLang="en-US" smtClean="0"/>
              <a:t>2026/9/28</a:t>
            </a:fld>
            <a:endParaRPr kumimoji="1" lang="ja-JP" altLang="en-US"/>
          </a:p>
        </p:txBody>
      </p:sp>
      <p:sp>
        <p:nvSpPr>
          <p:cNvPr id="5" name="フッター プレースホルダー 4">
            <a:extLst>
              <a:ext uri="{FF2B5EF4-FFF2-40B4-BE49-F238E27FC236}">
                <a16:creationId xmlns:a16="http://schemas.microsoft.com/office/drawing/2014/main" id="{4F13B623-A426-F3E6-10E1-DCC34B54C4EE}"/>
              </a:ext>
            </a:extLst>
          </p:cNvPr>
          <p:cNvSpPr>
            <a:spLocks noGrp="1"/>
          </p:cNvSpPr>
          <p:nvPr>
            <p:ph type="ftr" sz="quarter" idx="11"/>
          </p:nvPr>
        </p:nvSpPr>
        <p:spPr/>
        <p:txBody>
          <a:bodyPr/>
          <a:lstStyle/>
          <a:p>
            <a:endParaRPr kumimoji="1" lang="ja-JP" altLang="en-US"/>
          </a:p>
        </p:txBody>
      </p:sp>
      <p:sp>
        <p:nvSpPr>
          <p:cNvPr id="6" name="スライド番号プレースホルダー 5">
            <a:extLst>
              <a:ext uri="{FF2B5EF4-FFF2-40B4-BE49-F238E27FC236}">
                <a16:creationId xmlns:a16="http://schemas.microsoft.com/office/drawing/2014/main" id="{4510E89A-6A29-D660-2350-7F40E0CF3681}"/>
              </a:ext>
            </a:extLst>
          </p:cNvPr>
          <p:cNvSpPr>
            <a:spLocks noGrp="1"/>
          </p:cNvSpPr>
          <p:nvPr>
            <p:ph type="sldNum" sz="quarter" idx="12"/>
          </p:nvPr>
        </p:nvSpPr>
        <p:spPr/>
        <p:txBody>
          <a:bodyPr/>
          <a:lstStyle/>
          <a:p>
            <a:fld id="{448E2ACB-E66B-4F3B-9FF4-87AC9A48877C}" type="slidenum">
              <a:rPr kumimoji="1" lang="ja-JP" altLang="en-US" smtClean="0"/>
              <a:t>‹#›</a:t>
            </a:fld>
            <a:endParaRPr kumimoji="1" lang="ja-JP" altLang="en-US"/>
          </a:p>
        </p:txBody>
      </p:sp>
    </p:spTree>
    <p:extLst>
      <p:ext uri="{BB962C8B-B14F-4D97-AF65-F5344CB8AC3E}">
        <p14:creationId xmlns:p14="http://schemas.microsoft.com/office/powerpoint/2010/main" val="2853961004"/>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vertTitleAndTx" preserve="1">
  <p:cSld name="縦書きタイトルと&#10;縦書きテキスト">
    <p:spTree>
      <p:nvGrpSpPr>
        <p:cNvPr id="1" name=""/>
        <p:cNvGrpSpPr/>
        <p:nvPr/>
      </p:nvGrpSpPr>
      <p:grpSpPr>
        <a:xfrm>
          <a:off x="0" y="0"/>
          <a:ext cx="0" cy="0"/>
          <a:chOff x="0" y="0"/>
          <a:chExt cx="0" cy="0"/>
        </a:xfrm>
      </p:grpSpPr>
      <p:sp>
        <p:nvSpPr>
          <p:cNvPr id="2" name="縦書きタイトル 1">
            <a:extLst>
              <a:ext uri="{FF2B5EF4-FFF2-40B4-BE49-F238E27FC236}">
                <a16:creationId xmlns:a16="http://schemas.microsoft.com/office/drawing/2014/main" id="{A334ACC2-1631-A619-8B3E-301AD86CF601}"/>
              </a:ext>
            </a:extLst>
          </p:cNvPr>
          <p:cNvSpPr>
            <a:spLocks noGrp="1"/>
          </p:cNvSpPr>
          <p:nvPr>
            <p:ph type="title" orient="vert"/>
          </p:nvPr>
        </p:nvSpPr>
        <p:spPr>
          <a:xfrm>
            <a:off x="8724900" y="365125"/>
            <a:ext cx="2628900" cy="5811838"/>
          </a:xfrm>
        </p:spPr>
        <p:txBody>
          <a:bodyPr vert="eaVert"/>
          <a:lstStyle/>
          <a:p>
            <a:r>
              <a:rPr kumimoji="1" lang="ja-JP" altLang="en-US"/>
              <a:t>マスター タイトルの書式設定</a:t>
            </a:r>
          </a:p>
        </p:txBody>
      </p:sp>
      <p:sp>
        <p:nvSpPr>
          <p:cNvPr id="3" name="縦書きテキスト プレースホルダー 2">
            <a:extLst>
              <a:ext uri="{FF2B5EF4-FFF2-40B4-BE49-F238E27FC236}">
                <a16:creationId xmlns:a16="http://schemas.microsoft.com/office/drawing/2014/main" id="{F4961B81-F607-70CA-53C8-57776A6D3021}"/>
              </a:ext>
            </a:extLst>
          </p:cNvPr>
          <p:cNvSpPr>
            <a:spLocks noGrp="1"/>
          </p:cNvSpPr>
          <p:nvPr>
            <p:ph type="body" orient="vert" idx="1"/>
          </p:nvPr>
        </p:nvSpPr>
        <p:spPr>
          <a:xfrm>
            <a:off x="838200" y="365125"/>
            <a:ext cx="7734300" cy="5811838"/>
          </a:xfrm>
        </p:spPr>
        <p:txBody>
          <a:bodyPr vert="eaVert"/>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4" name="日付プレースホルダー 3">
            <a:extLst>
              <a:ext uri="{FF2B5EF4-FFF2-40B4-BE49-F238E27FC236}">
                <a16:creationId xmlns:a16="http://schemas.microsoft.com/office/drawing/2014/main" id="{217FB1FB-945B-1552-7CB2-728469A40826}"/>
              </a:ext>
            </a:extLst>
          </p:cNvPr>
          <p:cNvSpPr>
            <a:spLocks noGrp="1"/>
          </p:cNvSpPr>
          <p:nvPr>
            <p:ph type="dt" sz="half" idx="10"/>
          </p:nvPr>
        </p:nvSpPr>
        <p:spPr/>
        <p:txBody>
          <a:bodyPr/>
          <a:lstStyle/>
          <a:p>
            <a:fld id="{CDBB496D-ECC3-49A0-A4E8-1DC7A9351BBE}" type="datetimeFigureOut">
              <a:rPr kumimoji="1" lang="ja-JP" altLang="en-US" smtClean="0"/>
              <a:t>2026/9/28</a:t>
            </a:fld>
            <a:endParaRPr kumimoji="1" lang="ja-JP" altLang="en-US"/>
          </a:p>
        </p:txBody>
      </p:sp>
      <p:sp>
        <p:nvSpPr>
          <p:cNvPr id="5" name="フッター プレースホルダー 4">
            <a:extLst>
              <a:ext uri="{FF2B5EF4-FFF2-40B4-BE49-F238E27FC236}">
                <a16:creationId xmlns:a16="http://schemas.microsoft.com/office/drawing/2014/main" id="{1B5443D2-75A9-2D25-923D-C183C0177056}"/>
              </a:ext>
            </a:extLst>
          </p:cNvPr>
          <p:cNvSpPr>
            <a:spLocks noGrp="1"/>
          </p:cNvSpPr>
          <p:nvPr>
            <p:ph type="ftr" sz="quarter" idx="11"/>
          </p:nvPr>
        </p:nvSpPr>
        <p:spPr/>
        <p:txBody>
          <a:bodyPr/>
          <a:lstStyle/>
          <a:p>
            <a:endParaRPr kumimoji="1" lang="ja-JP" altLang="en-US"/>
          </a:p>
        </p:txBody>
      </p:sp>
      <p:sp>
        <p:nvSpPr>
          <p:cNvPr id="6" name="スライド番号プレースホルダー 5">
            <a:extLst>
              <a:ext uri="{FF2B5EF4-FFF2-40B4-BE49-F238E27FC236}">
                <a16:creationId xmlns:a16="http://schemas.microsoft.com/office/drawing/2014/main" id="{4209DB80-E484-A60F-827F-710D7F6C52AC}"/>
              </a:ext>
            </a:extLst>
          </p:cNvPr>
          <p:cNvSpPr>
            <a:spLocks noGrp="1"/>
          </p:cNvSpPr>
          <p:nvPr>
            <p:ph type="sldNum" sz="quarter" idx="12"/>
          </p:nvPr>
        </p:nvSpPr>
        <p:spPr/>
        <p:txBody>
          <a:bodyPr/>
          <a:lstStyle/>
          <a:p>
            <a:fld id="{448E2ACB-E66B-4F3B-9FF4-87AC9A48877C}" type="slidenum">
              <a:rPr kumimoji="1" lang="ja-JP" altLang="en-US" smtClean="0"/>
              <a:t>‹#›</a:t>
            </a:fld>
            <a:endParaRPr kumimoji="1" lang="ja-JP" altLang="en-US"/>
          </a:p>
        </p:txBody>
      </p:sp>
    </p:spTree>
    <p:extLst>
      <p:ext uri="{BB962C8B-B14F-4D97-AF65-F5344CB8AC3E}">
        <p14:creationId xmlns:p14="http://schemas.microsoft.com/office/powerpoint/2010/main" val="2075768047"/>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タイトル プレースホルダー 1">
            <a:extLst>
              <a:ext uri="{FF2B5EF4-FFF2-40B4-BE49-F238E27FC236}">
                <a16:creationId xmlns:a16="http://schemas.microsoft.com/office/drawing/2014/main" id="{6826E3A5-A76F-FCBD-A296-7B87F133696D}"/>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kumimoji="1" lang="ja-JP" altLang="en-US"/>
              <a:t>マスター タイトルの書式設定</a:t>
            </a:r>
          </a:p>
        </p:txBody>
      </p:sp>
      <p:sp>
        <p:nvSpPr>
          <p:cNvPr id="3" name="テキスト プレースホルダー 2">
            <a:extLst>
              <a:ext uri="{FF2B5EF4-FFF2-40B4-BE49-F238E27FC236}">
                <a16:creationId xmlns:a16="http://schemas.microsoft.com/office/drawing/2014/main" id="{5B5C2D4A-D5A6-7559-F31C-DBD0679D300E}"/>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4" name="日付プレースホルダー 3">
            <a:extLst>
              <a:ext uri="{FF2B5EF4-FFF2-40B4-BE49-F238E27FC236}">
                <a16:creationId xmlns:a16="http://schemas.microsoft.com/office/drawing/2014/main" id="{69A144E0-8873-1FEE-DB33-C04DB78F1579}"/>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CDBB496D-ECC3-49A0-A4E8-1DC7A9351BBE}" type="datetimeFigureOut">
              <a:rPr kumimoji="1" lang="ja-JP" altLang="en-US" smtClean="0"/>
              <a:t>2026/9/28</a:t>
            </a:fld>
            <a:endParaRPr kumimoji="1" lang="ja-JP" altLang="en-US"/>
          </a:p>
        </p:txBody>
      </p:sp>
      <p:sp>
        <p:nvSpPr>
          <p:cNvPr id="5" name="フッター プレースホルダー 4">
            <a:extLst>
              <a:ext uri="{FF2B5EF4-FFF2-40B4-BE49-F238E27FC236}">
                <a16:creationId xmlns:a16="http://schemas.microsoft.com/office/drawing/2014/main" id="{AF28E513-B8A5-5AA7-0FA2-579EE861F6C7}"/>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kumimoji="1" lang="ja-JP" altLang="en-US"/>
          </a:p>
        </p:txBody>
      </p:sp>
      <p:sp>
        <p:nvSpPr>
          <p:cNvPr id="6" name="スライド番号プレースホルダー 5">
            <a:extLst>
              <a:ext uri="{FF2B5EF4-FFF2-40B4-BE49-F238E27FC236}">
                <a16:creationId xmlns:a16="http://schemas.microsoft.com/office/drawing/2014/main" id="{EFA8CF53-FC33-2BAB-2F41-13D672C6F3A9}"/>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448E2ACB-E66B-4F3B-9FF4-87AC9A48877C}" type="slidenum">
              <a:rPr kumimoji="1" lang="ja-JP" altLang="en-US" smtClean="0"/>
              <a:t>‹#›</a:t>
            </a:fld>
            <a:endParaRPr kumimoji="1" lang="ja-JP" altLang="en-US"/>
          </a:p>
        </p:txBody>
      </p:sp>
    </p:spTree>
    <p:extLst>
      <p:ext uri="{BB962C8B-B14F-4D97-AF65-F5344CB8AC3E}">
        <p14:creationId xmlns:p14="http://schemas.microsoft.com/office/powerpoint/2010/main" val="1572197461"/>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60" r:id="rId4"/>
    <p:sldLayoutId id="2147483652" r:id="rId5"/>
    <p:sldLayoutId id="2147483653" r:id="rId6"/>
    <p:sldLayoutId id="2147483654" r:id="rId7"/>
    <p:sldLayoutId id="2147483655" r:id="rId8"/>
    <p:sldLayoutId id="2147483656" r:id="rId9"/>
    <p:sldLayoutId id="2147483657" r:id="rId10"/>
    <p:sldLayoutId id="2147483658" r:id="rId11"/>
    <p:sldLayoutId id="2147483659" r:id="rId12"/>
  </p:sldLayoutIdLst>
  <p:txStyles>
    <p:titleStyle>
      <a:lvl1pPr algn="l" defTabSz="914400" rtl="0" eaLnBrk="1" latinLnBrk="0" hangingPunct="1">
        <a:lnSpc>
          <a:spcPct val="90000"/>
        </a:lnSpc>
        <a:spcBef>
          <a:spcPct val="0"/>
        </a:spcBef>
        <a:buNone/>
        <a:defRPr kumimoji="1"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kumimoji="1"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kumimoji="1"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kumimoji="1"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p:bodyStyle>
    <p:otherStyle>
      <a:defPPr>
        <a:defRPr lang="ja-JP"/>
      </a:defPPr>
      <a:lvl1pPr marL="0" algn="l" defTabSz="914400" rtl="0" eaLnBrk="1" latinLnBrk="0" hangingPunct="1">
        <a:defRPr kumimoji="1" sz="1800" kern="1200">
          <a:solidFill>
            <a:schemeClr val="tx1"/>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3.xml"/><Relationship Id="rId5" Type="http://schemas.openxmlformats.org/officeDocument/2006/relationships/image" Target="../media/image4.png"/><Relationship Id="rId4" Type="http://schemas.openxmlformats.org/officeDocument/2006/relationships/image" Target="../media/image3.png"/></Relationships>
</file>

<file path=ppt/slides/_rels/slide3.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3.xml"/></Relationships>
</file>

<file path=ppt/slides/_rels/slide4.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5.png"/><Relationship Id="rId1" Type="http://schemas.openxmlformats.org/officeDocument/2006/relationships/slideLayout" Target="../slideLayouts/slideLayout3.xml"/></Relationships>
</file>

<file path=ppt/slides/_rels/slide5.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5.png"/><Relationship Id="rId1" Type="http://schemas.openxmlformats.org/officeDocument/2006/relationships/slideLayout" Target="../slideLayouts/slideLayout3.xml"/></Relationships>
</file>

<file path=ppt/slides/_rels/slide6.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5.png"/><Relationship Id="rId1" Type="http://schemas.openxmlformats.org/officeDocument/2006/relationships/slideLayout" Target="../slideLayouts/slideLayout3.xml"/></Relationships>
</file>

<file path=ppt/slides/_rels/slide7.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3.xml"/></Relationships>
</file>

<file path=ppt/slides/_rels/slide8.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3.xml"/></Relationships>
</file>

<file path=ppt/slides/_rels/slide9.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3.xml"/></Relationships>
</file>

<file path=ppt/slides/_rels/slide10.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image" Target="../media/image10.png"/><Relationship Id="rId1" Type="http://schemas.openxmlformats.org/officeDocument/2006/relationships/slideLayout" Target="../slideLayouts/slideLayout3.xml"/><Relationship Id="rId5" Type="http://schemas.openxmlformats.org/officeDocument/2006/relationships/image" Target="../media/image13.png"/><Relationship Id="rId4" Type="http://schemas.openxmlformats.org/officeDocument/2006/relationships/image" Target="../media/image12.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2.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3.xml"/></Relationships>
</file>

<file path=ppt/slides/_rels/slide13.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image" Target="../media/image10.png"/><Relationship Id="rId1" Type="http://schemas.openxmlformats.org/officeDocument/2006/relationships/slideLayout" Target="../slideLayouts/slideLayout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テキスト ボックス 3">
            <a:extLst>
              <a:ext uri="{FF2B5EF4-FFF2-40B4-BE49-F238E27FC236}">
                <a16:creationId xmlns:a16="http://schemas.microsoft.com/office/drawing/2014/main" id="{478BADED-318B-87CB-425F-4EB18CDAADD8}"/>
              </a:ext>
            </a:extLst>
          </p:cNvPr>
          <p:cNvSpPr txBox="1"/>
          <p:nvPr/>
        </p:nvSpPr>
        <p:spPr>
          <a:xfrm>
            <a:off x="1773378" y="1867437"/>
            <a:ext cx="8645237" cy="1569660"/>
          </a:xfrm>
          <a:prstGeom prst="rect">
            <a:avLst/>
          </a:prstGeom>
          <a:noFill/>
        </p:spPr>
        <p:txBody>
          <a:bodyPr wrap="square" rtlCol="0">
            <a:spAutoFit/>
          </a:bodyPr>
          <a:lstStyle/>
          <a:p>
            <a:pPr algn="ctr"/>
            <a:r>
              <a:rPr kumimoji="1" lang="en-US" altLang="ja-JP" sz="4800" dirty="0">
                <a:latin typeface="Meiryo UI" panose="020B0604030504040204" pitchFamily="50" charset="-128"/>
                <a:ea typeface="Meiryo UI" panose="020B0604030504040204" pitchFamily="50" charset="-128"/>
              </a:rPr>
              <a:t>JMRC</a:t>
            </a:r>
            <a:r>
              <a:rPr kumimoji="1" lang="ja-JP" altLang="en-US" sz="4800" dirty="0">
                <a:latin typeface="Meiryo UI" panose="020B0604030504040204" pitchFamily="50" charset="-128"/>
                <a:ea typeface="Meiryo UI" panose="020B0604030504040204" pitchFamily="50" charset="-128"/>
              </a:rPr>
              <a:t>近畿</a:t>
            </a:r>
            <a:endParaRPr kumimoji="1" lang="en-US" altLang="ja-JP" sz="4800" dirty="0">
              <a:latin typeface="Meiryo UI" panose="020B0604030504040204" pitchFamily="50" charset="-128"/>
              <a:ea typeface="Meiryo UI" panose="020B0604030504040204" pitchFamily="50" charset="-128"/>
            </a:endParaRPr>
          </a:p>
          <a:p>
            <a:pPr algn="ctr"/>
            <a:r>
              <a:rPr kumimoji="1" lang="ja-JP" altLang="en-US" sz="4800" dirty="0">
                <a:latin typeface="Meiryo UI" panose="020B0604030504040204" pitchFamily="50" charset="-128"/>
                <a:ea typeface="Meiryo UI" panose="020B0604030504040204" pitchFamily="50" charset="-128"/>
              </a:rPr>
              <a:t>事務局ポータルシステムの提案</a:t>
            </a:r>
          </a:p>
        </p:txBody>
      </p:sp>
      <p:sp>
        <p:nvSpPr>
          <p:cNvPr id="5" name="テキスト ボックス 4">
            <a:extLst>
              <a:ext uri="{FF2B5EF4-FFF2-40B4-BE49-F238E27FC236}">
                <a16:creationId xmlns:a16="http://schemas.microsoft.com/office/drawing/2014/main" id="{073BDF16-E399-555E-F342-2C531076A1BF}"/>
              </a:ext>
            </a:extLst>
          </p:cNvPr>
          <p:cNvSpPr txBox="1"/>
          <p:nvPr/>
        </p:nvSpPr>
        <p:spPr>
          <a:xfrm>
            <a:off x="218903" y="218902"/>
            <a:ext cx="2233352" cy="1015663"/>
          </a:xfrm>
          <a:prstGeom prst="rect">
            <a:avLst/>
          </a:prstGeom>
          <a:noFill/>
          <a:ln>
            <a:solidFill>
              <a:schemeClr val="tx1"/>
            </a:solidFill>
          </a:ln>
        </p:spPr>
        <p:txBody>
          <a:bodyPr wrap="square" rtlCol="0">
            <a:spAutoFit/>
          </a:bodyPr>
          <a:lstStyle/>
          <a:p>
            <a:pPr algn="ctr"/>
            <a:r>
              <a:rPr kumimoji="1" lang="en-US" altLang="ja-JP" sz="2000" dirty="0">
                <a:latin typeface="Meiryo UI" panose="020B0604030504040204" pitchFamily="50" charset="-128"/>
                <a:ea typeface="Meiryo UI" panose="020B0604030504040204" pitchFamily="50" charset="-128"/>
              </a:rPr>
              <a:t>26</a:t>
            </a:r>
            <a:r>
              <a:rPr kumimoji="1" lang="ja-JP" altLang="en-US" sz="2000" dirty="0">
                <a:latin typeface="Meiryo UI" panose="020B0604030504040204" pitchFamily="50" charset="-128"/>
                <a:ea typeface="Meiryo UI" panose="020B0604030504040204" pitchFamily="50" charset="-128"/>
              </a:rPr>
              <a:t>年</a:t>
            </a:r>
            <a:r>
              <a:rPr lang="en-US" altLang="ja-JP" sz="2000" dirty="0">
                <a:latin typeface="Meiryo UI" panose="020B0604030504040204" pitchFamily="50" charset="-128"/>
                <a:ea typeface="Meiryo UI" panose="020B0604030504040204" pitchFamily="50" charset="-128"/>
              </a:rPr>
              <a:t>8</a:t>
            </a:r>
            <a:r>
              <a:rPr kumimoji="1" lang="ja-JP" altLang="en-US" sz="2000" dirty="0">
                <a:latin typeface="Meiryo UI" panose="020B0604030504040204" pitchFamily="50" charset="-128"/>
                <a:ea typeface="Meiryo UI" panose="020B0604030504040204" pitchFamily="50" charset="-128"/>
              </a:rPr>
              <a:t>月</a:t>
            </a:r>
            <a:r>
              <a:rPr lang="en-US" altLang="ja-JP" sz="2000" dirty="0">
                <a:latin typeface="Meiryo UI" panose="020B0604030504040204" pitchFamily="50" charset="-128"/>
                <a:ea typeface="Meiryo UI" panose="020B0604030504040204" pitchFamily="50" charset="-128"/>
              </a:rPr>
              <a:t>19</a:t>
            </a:r>
            <a:r>
              <a:rPr kumimoji="1" lang="ja-JP" altLang="en-US" sz="2000" dirty="0">
                <a:latin typeface="Meiryo UI" panose="020B0604030504040204" pitchFamily="50" charset="-128"/>
                <a:ea typeface="Meiryo UI" panose="020B0604030504040204" pitchFamily="50" charset="-128"/>
              </a:rPr>
              <a:t>日</a:t>
            </a:r>
            <a:endParaRPr kumimoji="1" lang="en-US" altLang="ja-JP" sz="2000" dirty="0">
              <a:latin typeface="Meiryo UI" panose="020B0604030504040204" pitchFamily="50" charset="-128"/>
              <a:ea typeface="Meiryo UI" panose="020B0604030504040204" pitchFamily="50" charset="-128"/>
            </a:endParaRPr>
          </a:p>
          <a:p>
            <a:pPr algn="ctr"/>
            <a:r>
              <a:rPr kumimoji="1" lang="ja-JP" altLang="en-US" sz="2000" dirty="0">
                <a:latin typeface="Meiryo UI" panose="020B0604030504040204" pitchFamily="50" charset="-128"/>
                <a:ea typeface="Meiryo UI" panose="020B0604030504040204" pitchFamily="50" charset="-128"/>
              </a:rPr>
              <a:t>第</a:t>
            </a:r>
            <a:r>
              <a:rPr lang="en-US" altLang="ja-JP" sz="2000" dirty="0">
                <a:latin typeface="Meiryo UI" panose="020B0604030504040204" pitchFamily="50" charset="-128"/>
                <a:ea typeface="Meiryo UI" panose="020B0604030504040204" pitchFamily="50" charset="-128"/>
              </a:rPr>
              <a:t>6</a:t>
            </a:r>
            <a:r>
              <a:rPr kumimoji="1" lang="ja-JP" altLang="en-US" sz="2000" dirty="0">
                <a:latin typeface="Meiryo UI" panose="020B0604030504040204" pitchFamily="50" charset="-128"/>
                <a:ea typeface="Meiryo UI" panose="020B0604030504040204" pitchFamily="50" charset="-128"/>
              </a:rPr>
              <a:t>回</a:t>
            </a:r>
            <a:r>
              <a:rPr kumimoji="1" lang="en-US" altLang="ja-JP" sz="2000" dirty="0">
                <a:latin typeface="Meiryo UI" panose="020B0604030504040204" pitchFamily="50" charset="-128"/>
                <a:ea typeface="Meiryo UI" panose="020B0604030504040204" pitchFamily="50" charset="-128"/>
              </a:rPr>
              <a:t>JMRC</a:t>
            </a:r>
            <a:r>
              <a:rPr lang="ja-JP" altLang="en-US" sz="2000" dirty="0">
                <a:latin typeface="Meiryo UI" panose="020B0604030504040204" pitchFamily="50" charset="-128"/>
                <a:ea typeface="Meiryo UI" panose="020B0604030504040204" pitchFamily="50" charset="-128"/>
              </a:rPr>
              <a:t>近畿</a:t>
            </a:r>
            <a:endParaRPr lang="en-US" altLang="ja-JP" sz="2000" dirty="0">
              <a:latin typeface="Meiryo UI" panose="020B0604030504040204" pitchFamily="50" charset="-128"/>
              <a:ea typeface="Meiryo UI" panose="020B0604030504040204" pitchFamily="50" charset="-128"/>
            </a:endParaRPr>
          </a:p>
          <a:p>
            <a:pPr algn="ctr"/>
            <a:r>
              <a:rPr lang="ja-JP" altLang="en-US" sz="2000" dirty="0">
                <a:latin typeface="Meiryo UI" panose="020B0604030504040204" pitchFamily="50" charset="-128"/>
                <a:ea typeface="Meiryo UI" panose="020B0604030504040204" pitchFamily="50" charset="-128"/>
              </a:rPr>
              <a:t>運営委員会</a:t>
            </a:r>
            <a:endParaRPr kumimoji="1" lang="ja-JP" altLang="en-US" sz="2000" dirty="0">
              <a:latin typeface="Meiryo UI" panose="020B0604030504040204" pitchFamily="50" charset="-128"/>
              <a:ea typeface="Meiryo UI" panose="020B0604030504040204" pitchFamily="50" charset="-128"/>
            </a:endParaRPr>
          </a:p>
        </p:txBody>
      </p:sp>
      <p:sp>
        <p:nvSpPr>
          <p:cNvPr id="6" name="テキスト ボックス 5">
            <a:extLst>
              <a:ext uri="{FF2B5EF4-FFF2-40B4-BE49-F238E27FC236}">
                <a16:creationId xmlns:a16="http://schemas.microsoft.com/office/drawing/2014/main" id="{8350E195-2C84-69EB-2372-745EA96A64FA}"/>
              </a:ext>
            </a:extLst>
          </p:cNvPr>
          <p:cNvSpPr txBox="1"/>
          <p:nvPr/>
        </p:nvSpPr>
        <p:spPr>
          <a:xfrm>
            <a:off x="3236419" y="4990563"/>
            <a:ext cx="5719156" cy="830997"/>
          </a:xfrm>
          <a:prstGeom prst="rect">
            <a:avLst/>
          </a:prstGeom>
          <a:noFill/>
        </p:spPr>
        <p:txBody>
          <a:bodyPr wrap="square" rtlCol="0">
            <a:spAutoFit/>
          </a:bodyPr>
          <a:lstStyle/>
          <a:p>
            <a:pPr algn="ctr"/>
            <a:r>
              <a:rPr kumimoji="1" lang="en-US" altLang="ja-JP" sz="2400" dirty="0">
                <a:latin typeface="Meiryo UI" panose="020B0604030504040204" pitchFamily="50" charset="-128"/>
                <a:ea typeface="Meiryo UI" panose="020B0604030504040204" pitchFamily="50" charset="-128"/>
              </a:rPr>
              <a:t>2026</a:t>
            </a:r>
            <a:r>
              <a:rPr kumimoji="1" lang="ja-JP" altLang="en-US" sz="2400" dirty="0">
                <a:latin typeface="Meiryo UI" panose="020B0604030504040204" pitchFamily="50" charset="-128"/>
                <a:ea typeface="Meiryo UI" panose="020B0604030504040204" pitchFamily="50" charset="-128"/>
              </a:rPr>
              <a:t>年</a:t>
            </a:r>
            <a:r>
              <a:rPr kumimoji="1" lang="en-US" altLang="ja-JP" sz="2400" dirty="0">
                <a:latin typeface="Meiryo UI" panose="020B0604030504040204" pitchFamily="50" charset="-128"/>
                <a:ea typeface="Meiryo UI" panose="020B0604030504040204" pitchFamily="50" charset="-128"/>
              </a:rPr>
              <a:t>8</a:t>
            </a:r>
            <a:r>
              <a:rPr kumimoji="1" lang="ja-JP" altLang="en-US" sz="2400" dirty="0">
                <a:latin typeface="Meiryo UI" panose="020B0604030504040204" pitchFamily="50" charset="-128"/>
                <a:ea typeface="Meiryo UI" panose="020B0604030504040204" pitchFamily="50" charset="-128"/>
              </a:rPr>
              <a:t>月</a:t>
            </a:r>
            <a:r>
              <a:rPr kumimoji="1" lang="en-US" altLang="ja-JP" sz="2400" dirty="0">
                <a:latin typeface="Meiryo UI" panose="020B0604030504040204" pitchFamily="50" charset="-128"/>
                <a:ea typeface="Meiryo UI" panose="020B0604030504040204" pitchFamily="50" charset="-128"/>
              </a:rPr>
              <a:t>19</a:t>
            </a:r>
            <a:r>
              <a:rPr lang="ja-JP" altLang="en-US" sz="2400" dirty="0">
                <a:latin typeface="Meiryo UI" panose="020B0604030504040204" pitchFamily="50" charset="-128"/>
                <a:ea typeface="Meiryo UI" panose="020B0604030504040204" pitchFamily="50" charset="-128"/>
              </a:rPr>
              <a:t>日</a:t>
            </a:r>
            <a:endParaRPr kumimoji="1" lang="en-US" altLang="ja-JP" sz="2400" dirty="0">
              <a:latin typeface="Meiryo UI" panose="020B0604030504040204" pitchFamily="50" charset="-128"/>
              <a:ea typeface="Meiryo UI" panose="020B0604030504040204" pitchFamily="50" charset="-128"/>
            </a:endParaRPr>
          </a:p>
          <a:p>
            <a:pPr algn="ctr"/>
            <a:r>
              <a:rPr kumimoji="1" lang="en-US" altLang="ja-JP" sz="2400" dirty="0">
                <a:latin typeface="Meiryo UI" panose="020B0604030504040204" pitchFamily="50" charset="-128"/>
                <a:ea typeface="Meiryo UI" panose="020B0604030504040204" pitchFamily="50" charset="-128"/>
              </a:rPr>
              <a:t>JMRC</a:t>
            </a:r>
            <a:r>
              <a:rPr lang="ja-JP" altLang="en-US" sz="2400" dirty="0">
                <a:latin typeface="Meiryo UI" panose="020B0604030504040204" pitchFamily="50" charset="-128"/>
                <a:ea typeface="Meiryo UI" panose="020B0604030504040204" pitchFamily="50" charset="-128"/>
              </a:rPr>
              <a:t>近畿運営委員会　財務委員</a:t>
            </a:r>
            <a:endParaRPr lang="en-US" altLang="ja-JP" sz="2400" dirty="0">
              <a:latin typeface="Meiryo UI" panose="020B0604030504040204" pitchFamily="50" charset="-128"/>
              <a:ea typeface="Meiryo UI" panose="020B0604030504040204" pitchFamily="50" charset="-128"/>
            </a:endParaRPr>
          </a:p>
        </p:txBody>
      </p:sp>
      <p:sp>
        <p:nvSpPr>
          <p:cNvPr id="2" name="テキスト ボックス 1">
            <a:extLst>
              <a:ext uri="{FF2B5EF4-FFF2-40B4-BE49-F238E27FC236}">
                <a16:creationId xmlns:a16="http://schemas.microsoft.com/office/drawing/2014/main" id="{5E7376C1-CE86-8108-70B7-38025FD2BA5D}"/>
              </a:ext>
            </a:extLst>
          </p:cNvPr>
          <p:cNvSpPr txBox="1"/>
          <p:nvPr/>
        </p:nvSpPr>
        <p:spPr>
          <a:xfrm>
            <a:off x="10803308" y="132393"/>
            <a:ext cx="1197595" cy="461665"/>
          </a:xfrm>
          <a:prstGeom prst="rect">
            <a:avLst/>
          </a:prstGeom>
          <a:noFill/>
        </p:spPr>
        <p:txBody>
          <a:bodyPr wrap="square" rtlCol="0">
            <a:spAutoFit/>
          </a:bodyPr>
          <a:lstStyle/>
          <a:p>
            <a:pPr algn="r"/>
            <a:r>
              <a:rPr kumimoji="1" lang="en-US" altLang="ja-JP" sz="2400" dirty="0"/>
              <a:t>1/14</a:t>
            </a:r>
            <a:endParaRPr kumimoji="1" lang="ja-JP" altLang="en-US" sz="2400" dirty="0"/>
          </a:p>
        </p:txBody>
      </p:sp>
      <p:sp>
        <p:nvSpPr>
          <p:cNvPr id="3" name="テキスト ボックス 2">
            <a:extLst>
              <a:ext uri="{FF2B5EF4-FFF2-40B4-BE49-F238E27FC236}">
                <a16:creationId xmlns:a16="http://schemas.microsoft.com/office/drawing/2014/main" id="{031767D4-726C-C7AF-3F6D-5D7A760DF407}"/>
              </a:ext>
            </a:extLst>
          </p:cNvPr>
          <p:cNvSpPr txBox="1"/>
          <p:nvPr/>
        </p:nvSpPr>
        <p:spPr>
          <a:xfrm>
            <a:off x="4107868" y="1350946"/>
            <a:ext cx="3976255" cy="400110"/>
          </a:xfrm>
          <a:prstGeom prst="rect">
            <a:avLst/>
          </a:prstGeom>
          <a:noFill/>
          <a:ln>
            <a:solidFill>
              <a:schemeClr val="tx1"/>
            </a:solidFill>
          </a:ln>
        </p:spPr>
        <p:txBody>
          <a:bodyPr wrap="square" rtlCol="0">
            <a:spAutoFit/>
          </a:bodyPr>
          <a:lstStyle/>
          <a:p>
            <a:pPr algn="ctr"/>
            <a:r>
              <a:rPr lang="ja-JP" altLang="en-US" sz="2000" dirty="0">
                <a:latin typeface="Meiryo UI" panose="020B0604030504040204" pitchFamily="50" charset="-128"/>
                <a:ea typeface="Meiryo UI" panose="020B0604030504040204" pitchFamily="50" charset="-128"/>
              </a:rPr>
              <a:t>運営委員会後の仕様案まとめ</a:t>
            </a:r>
            <a:endParaRPr kumimoji="1" lang="ja-JP" altLang="en-US" sz="2000" dirty="0">
              <a:latin typeface="Meiryo UI" panose="020B0604030504040204" pitchFamily="50" charset="-128"/>
              <a:ea typeface="Meiryo UI" panose="020B0604030504040204" pitchFamily="50" charset="-128"/>
            </a:endParaRPr>
          </a:p>
        </p:txBody>
      </p:sp>
      <p:sp>
        <p:nvSpPr>
          <p:cNvPr id="7" name="テキスト ボックス 6">
            <a:extLst>
              <a:ext uri="{FF2B5EF4-FFF2-40B4-BE49-F238E27FC236}">
                <a16:creationId xmlns:a16="http://schemas.microsoft.com/office/drawing/2014/main" id="{81CF3C0B-EAA0-4D17-502D-0813CA14568A}"/>
              </a:ext>
            </a:extLst>
          </p:cNvPr>
          <p:cNvSpPr txBox="1"/>
          <p:nvPr/>
        </p:nvSpPr>
        <p:spPr>
          <a:xfrm>
            <a:off x="159352" y="1350946"/>
            <a:ext cx="2855397" cy="646331"/>
          </a:xfrm>
          <a:prstGeom prst="rect">
            <a:avLst/>
          </a:prstGeom>
          <a:noFill/>
        </p:spPr>
        <p:txBody>
          <a:bodyPr wrap="square" rtlCol="0">
            <a:spAutoFit/>
          </a:bodyPr>
          <a:lstStyle/>
          <a:p>
            <a:r>
              <a:rPr lang="en-US" altLang="ja-JP" dirty="0">
                <a:solidFill>
                  <a:srgbClr val="FF0000"/>
                </a:solidFill>
                <a:latin typeface="Meiryo UI" panose="020B0604030504040204" pitchFamily="50" charset="-128"/>
                <a:ea typeface="Meiryo UI" panose="020B0604030504040204" pitchFamily="50" charset="-128"/>
              </a:rPr>
              <a:t>26</a:t>
            </a:r>
            <a:r>
              <a:rPr lang="ja-JP" altLang="en-US" dirty="0">
                <a:solidFill>
                  <a:srgbClr val="FF0000"/>
                </a:solidFill>
                <a:latin typeface="Meiryo UI" panose="020B0604030504040204" pitchFamily="50" charset="-128"/>
                <a:ea typeface="Meiryo UI" panose="020B0604030504040204" pitchFamily="50" charset="-128"/>
              </a:rPr>
              <a:t>年</a:t>
            </a:r>
            <a:r>
              <a:rPr lang="en-US" altLang="ja-JP" dirty="0">
                <a:solidFill>
                  <a:srgbClr val="FF0000"/>
                </a:solidFill>
                <a:latin typeface="Meiryo UI" panose="020B0604030504040204" pitchFamily="50" charset="-128"/>
                <a:ea typeface="Meiryo UI" panose="020B0604030504040204" pitchFamily="50" charset="-128"/>
              </a:rPr>
              <a:t>9</a:t>
            </a:r>
            <a:r>
              <a:rPr lang="ja-JP" altLang="en-US" dirty="0">
                <a:solidFill>
                  <a:srgbClr val="FF0000"/>
                </a:solidFill>
                <a:latin typeface="Meiryo UI" panose="020B0604030504040204" pitchFamily="50" charset="-128"/>
                <a:ea typeface="Meiryo UI" panose="020B0604030504040204" pitchFamily="50" charset="-128"/>
              </a:rPr>
              <a:t>月</a:t>
            </a:r>
            <a:r>
              <a:rPr lang="en-US" altLang="ja-JP" dirty="0">
                <a:solidFill>
                  <a:srgbClr val="FF0000"/>
                </a:solidFill>
                <a:latin typeface="Meiryo UI" panose="020B0604030504040204" pitchFamily="50" charset="-128"/>
                <a:ea typeface="Meiryo UI" panose="020B0604030504040204" pitchFamily="50" charset="-128"/>
              </a:rPr>
              <a:t>26</a:t>
            </a:r>
            <a:r>
              <a:rPr lang="ja-JP" altLang="en-US" dirty="0">
                <a:solidFill>
                  <a:srgbClr val="FF0000"/>
                </a:solidFill>
                <a:latin typeface="Meiryo UI" panose="020B0604030504040204" pitchFamily="50" charset="-128"/>
                <a:ea typeface="Meiryo UI" panose="020B0604030504040204" pitchFamily="50" charset="-128"/>
              </a:rPr>
              <a:t>日</a:t>
            </a:r>
            <a:endParaRPr lang="en-US" altLang="ja-JP" dirty="0">
              <a:solidFill>
                <a:srgbClr val="FF0000"/>
              </a:solidFill>
              <a:latin typeface="Meiryo UI" panose="020B0604030504040204" pitchFamily="50" charset="-128"/>
              <a:ea typeface="Meiryo UI" panose="020B0604030504040204" pitchFamily="50" charset="-128"/>
            </a:endParaRPr>
          </a:p>
          <a:p>
            <a:r>
              <a:rPr lang="ja-JP" altLang="en-US" dirty="0">
                <a:solidFill>
                  <a:srgbClr val="FF0000"/>
                </a:solidFill>
                <a:latin typeface="Meiryo UI" panose="020B0604030504040204" pitchFamily="50" charset="-128"/>
                <a:ea typeface="Meiryo UI" panose="020B0604030504040204" pitchFamily="50" charset="-128"/>
              </a:rPr>
              <a:t>　日程表更新ページ追加</a:t>
            </a:r>
            <a:endParaRPr lang="en-US" altLang="ja-JP" dirty="0">
              <a:solidFill>
                <a:srgbClr val="FF0000"/>
              </a:solidFill>
              <a:latin typeface="Meiryo UI" panose="020B0604030504040204" pitchFamily="50" charset="-128"/>
              <a:ea typeface="Meiryo UI" panose="020B0604030504040204" pitchFamily="50" charset="-128"/>
            </a:endParaRPr>
          </a:p>
        </p:txBody>
      </p:sp>
      <p:sp>
        <p:nvSpPr>
          <p:cNvPr id="8" name="テキスト ボックス 7">
            <a:extLst>
              <a:ext uri="{FF2B5EF4-FFF2-40B4-BE49-F238E27FC236}">
                <a16:creationId xmlns:a16="http://schemas.microsoft.com/office/drawing/2014/main" id="{F9C86A56-3EE5-6314-4558-2EEA8549908F}"/>
              </a:ext>
            </a:extLst>
          </p:cNvPr>
          <p:cNvSpPr txBox="1"/>
          <p:nvPr/>
        </p:nvSpPr>
        <p:spPr>
          <a:xfrm>
            <a:off x="159352" y="1997277"/>
            <a:ext cx="2855397" cy="923330"/>
          </a:xfrm>
          <a:prstGeom prst="rect">
            <a:avLst/>
          </a:prstGeom>
          <a:noFill/>
        </p:spPr>
        <p:txBody>
          <a:bodyPr wrap="square" rtlCol="0">
            <a:spAutoFit/>
          </a:bodyPr>
          <a:lstStyle/>
          <a:p>
            <a:r>
              <a:rPr lang="en-US" altLang="ja-JP" dirty="0">
                <a:solidFill>
                  <a:srgbClr val="FF0000"/>
                </a:solidFill>
                <a:latin typeface="Meiryo UI" panose="020B0604030504040204" pitchFamily="50" charset="-128"/>
                <a:ea typeface="Meiryo UI" panose="020B0604030504040204" pitchFamily="50" charset="-128"/>
              </a:rPr>
              <a:t>26</a:t>
            </a:r>
            <a:r>
              <a:rPr lang="ja-JP" altLang="en-US" dirty="0">
                <a:solidFill>
                  <a:srgbClr val="FF0000"/>
                </a:solidFill>
                <a:latin typeface="Meiryo UI" panose="020B0604030504040204" pitchFamily="50" charset="-128"/>
                <a:ea typeface="Meiryo UI" panose="020B0604030504040204" pitchFamily="50" charset="-128"/>
              </a:rPr>
              <a:t>年</a:t>
            </a:r>
            <a:r>
              <a:rPr lang="en-US" altLang="ja-JP" dirty="0">
                <a:solidFill>
                  <a:srgbClr val="FF0000"/>
                </a:solidFill>
                <a:latin typeface="Meiryo UI" panose="020B0604030504040204" pitchFamily="50" charset="-128"/>
                <a:ea typeface="Meiryo UI" panose="020B0604030504040204" pitchFamily="50" charset="-128"/>
              </a:rPr>
              <a:t>9</a:t>
            </a:r>
            <a:r>
              <a:rPr lang="ja-JP" altLang="en-US" dirty="0">
                <a:solidFill>
                  <a:srgbClr val="FF0000"/>
                </a:solidFill>
                <a:latin typeface="Meiryo UI" panose="020B0604030504040204" pitchFamily="50" charset="-128"/>
                <a:ea typeface="Meiryo UI" panose="020B0604030504040204" pitchFamily="50" charset="-128"/>
              </a:rPr>
              <a:t>月</a:t>
            </a:r>
            <a:r>
              <a:rPr lang="en-US" altLang="ja-JP" dirty="0">
                <a:solidFill>
                  <a:srgbClr val="FF0000"/>
                </a:solidFill>
                <a:latin typeface="Meiryo UI" panose="020B0604030504040204" pitchFamily="50" charset="-128"/>
                <a:ea typeface="Meiryo UI" panose="020B0604030504040204" pitchFamily="50" charset="-128"/>
              </a:rPr>
              <a:t>28</a:t>
            </a:r>
            <a:r>
              <a:rPr lang="ja-JP" altLang="en-US" dirty="0">
                <a:solidFill>
                  <a:srgbClr val="FF0000"/>
                </a:solidFill>
                <a:latin typeface="Meiryo UI" panose="020B0604030504040204" pitchFamily="50" charset="-128"/>
                <a:ea typeface="Meiryo UI" panose="020B0604030504040204" pitchFamily="50" charset="-128"/>
              </a:rPr>
              <a:t>日</a:t>
            </a:r>
            <a:endParaRPr lang="en-US" altLang="ja-JP" dirty="0">
              <a:solidFill>
                <a:srgbClr val="FF0000"/>
              </a:solidFill>
              <a:latin typeface="Meiryo UI" panose="020B0604030504040204" pitchFamily="50" charset="-128"/>
              <a:ea typeface="Meiryo UI" panose="020B0604030504040204" pitchFamily="50" charset="-128"/>
            </a:endParaRPr>
          </a:p>
          <a:p>
            <a:r>
              <a:rPr lang="ja-JP" altLang="en-US" dirty="0">
                <a:solidFill>
                  <a:srgbClr val="FF0000"/>
                </a:solidFill>
                <a:latin typeface="Meiryo UI" panose="020B0604030504040204" pitchFamily="50" charset="-128"/>
                <a:ea typeface="Meiryo UI" panose="020B0604030504040204" pitchFamily="50" charset="-128"/>
              </a:rPr>
              <a:t>　個人会員種別ページ追加</a:t>
            </a:r>
            <a:endParaRPr lang="en-US" altLang="ja-JP" dirty="0">
              <a:solidFill>
                <a:srgbClr val="FF0000"/>
              </a:solidFill>
              <a:latin typeface="Meiryo UI" panose="020B0604030504040204" pitchFamily="50" charset="-128"/>
              <a:ea typeface="Meiryo UI" panose="020B0604030504040204" pitchFamily="50" charset="-128"/>
            </a:endParaRPr>
          </a:p>
          <a:p>
            <a:r>
              <a:rPr lang="ja-JP" altLang="en-US" dirty="0">
                <a:solidFill>
                  <a:srgbClr val="FF0000"/>
                </a:solidFill>
                <a:latin typeface="Meiryo UI" panose="020B0604030504040204" pitchFamily="50" charset="-128"/>
                <a:ea typeface="Meiryo UI" panose="020B0604030504040204" pitchFamily="50" charset="-128"/>
              </a:rPr>
              <a:t>　</a:t>
            </a:r>
            <a:r>
              <a:rPr lang="en-US" altLang="ja-JP" dirty="0">
                <a:solidFill>
                  <a:srgbClr val="FF0000"/>
                </a:solidFill>
                <a:latin typeface="Meiryo UI" panose="020B0604030504040204" pitchFamily="50" charset="-128"/>
                <a:ea typeface="Meiryo UI" panose="020B0604030504040204" pitchFamily="50" charset="-128"/>
              </a:rPr>
              <a:t>7</a:t>
            </a:r>
            <a:r>
              <a:rPr lang="ja-JP" altLang="en-US" dirty="0">
                <a:solidFill>
                  <a:srgbClr val="FF0000"/>
                </a:solidFill>
                <a:latin typeface="Meiryo UI" panose="020B0604030504040204" pitchFamily="50" charset="-128"/>
                <a:ea typeface="Meiryo UI" panose="020B0604030504040204" pitchFamily="50" charset="-128"/>
              </a:rPr>
              <a:t>ページ</a:t>
            </a:r>
            <a:endParaRPr lang="en-US" altLang="ja-JP" dirty="0">
              <a:solidFill>
                <a:srgbClr val="FF0000"/>
              </a:solidFill>
              <a:latin typeface="Meiryo UI" panose="020B0604030504040204" pitchFamily="50" charset="-128"/>
              <a:ea typeface="Meiryo UI" panose="020B0604030504040204" pitchFamily="50" charset="-128"/>
            </a:endParaRPr>
          </a:p>
        </p:txBody>
      </p:sp>
    </p:spTree>
    <p:extLst>
      <p:ext uri="{BB962C8B-B14F-4D97-AF65-F5344CB8AC3E}">
        <p14:creationId xmlns:p14="http://schemas.microsoft.com/office/powerpoint/2010/main" val="200459667"/>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7" name="図 16">
            <a:extLst>
              <a:ext uri="{FF2B5EF4-FFF2-40B4-BE49-F238E27FC236}">
                <a16:creationId xmlns:a16="http://schemas.microsoft.com/office/drawing/2014/main" id="{68278FB4-B8C4-279F-812D-14BC1D5BBE8D}"/>
              </a:ext>
            </a:extLst>
          </p:cNvPr>
          <p:cNvPicPr>
            <a:picLocks noChangeAspect="1"/>
          </p:cNvPicPr>
          <p:nvPr/>
        </p:nvPicPr>
        <p:blipFill>
          <a:blip r:embed="rId2"/>
          <a:stretch>
            <a:fillRect/>
          </a:stretch>
        </p:blipFill>
        <p:spPr>
          <a:xfrm>
            <a:off x="1812921" y="2346720"/>
            <a:ext cx="3319034" cy="1870631"/>
          </a:xfrm>
          <a:prstGeom prst="rect">
            <a:avLst/>
          </a:prstGeom>
        </p:spPr>
      </p:pic>
      <p:sp>
        <p:nvSpPr>
          <p:cNvPr id="2" name="テキスト ボックス 1">
            <a:extLst>
              <a:ext uri="{FF2B5EF4-FFF2-40B4-BE49-F238E27FC236}">
                <a16:creationId xmlns:a16="http://schemas.microsoft.com/office/drawing/2014/main" id="{8DAD4C26-0460-DE7E-E0B9-AA8900457071}"/>
              </a:ext>
            </a:extLst>
          </p:cNvPr>
          <p:cNvSpPr txBox="1"/>
          <p:nvPr/>
        </p:nvSpPr>
        <p:spPr>
          <a:xfrm>
            <a:off x="199352" y="824458"/>
            <a:ext cx="11105804" cy="461665"/>
          </a:xfrm>
          <a:prstGeom prst="rect">
            <a:avLst/>
          </a:prstGeom>
          <a:noFill/>
        </p:spPr>
        <p:txBody>
          <a:bodyPr wrap="square" rtlCol="0">
            <a:spAutoFit/>
          </a:bodyPr>
          <a:lstStyle/>
          <a:p>
            <a:r>
              <a:rPr kumimoji="1" lang="ja-JP" altLang="en-US" sz="2400" dirty="0">
                <a:latin typeface="Meiryo UI" panose="020B0604030504040204" pitchFamily="50" charset="-128"/>
                <a:ea typeface="Meiryo UI" panose="020B0604030504040204" pitchFamily="50" charset="-128"/>
              </a:rPr>
              <a:t>（１）オンライン事務局</a:t>
            </a:r>
            <a:r>
              <a:rPr lang="ja-JP" altLang="en-US" sz="2400" dirty="0">
                <a:latin typeface="Meiryo UI" panose="020B0604030504040204" pitchFamily="50" charset="-128"/>
                <a:ea typeface="Meiryo UI" panose="020B0604030504040204" pitchFamily="50" charset="-128"/>
              </a:rPr>
              <a:t>システム（</a:t>
            </a:r>
            <a:r>
              <a:rPr lang="en-US" altLang="ja-JP" sz="2400" dirty="0">
                <a:latin typeface="Meiryo UI" panose="020B0604030504040204" pitchFamily="50" charset="-128"/>
                <a:ea typeface="Meiryo UI" panose="020B0604030504040204" pitchFamily="50" charset="-128"/>
              </a:rPr>
              <a:t>JMRC</a:t>
            </a:r>
            <a:r>
              <a:rPr lang="ja-JP" altLang="en-US" sz="2400" dirty="0">
                <a:latin typeface="Meiryo UI" panose="020B0604030504040204" pitchFamily="50" charset="-128"/>
                <a:ea typeface="Meiryo UI" panose="020B0604030504040204" pitchFamily="50" charset="-128"/>
              </a:rPr>
              <a:t>近畿事務局ポータルサイト）について</a:t>
            </a:r>
            <a:endParaRPr lang="en-US" altLang="ja-JP" sz="2400" dirty="0">
              <a:latin typeface="Meiryo UI" panose="020B0604030504040204" pitchFamily="50" charset="-128"/>
              <a:ea typeface="Meiryo UI" panose="020B0604030504040204" pitchFamily="50" charset="-128"/>
            </a:endParaRPr>
          </a:p>
        </p:txBody>
      </p:sp>
      <p:pic>
        <p:nvPicPr>
          <p:cNvPr id="4" name="図 3">
            <a:extLst>
              <a:ext uri="{FF2B5EF4-FFF2-40B4-BE49-F238E27FC236}">
                <a16:creationId xmlns:a16="http://schemas.microsoft.com/office/drawing/2014/main" id="{CBE7DFF5-D6A7-4BAA-3C63-034CF25385DA}"/>
              </a:ext>
            </a:extLst>
          </p:cNvPr>
          <p:cNvPicPr>
            <a:picLocks noChangeAspect="1"/>
          </p:cNvPicPr>
          <p:nvPr/>
        </p:nvPicPr>
        <p:blipFill>
          <a:blip r:embed="rId3"/>
          <a:stretch>
            <a:fillRect/>
          </a:stretch>
        </p:blipFill>
        <p:spPr>
          <a:xfrm>
            <a:off x="421806" y="1413882"/>
            <a:ext cx="799106" cy="1162335"/>
          </a:xfrm>
          <a:prstGeom prst="rect">
            <a:avLst/>
          </a:prstGeom>
        </p:spPr>
      </p:pic>
      <p:sp>
        <p:nvSpPr>
          <p:cNvPr id="5" name="テキスト ボックス 4">
            <a:extLst>
              <a:ext uri="{FF2B5EF4-FFF2-40B4-BE49-F238E27FC236}">
                <a16:creationId xmlns:a16="http://schemas.microsoft.com/office/drawing/2014/main" id="{19C6243F-6D44-C27B-E40A-E16806800FC0}"/>
              </a:ext>
            </a:extLst>
          </p:cNvPr>
          <p:cNvSpPr txBox="1"/>
          <p:nvPr/>
        </p:nvSpPr>
        <p:spPr>
          <a:xfrm>
            <a:off x="276588" y="2576217"/>
            <a:ext cx="1025220" cy="307777"/>
          </a:xfrm>
          <a:prstGeom prst="rect">
            <a:avLst/>
          </a:prstGeom>
          <a:noFill/>
        </p:spPr>
        <p:txBody>
          <a:bodyPr wrap="square" rtlCol="0">
            <a:spAutoFit/>
          </a:bodyPr>
          <a:lstStyle/>
          <a:p>
            <a:pPr algn="ctr"/>
            <a:r>
              <a:rPr lang="ja-JP" altLang="en-US" sz="1400" dirty="0">
                <a:highlight>
                  <a:srgbClr val="FFFF00"/>
                </a:highlight>
                <a:latin typeface="Meiryo UI" panose="020B0604030504040204" pitchFamily="50" charset="-128"/>
                <a:ea typeface="Meiryo UI" panose="020B0604030504040204" pitchFamily="50" charset="-128"/>
              </a:rPr>
              <a:t>クラブ代表</a:t>
            </a:r>
            <a:endParaRPr kumimoji="1" lang="en-US" altLang="ja-JP" sz="1400" dirty="0">
              <a:highlight>
                <a:srgbClr val="FFFF00"/>
              </a:highlight>
              <a:latin typeface="Meiryo UI" panose="020B0604030504040204" pitchFamily="50" charset="-128"/>
              <a:ea typeface="Meiryo UI" panose="020B0604030504040204" pitchFamily="50" charset="-128"/>
            </a:endParaRPr>
          </a:p>
        </p:txBody>
      </p:sp>
      <p:pic>
        <p:nvPicPr>
          <p:cNvPr id="7" name="図 6">
            <a:extLst>
              <a:ext uri="{FF2B5EF4-FFF2-40B4-BE49-F238E27FC236}">
                <a16:creationId xmlns:a16="http://schemas.microsoft.com/office/drawing/2014/main" id="{63D02F11-265B-9C38-35CE-FB22A801EE17}"/>
              </a:ext>
            </a:extLst>
          </p:cNvPr>
          <p:cNvPicPr>
            <a:picLocks noChangeAspect="1"/>
          </p:cNvPicPr>
          <p:nvPr/>
        </p:nvPicPr>
        <p:blipFill>
          <a:blip r:embed="rId4"/>
          <a:stretch>
            <a:fillRect/>
          </a:stretch>
        </p:blipFill>
        <p:spPr>
          <a:xfrm>
            <a:off x="460915" y="2864277"/>
            <a:ext cx="720007" cy="962052"/>
          </a:xfrm>
          <a:prstGeom prst="rect">
            <a:avLst/>
          </a:prstGeom>
        </p:spPr>
      </p:pic>
      <p:sp>
        <p:nvSpPr>
          <p:cNvPr id="8" name="テキスト ボックス 7">
            <a:extLst>
              <a:ext uri="{FF2B5EF4-FFF2-40B4-BE49-F238E27FC236}">
                <a16:creationId xmlns:a16="http://schemas.microsoft.com/office/drawing/2014/main" id="{A1FA76C1-377F-D98F-4571-9382155534C3}"/>
              </a:ext>
            </a:extLst>
          </p:cNvPr>
          <p:cNvSpPr txBox="1"/>
          <p:nvPr/>
        </p:nvSpPr>
        <p:spPr>
          <a:xfrm>
            <a:off x="90081" y="3829950"/>
            <a:ext cx="1624587" cy="307777"/>
          </a:xfrm>
          <a:prstGeom prst="rect">
            <a:avLst/>
          </a:prstGeom>
          <a:noFill/>
        </p:spPr>
        <p:txBody>
          <a:bodyPr wrap="square" rtlCol="0">
            <a:spAutoFit/>
          </a:bodyPr>
          <a:lstStyle/>
          <a:p>
            <a:pPr algn="ctr"/>
            <a:r>
              <a:rPr lang="ja-JP" altLang="en-US" sz="1400" dirty="0">
                <a:highlight>
                  <a:srgbClr val="FFFF00"/>
                </a:highlight>
                <a:latin typeface="Meiryo UI" panose="020B0604030504040204" pitchFamily="50" charset="-128"/>
                <a:ea typeface="Meiryo UI" panose="020B0604030504040204" pitchFamily="50" charset="-128"/>
              </a:rPr>
              <a:t>クラブ員（選手）</a:t>
            </a:r>
            <a:endParaRPr kumimoji="1" lang="ja-JP" altLang="en-US" sz="1400" dirty="0">
              <a:highlight>
                <a:srgbClr val="FFFF00"/>
              </a:highlight>
              <a:latin typeface="Meiryo UI" panose="020B0604030504040204" pitchFamily="50" charset="-128"/>
              <a:ea typeface="Meiryo UI" panose="020B0604030504040204" pitchFamily="50" charset="-128"/>
            </a:endParaRPr>
          </a:p>
        </p:txBody>
      </p:sp>
      <p:sp>
        <p:nvSpPr>
          <p:cNvPr id="10" name="テキスト ボックス 9">
            <a:extLst>
              <a:ext uri="{FF2B5EF4-FFF2-40B4-BE49-F238E27FC236}">
                <a16:creationId xmlns:a16="http://schemas.microsoft.com/office/drawing/2014/main" id="{E2AA0ACB-637A-CA2A-AEB1-EE3BE9A8BB14}"/>
              </a:ext>
            </a:extLst>
          </p:cNvPr>
          <p:cNvSpPr txBox="1"/>
          <p:nvPr/>
        </p:nvSpPr>
        <p:spPr>
          <a:xfrm>
            <a:off x="1779271" y="4280292"/>
            <a:ext cx="4509333" cy="2308324"/>
          </a:xfrm>
          <a:prstGeom prst="rect">
            <a:avLst/>
          </a:prstGeom>
          <a:noFill/>
        </p:spPr>
        <p:txBody>
          <a:bodyPr wrap="square" rtlCol="0">
            <a:spAutoFit/>
          </a:bodyPr>
          <a:lstStyle/>
          <a:p>
            <a:r>
              <a:rPr lang="en-US" altLang="ja-JP" sz="1600" dirty="0">
                <a:latin typeface="Meiryo UI" panose="020B0604030504040204" pitchFamily="50" charset="-128"/>
                <a:ea typeface="Meiryo UI" panose="020B0604030504040204" pitchFamily="50" charset="-128"/>
              </a:rPr>
              <a:t>【</a:t>
            </a:r>
            <a:r>
              <a:rPr lang="ja-JP" altLang="en-US" sz="1600" dirty="0">
                <a:latin typeface="Meiryo UI" panose="020B0604030504040204" pitchFamily="50" charset="-128"/>
                <a:ea typeface="Meiryo UI" panose="020B0604030504040204" pitchFamily="50" charset="-128"/>
              </a:rPr>
              <a:t>オンライン登録対象者</a:t>
            </a:r>
            <a:r>
              <a:rPr lang="en-US" altLang="ja-JP" sz="1600" dirty="0">
                <a:latin typeface="Meiryo UI" panose="020B0604030504040204" pitchFamily="50" charset="-128"/>
                <a:ea typeface="Meiryo UI" panose="020B0604030504040204" pitchFamily="50" charset="-128"/>
              </a:rPr>
              <a:t>】</a:t>
            </a:r>
          </a:p>
          <a:p>
            <a:endParaRPr lang="en-US" altLang="ja-JP" sz="1600" dirty="0">
              <a:latin typeface="Meiryo UI" panose="020B0604030504040204" pitchFamily="50" charset="-128"/>
              <a:ea typeface="Meiryo UI" panose="020B0604030504040204" pitchFamily="50" charset="-128"/>
            </a:endParaRPr>
          </a:p>
          <a:p>
            <a:r>
              <a:rPr lang="ja-JP" altLang="en-US" sz="1600" dirty="0">
                <a:highlight>
                  <a:srgbClr val="FFFF00"/>
                </a:highlight>
                <a:latin typeface="Meiryo UI" panose="020B0604030504040204" pitchFamily="50" charset="-128"/>
                <a:ea typeface="Meiryo UI" panose="020B0604030504040204" pitchFamily="50" charset="-128"/>
              </a:rPr>
              <a:t>クラブ代表</a:t>
            </a:r>
            <a:r>
              <a:rPr lang="ja-JP" altLang="en-US" sz="1600" dirty="0">
                <a:latin typeface="Meiryo UI" panose="020B0604030504040204" pitchFamily="50" charset="-128"/>
                <a:ea typeface="Meiryo UI" panose="020B0604030504040204" pitchFamily="50" charset="-128"/>
              </a:rPr>
              <a:t>：正会員登録（加盟、準加盟、賛助）</a:t>
            </a:r>
            <a:endParaRPr lang="en-US" altLang="ja-JP" sz="1600" dirty="0">
              <a:latin typeface="Meiryo UI" panose="020B0604030504040204" pitchFamily="50" charset="-128"/>
              <a:ea typeface="Meiryo UI" panose="020B0604030504040204" pitchFamily="50" charset="-128"/>
            </a:endParaRPr>
          </a:p>
          <a:p>
            <a:r>
              <a:rPr kumimoji="1" lang="ja-JP" altLang="en-US" sz="1600" dirty="0">
                <a:highlight>
                  <a:srgbClr val="FFFF00"/>
                </a:highlight>
                <a:latin typeface="Meiryo UI" panose="020B0604030504040204" pitchFamily="50" charset="-128"/>
                <a:ea typeface="Meiryo UI" panose="020B0604030504040204" pitchFamily="50" charset="-128"/>
              </a:rPr>
              <a:t>クラブ員</a:t>
            </a:r>
            <a:r>
              <a:rPr kumimoji="1" lang="ja-JP" altLang="en-US" sz="1600" dirty="0">
                <a:latin typeface="Meiryo UI" panose="020B0604030504040204" pitchFamily="50" charset="-128"/>
                <a:ea typeface="Meiryo UI" panose="020B0604030504040204" pitchFamily="50" charset="-128"/>
              </a:rPr>
              <a:t>：個人会員登録、オフィシャル登録</a:t>
            </a:r>
            <a:endParaRPr kumimoji="1" lang="en-US" altLang="ja-JP" sz="1600" dirty="0">
              <a:latin typeface="Meiryo UI" panose="020B0604030504040204" pitchFamily="50" charset="-128"/>
              <a:ea typeface="Meiryo UI" panose="020B0604030504040204" pitchFamily="50" charset="-128"/>
            </a:endParaRPr>
          </a:p>
          <a:p>
            <a:r>
              <a:rPr kumimoji="1" lang="ja-JP" altLang="en-US" sz="1600" dirty="0">
                <a:latin typeface="Meiryo UI" panose="020B0604030504040204" pitchFamily="50" charset="-128"/>
                <a:ea typeface="Meiryo UI" panose="020B0604030504040204" pitchFamily="50" charset="-128"/>
              </a:rPr>
              <a:t>（クラブ員とクラブの紐づけもポータル内で実施）</a:t>
            </a:r>
            <a:endParaRPr kumimoji="1" lang="en-US" altLang="ja-JP" sz="1600" dirty="0">
              <a:latin typeface="Meiryo UI" panose="020B0604030504040204" pitchFamily="50" charset="-128"/>
              <a:ea typeface="Meiryo UI" panose="020B0604030504040204" pitchFamily="50" charset="-128"/>
            </a:endParaRPr>
          </a:p>
          <a:p>
            <a:endParaRPr kumimoji="1" lang="en-US" altLang="ja-JP" sz="1600" dirty="0">
              <a:latin typeface="Meiryo UI" panose="020B0604030504040204" pitchFamily="50" charset="-128"/>
              <a:ea typeface="Meiryo UI" panose="020B0604030504040204" pitchFamily="50" charset="-128"/>
            </a:endParaRPr>
          </a:p>
          <a:p>
            <a:r>
              <a:rPr lang="en-US" altLang="ja-JP" sz="1600" dirty="0">
                <a:highlight>
                  <a:srgbClr val="00FFFF"/>
                </a:highlight>
                <a:latin typeface="Meiryo UI" panose="020B0604030504040204" pitchFamily="50" charset="-128"/>
                <a:ea typeface="Meiryo UI" panose="020B0604030504040204" pitchFamily="50" charset="-128"/>
              </a:rPr>
              <a:t>JMRC</a:t>
            </a:r>
            <a:r>
              <a:rPr lang="ja-JP" altLang="en-US" sz="1600" dirty="0">
                <a:highlight>
                  <a:srgbClr val="00FFFF"/>
                </a:highlight>
                <a:latin typeface="Meiryo UI" panose="020B0604030504040204" pitchFamily="50" charset="-128"/>
                <a:ea typeface="Meiryo UI" panose="020B0604030504040204" pitchFamily="50" charset="-128"/>
              </a:rPr>
              <a:t>近畿、運営委員、事務局員</a:t>
            </a:r>
            <a:r>
              <a:rPr lang="ja-JP" altLang="en-US" sz="1600" dirty="0">
                <a:latin typeface="Meiryo UI" panose="020B0604030504040204" pitchFamily="50" charset="-128"/>
                <a:ea typeface="Meiryo UI" panose="020B0604030504040204" pitchFamily="50" charset="-128"/>
              </a:rPr>
              <a:t>も各自登録</a:t>
            </a:r>
            <a:endParaRPr lang="en-US" altLang="ja-JP" sz="1600" dirty="0">
              <a:latin typeface="Meiryo UI" panose="020B0604030504040204" pitchFamily="50" charset="-128"/>
              <a:ea typeface="Meiryo UI" panose="020B0604030504040204" pitchFamily="50" charset="-128"/>
            </a:endParaRPr>
          </a:p>
          <a:p>
            <a:r>
              <a:rPr kumimoji="1" lang="ja-JP" altLang="en-US" sz="1600" dirty="0">
                <a:latin typeface="Meiryo UI" panose="020B0604030504040204" pitchFamily="50" charset="-128"/>
                <a:ea typeface="Meiryo UI" panose="020B0604030504040204" pitchFamily="50" charset="-128"/>
              </a:rPr>
              <a:t>　　⇒事務局長が承認（代理：副委員長）</a:t>
            </a:r>
            <a:endParaRPr kumimoji="1" lang="en-US" altLang="ja-JP" sz="1600" dirty="0">
              <a:latin typeface="Meiryo UI" panose="020B0604030504040204" pitchFamily="50" charset="-128"/>
              <a:ea typeface="Meiryo UI" panose="020B0604030504040204" pitchFamily="50" charset="-128"/>
            </a:endParaRPr>
          </a:p>
          <a:p>
            <a:r>
              <a:rPr lang="ja-JP" altLang="en-US" sz="1600" dirty="0">
                <a:latin typeface="Meiryo UI" panose="020B0604030504040204" pitchFamily="50" charset="-128"/>
                <a:ea typeface="Meiryo UI" panose="020B0604030504040204" pitchFamily="50" charset="-128"/>
              </a:rPr>
              <a:t>　</a:t>
            </a:r>
            <a:r>
              <a:rPr lang="en-US" altLang="ja-JP" sz="1600" dirty="0">
                <a:latin typeface="Meiryo UI" panose="020B0604030504040204" pitchFamily="50" charset="-128"/>
                <a:ea typeface="Meiryo UI" panose="020B0604030504040204" pitchFamily="50" charset="-128"/>
              </a:rPr>
              <a:t>※</a:t>
            </a:r>
            <a:r>
              <a:rPr lang="ja-JP" altLang="en-US" sz="1600" dirty="0">
                <a:latin typeface="Meiryo UI" panose="020B0604030504040204" pitchFamily="50" charset="-128"/>
                <a:ea typeface="Meiryo UI" panose="020B0604030504040204" pitchFamily="50" charset="-128"/>
              </a:rPr>
              <a:t>その他、現在の</a:t>
            </a:r>
            <a:r>
              <a:rPr lang="en-US" altLang="ja-JP" sz="1600" dirty="0">
                <a:latin typeface="Meiryo UI" panose="020B0604030504040204" pitchFamily="50" charset="-128"/>
                <a:ea typeface="Meiryo UI" panose="020B0604030504040204" pitchFamily="50" charset="-128"/>
              </a:rPr>
              <a:t>HP</a:t>
            </a:r>
            <a:r>
              <a:rPr lang="ja-JP" altLang="en-US" sz="1600" dirty="0">
                <a:latin typeface="Meiryo UI" panose="020B0604030504040204" pitchFamily="50" charset="-128"/>
                <a:ea typeface="Meiryo UI" panose="020B0604030504040204" pitchFamily="50" charset="-128"/>
              </a:rPr>
              <a:t>機能を移行する</a:t>
            </a:r>
            <a:endParaRPr kumimoji="1" lang="en-US" altLang="ja-JP" sz="1600" dirty="0">
              <a:latin typeface="Meiryo UI" panose="020B0604030504040204" pitchFamily="50" charset="-128"/>
              <a:ea typeface="Meiryo UI" panose="020B0604030504040204" pitchFamily="50" charset="-128"/>
            </a:endParaRPr>
          </a:p>
        </p:txBody>
      </p:sp>
      <p:sp>
        <p:nvSpPr>
          <p:cNvPr id="12" name="テキスト ボックス 11">
            <a:extLst>
              <a:ext uri="{FF2B5EF4-FFF2-40B4-BE49-F238E27FC236}">
                <a16:creationId xmlns:a16="http://schemas.microsoft.com/office/drawing/2014/main" id="{8B132F9A-51DD-E072-5DA1-E1DF589A5931}"/>
              </a:ext>
            </a:extLst>
          </p:cNvPr>
          <p:cNvSpPr txBox="1"/>
          <p:nvPr/>
        </p:nvSpPr>
        <p:spPr>
          <a:xfrm>
            <a:off x="6594123" y="3874247"/>
            <a:ext cx="5294801" cy="2862322"/>
          </a:xfrm>
          <a:prstGeom prst="rect">
            <a:avLst/>
          </a:prstGeom>
          <a:noFill/>
        </p:spPr>
        <p:txBody>
          <a:bodyPr wrap="square" rtlCol="0">
            <a:spAutoFit/>
          </a:bodyPr>
          <a:lstStyle/>
          <a:p>
            <a:r>
              <a:rPr lang="en-US" altLang="ja-JP" dirty="0">
                <a:latin typeface="Meiryo UI" panose="020B0604030504040204" pitchFamily="50" charset="-128"/>
                <a:ea typeface="Meiryo UI" panose="020B0604030504040204" pitchFamily="50" charset="-128"/>
              </a:rPr>
              <a:t>【</a:t>
            </a:r>
            <a:r>
              <a:rPr lang="ja-JP" altLang="en-US" dirty="0">
                <a:latin typeface="Meiryo UI" panose="020B0604030504040204" pitchFamily="50" charset="-128"/>
                <a:ea typeface="Meiryo UI" panose="020B0604030504040204" pitchFamily="50" charset="-128"/>
              </a:rPr>
              <a:t>ポータルサイトでできること</a:t>
            </a:r>
            <a:r>
              <a:rPr lang="en-US" altLang="ja-JP" dirty="0">
                <a:latin typeface="Meiryo UI" panose="020B0604030504040204" pitchFamily="50" charset="-128"/>
                <a:ea typeface="Meiryo UI" panose="020B0604030504040204" pitchFamily="50" charset="-128"/>
              </a:rPr>
              <a:t>】</a:t>
            </a:r>
          </a:p>
          <a:p>
            <a:endParaRPr lang="en-US" altLang="ja-JP" dirty="0">
              <a:latin typeface="Meiryo UI" panose="020B0604030504040204" pitchFamily="50" charset="-128"/>
              <a:ea typeface="Meiryo UI" panose="020B0604030504040204" pitchFamily="50" charset="-128"/>
            </a:endParaRPr>
          </a:p>
          <a:p>
            <a:r>
              <a:rPr lang="ja-JP" altLang="en-US" sz="1600" dirty="0">
                <a:highlight>
                  <a:srgbClr val="00FF00"/>
                </a:highlight>
                <a:latin typeface="Meiryo UI" panose="020B0604030504040204" pitchFamily="50" charset="-128"/>
                <a:ea typeface="Meiryo UI" panose="020B0604030504040204" pitchFamily="50" charset="-128"/>
              </a:rPr>
              <a:t>一般、未登録者</a:t>
            </a:r>
            <a:endParaRPr lang="en-US" altLang="ja-JP" sz="1600" dirty="0">
              <a:highlight>
                <a:srgbClr val="00FF00"/>
              </a:highlight>
              <a:latin typeface="Meiryo UI" panose="020B0604030504040204" pitchFamily="50" charset="-128"/>
              <a:ea typeface="Meiryo UI" panose="020B0604030504040204" pitchFamily="50" charset="-128"/>
            </a:endParaRPr>
          </a:p>
          <a:p>
            <a:r>
              <a:rPr lang="ja-JP" altLang="en-US" sz="1600" dirty="0">
                <a:latin typeface="Meiryo UI" panose="020B0604030504040204" pitchFamily="50" charset="-128"/>
                <a:ea typeface="Meiryo UI" panose="020B0604030504040204" pitchFamily="50" charset="-128"/>
              </a:rPr>
              <a:t>情報の閲覧と登録画面のみ（現在の</a:t>
            </a:r>
            <a:r>
              <a:rPr lang="en-US" altLang="ja-JP" sz="1600" dirty="0">
                <a:latin typeface="Meiryo UI" panose="020B0604030504040204" pitchFamily="50" charset="-128"/>
                <a:ea typeface="Meiryo UI" panose="020B0604030504040204" pitchFamily="50" charset="-128"/>
              </a:rPr>
              <a:t>HP</a:t>
            </a:r>
            <a:r>
              <a:rPr lang="ja-JP" altLang="en-US" sz="1600" dirty="0">
                <a:latin typeface="Meiryo UI" panose="020B0604030504040204" pitchFamily="50" charset="-128"/>
                <a:ea typeface="Meiryo UI" panose="020B0604030504040204" pitchFamily="50" charset="-128"/>
              </a:rPr>
              <a:t>同等）</a:t>
            </a:r>
            <a:endParaRPr lang="en-US" altLang="ja-JP" sz="1600" dirty="0">
              <a:latin typeface="Meiryo UI" panose="020B0604030504040204" pitchFamily="50" charset="-128"/>
              <a:ea typeface="Meiryo UI" panose="020B0604030504040204" pitchFamily="50" charset="-128"/>
            </a:endParaRPr>
          </a:p>
          <a:p>
            <a:r>
              <a:rPr lang="en-US" altLang="ja-JP" sz="1600" dirty="0">
                <a:latin typeface="Meiryo UI" panose="020B0604030504040204" pitchFamily="50" charset="-128"/>
                <a:ea typeface="Meiryo UI" panose="020B0604030504040204" pitchFamily="50" charset="-128"/>
              </a:rPr>
              <a:t>JAF</a:t>
            </a:r>
            <a:r>
              <a:rPr lang="ja-JP" altLang="en-US" sz="1600" dirty="0">
                <a:latin typeface="Meiryo UI" panose="020B0604030504040204" pitchFamily="50" charset="-128"/>
                <a:ea typeface="Meiryo UI" panose="020B0604030504040204" pitchFamily="50" charset="-128"/>
              </a:rPr>
              <a:t>・</a:t>
            </a:r>
            <a:r>
              <a:rPr lang="en-US" altLang="ja-JP" sz="1600" dirty="0">
                <a:latin typeface="Meiryo UI" panose="020B0604030504040204" pitchFamily="50" charset="-128"/>
                <a:ea typeface="Meiryo UI" panose="020B0604030504040204" pitchFamily="50" charset="-128"/>
              </a:rPr>
              <a:t>JMRC</a:t>
            </a:r>
            <a:r>
              <a:rPr lang="ja-JP" altLang="en-US" sz="1600" dirty="0">
                <a:latin typeface="Meiryo UI" panose="020B0604030504040204" pitchFamily="50" charset="-128"/>
                <a:ea typeface="Meiryo UI" panose="020B0604030504040204" pitchFamily="50" charset="-128"/>
              </a:rPr>
              <a:t>他地区情報の取得、各種リンクへの接続</a:t>
            </a:r>
          </a:p>
          <a:p>
            <a:endParaRPr lang="en-US" altLang="ja-JP" sz="1600" dirty="0">
              <a:latin typeface="Meiryo UI" panose="020B0604030504040204" pitchFamily="50" charset="-128"/>
              <a:ea typeface="Meiryo UI" panose="020B0604030504040204" pitchFamily="50" charset="-128"/>
            </a:endParaRPr>
          </a:p>
          <a:p>
            <a:r>
              <a:rPr lang="ja-JP" altLang="en-US" sz="1600" dirty="0">
                <a:highlight>
                  <a:srgbClr val="FFFF00"/>
                </a:highlight>
                <a:latin typeface="Meiryo UI" panose="020B0604030504040204" pitchFamily="50" charset="-128"/>
                <a:ea typeface="Meiryo UI" panose="020B0604030504040204" pitchFamily="50" charset="-128"/>
              </a:rPr>
              <a:t>登録者（クラブ代表、クラブ員）</a:t>
            </a:r>
            <a:endParaRPr lang="en-US" altLang="ja-JP" sz="1600" dirty="0">
              <a:highlight>
                <a:srgbClr val="FFFF00"/>
              </a:highlight>
              <a:latin typeface="Meiryo UI" panose="020B0604030504040204" pitchFamily="50" charset="-128"/>
              <a:ea typeface="Meiryo UI" panose="020B0604030504040204" pitchFamily="50" charset="-128"/>
            </a:endParaRPr>
          </a:p>
          <a:p>
            <a:r>
              <a:rPr lang="ja-JP" altLang="en-US" sz="1600" dirty="0">
                <a:latin typeface="Meiryo UI" panose="020B0604030504040204" pitchFamily="50" charset="-128"/>
                <a:ea typeface="Meiryo UI" panose="020B0604030504040204" pitchFamily="50" charset="-128"/>
              </a:rPr>
              <a:t>各種オンライン申請、申請内容の確認、過去データの閲覧</a:t>
            </a:r>
            <a:endParaRPr lang="en-US" altLang="ja-JP" sz="1600" dirty="0">
              <a:latin typeface="Meiryo UI" panose="020B0604030504040204" pitchFamily="50" charset="-128"/>
              <a:ea typeface="Meiryo UI" panose="020B0604030504040204" pitchFamily="50" charset="-128"/>
            </a:endParaRPr>
          </a:p>
          <a:p>
            <a:r>
              <a:rPr lang="ja-JP" altLang="en-US" sz="1600" dirty="0">
                <a:latin typeface="Meiryo UI" panose="020B0604030504040204" pitchFamily="50" charset="-128"/>
                <a:ea typeface="Meiryo UI" panose="020B0604030504040204" pitchFamily="50" charset="-128"/>
              </a:rPr>
              <a:t>各クラブ代表は、自クラブの登録メンバーの一覧を閲覧できる</a:t>
            </a:r>
            <a:endParaRPr lang="en-US" altLang="ja-JP" sz="1600" dirty="0">
              <a:latin typeface="Meiryo UI" panose="020B0604030504040204" pitchFamily="50" charset="-128"/>
              <a:ea typeface="Meiryo UI" panose="020B0604030504040204" pitchFamily="50" charset="-128"/>
            </a:endParaRPr>
          </a:p>
          <a:p>
            <a:r>
              <a:rPr lang="en-US" altLang="ja-JP" sz="1600" dirty="0">
                <a:highlight>
                  <a:srgbClr val="00FFFF"/>
                </a:highlight>
                <a:latin typeface="Meiryo UI" panose="020B0604030504040204" pitchFamily="50" charset="-128"/>
                <a:ea typeface="Meiryo UI" panose="020B0604030504040204" pitchFamily="50" charset="-128"/>
              </a:rPr>
              <a:t>JMRC</a:t>
            </a:r>
            <a:r>
              <a:rPr lang="ja-JP" altLang="en-US" sz="1600" dirty="0">
                <a:highlight>
                  <a:srgbClr val="00FFFF"/>
                </a:highlight>
                <a:latin typeface="Meiryo UI" panose="020B0604030504040204" pitchFamily="50" charset="-128"/>
                <a:ea typeface="Meiryo UI" panose="020B0604030504040204" pitchFamily="50" charset="-128"/>
              </a:rPr>
              <a:t>近畿（運営委員、事務局員）</a:t>
            </a:r>
            <a:endParaRPr lang="en-US" altLang="ja-JP" sz="1600" dirty="0">
              <a:highlight>
                <a:srgbClr val="00FFFF"/>
              </a:highlight>
              <a:latin typeface="Meiryo UI" panose="020B0604030504040204" pitchFamily="50" charset="-128"/>
              <a:ea typeface="Meiryo UI" panose="020B0604030504040204" pitchFamily="50" charset="-128"/>
            </a:endParaRPr>
          </a:p>
          <a:p>
            <a:r>
              <a:rPr lang="ja-JP" altLang="en-US" sz="1600" dirty="0">
                <a:latin typeface="Meiryo UI" panose="020B0604030504040204" pitchFamily="50" charset="-128"/>
                <a:ea typeface="Meiryo UI" panose="020B0604030504040204" pitchFamily="50" charset="-128"/>
              </a:rPr>
              <a:t>すべてのデータの確認が可能（承認者機能は別途設定）</a:t>
            </a:r>
            <a:endParaRPr lang="en-US" altLang="ja-JP" sz="1600" dirty="0">
              <a:latin typeface="Meiryo UI" panose="020B0604030504040204" pitchFamily="50" charset="-128"/>
              <a:ea typeface="Meiryo UI" panose="020B0604030504040204" pitchFamily="50" charset="-128"/>
            </a:endParaRPr>
          </a:p>
        </p:txBody>
      </p:sp>
      <p:sp>
        <p:nvSpPr>
          <p:cNvPr id="19" name="二等辺三角形 18">
            <a:extLst>
              <a:ext uri="{FF2B5EF4-FFF2-40B4-BE49-F238E27FC236}">
                <a16:creationId xmlns:a16="http://schemas.microsoft.com/office/drawing/2014/main" id="{20FD7FE8-F849-3828-F22C-DA015276CB86}"/>
              </a:ext>
            </a:extLst>
          </p:cNvPr>
          <p:cNvSpPr/>
          <p:nvPr/>
        </p:nvSpPr>
        <p:spPr>
          <a:xfrm rot="5400000">
            <a:off x="4920169" y="2563437"/>
            <a:ext cx="2413869" cy="461665"/>
          </a:xfrm>
          <a:prstGeom prst="triangl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pic>
        <p:nvPicPr>
          <p:cNvPr id="20" name="図 19">
            <a:extLst>
              <a:ext uri="{FF2B5EF4-FFF2-40B4-BE49-F238E27FC236}">
                <a16:creationId xmlns:a16="http://schemas.microsoft.com/office/drawing/2014/main" id="{5C588E42-5325-83A0-5122-40E8462884E8}"/>
              </a:ext>
            </a:extLst>
          </p:cNvPr>
          <p:cNvPicPr>
            <a:picLocks noChangeAspect="1"/>
          </p:cNvPicPr>
          <p:nvPr/>
        </p:nvPicPr>
        <p:blipFill>
          <a:blip r:embed="rId4"/>
          <a:stretch>
            <a:fillRect/>
          </a:stretch>
        </p:blipFill>
        <p:spPr>
          <a:xfrm>
            <a:off x="500493" y="4098293"/>
            <a:ext cx="720007" cy="962052"/>
          </a:xfrm>
          <a:prstGeom prst="rect">
            <a:avLst/>
          </a:prstGeom>
        </p:spPr>
      </p:pic>
      <p:sp>
        <p:nvSpPr>
          <p:cNvPr id="21" name="テキスト ボックス 20">
            <a:extLst>
              <a:ext uri="{FF2B5EF4-FFF2-40B4-BE49-F238E27FC236}">
                <a16:creationId xmlns:a16="http://schemas.microsoft.com/office/drawing/2014/main" id="{4ECBA410-D736-FEE0-E344-EA1996DF8A87}"/>
              </a:ext>
            </a:extLst>
          </p:cNvPr>
          <p:cNvSpPr txBox="1"/>
          <p:nvPr/>
        </p:nvSpPr>
        <p:spPr>
          <a:xfrm>
            <a:off x="-32273" y="5085848"/>
            <a:ext cx="2014768" cy="307777"/>
          </a:xfrm>
          <a:prstGeom prst="rect">
            <a:avLst/>
          </a:prstGeom>
          <a:noFill/>
        </p:spPr>
        <p:txBody>
          <a:bodyPr wrap="square" rtlCol="0">
            <a:spAutoFit/>
          </a:bodyPr>
          <a:lstStyle/>
          <a:p>
            <a:pPr algn="ctr"/>
            <a:r>
              <a:rPr lang="ja-JP" altLang="en-US" sz="1400" dirty="0">
                <a:highlight>
                  <a:srgbClr val="FFFF00"/>
                </a:highlight>
                <a:latin typeface="Meiryo UI" panose="020B0604030504040204" pitchFamily="50" charset="-128"/>
                <a:ea typeface="Meiryo UI" panose="020B0604030504040204" pitchFamily="50" charset="-128"/>
              </a:rPr>
              <a:t>クラブ員（オフィシャル）</a:t>
            </a:r>
            <a:endParaRPr kumimoji="1" lang="ja-JP" altLang="en-US" sz="1400" dirty="0">
              <a:highlight>
                <a:srgbClr val="FFFF00"/>
              </a:highlight>
              <a:latin typeface="Meiryo UI" panose="020B0604030504040204" pitchFamily="50" charset="-128"/>
              <a:ea typeface="Meiryo UI" panose="020B0604030504040204" pitchFamily="50" charset="-128"/>
            </a:endParaRPr>
          </a:p>
        </p:txBody>
      </p:sp>
      <p:sp>
        <p:nvSpPr>
          <p:cNvPr id="22" name="テキスト ボックス 21">
            <a:extLst>
              <a:ext uri="{FF2B5EF4-FFF2-40B4-BE49-F238E27FC236}">
                <a16:creationId xmlns:a16="http://schemas.microsoft.com/office/drawing/2014/main" id="{268B1A52-7743-D270-F752-EEA7C08EF01B}"/>
              </a:ext>
            </a:extLst>
          </p:cNvPr>
          <p:cNvSpPr txBox="1"/>
          <p:nvPr/>
        </p:nvSpPr>
        <p:spPr>
          <a:xfrm>
            <a:off x="1672338" y="1587335"/>
            <a:ext cx="3531429" cy="646331"/>
          </a:xfrm>
          <a:prstGeom prst="rect">
            <a:avLst/>
          </a:prstGeom>
          <a:noFill/>
          <a:ln>
            <a:solidFill>
              <a:schemeClr val="tx1"/>
            </a:solidFill>
          </a:ln>
        </p:spPr>
        <p:txBody>
          <a:bodyPr wrap="square" rtlCol="0">
            <a:spAutoFit/>
          </a:bodyPr>
          <a:lstStyle/>
          <a:p>
            <a:pPr algn="ctr"/>
            <a:r>
              <a:rPr lang="ja-JP" altLang="en-US" dirty="0">
                <a:latin typeface="Meiryo UI" panose="020B0604030504040204" pitchFamily="50" charset="-128"/>
                <a:ea typeface="Meiryo UI" panose="020B0604030504040204" pitchFamily="50" charset="-128"/>
              </a:rPr>
              <a:t>パソコン、スマホからポータルサイトで</a:t>
            </a:r>
            <a:endParaRPr lang="en-US" altLang="ja-JP" dirty="0">
              <a:latin typeface="Meiryo UI" panose="020B0604030504040204" pitchFamily="50" charset="-128"/>
              <a:ea typeface="Meiryo UI" panose="020B0604030504040204" pitchFamily="50" charset="-128"/>
            </a:endParaRPr>
          </a:p>
          <a:p>
            <a:pPr algn="ctr"/>
            <a:r>
              <a:rPr lang="ja-JP" altLang="en-US" dirty="0">
                <a:latin typeface="Meiryo UI" panose="020B0604030504040204" pitchFamily="50" charset="-128"/>
                <a:ea typeface="Meiryo UI" panose="020B0604030504040204" pitchFamily="50" charset="-128"/>
              </a:rPr>
              <a:t>関係者全員がオンライン登録を行う</a:t>
            </a:r>
            <a:endParaRPr lang="en-US" altLang="ja-JP" dirty="0">
              <a:latin typeface="Meiryo UI" panose="020B0604030504040204" pitchFamily="50" charset="-128"/>
              <a:ea typeface="Meiryo UI" panose="020B0604030504040204" pitchFamily="50" charset="-128"/>
            </a:endParaRPr>
          </a:p>
        </p:txBody>
      </p:sp>
      <p:sp>
        <p:nvSpPr>
          <p:cNvPr id="3" name="テキスト ボックス 2">
            <a:extLst>
              <a:ext uri="{FF2B5EF4-FFF2-40B4-BE49-F238E27FC236}">
                <a16:creationId xmlns:a16="http://schemas.microsoft.com/office/drawing/2014/main" id="{B11F59E1-8362-2888-4F8F-8B2913C6673E}"/>
              </a:ext>
            </a:extLst>
          </p:cNvPr>
          <p:cNvSpPr txBox="1"/>
          <p:nvPr/>
        </p:nvSpPr>
        <p:spPr>
          <a:xfrm>
            <a:off x="224291" y="0"/>
            <a:ext cx="11488497" cy="646331"/>
          </a:xfrm>
          <a:prstGeom prst="rect">
            <a:avLst/>
          </a:prstGeom>
          <a:noFill/>
        </p:spPr>
        <p:txBody>
          <a:bodyPr wrap="square" rtlCol="0">
            <a:spAutoFit/>
          </a:bodyPr>
          <a:lstStyle/>
          <a:p>
            <a:r>
              <a:rPr lang="ja-JP" altLang="en-US" sz="3600" dirty="0">
                <a:latin typeface="Meiryo UI" panose="020B0604030504040204" pitchFamily="50" charset="-128"/>
                <a:ea typeface="Meiryo UI" panose="020B0604030504040204" pitchFamily="50" charset="-128"/>
              </a:rPr>
              <a:t>１．</a:t>
            </a:r>
            <a:r>
              <a:rPr lang="en-US" altLang="ja-JP" sz="3600" dirty="0">
                <a:latin typeface="Meiryo UI" panose="020B0604030504040204" pitchFamily="50" charset="-128"/>
                <a:ea typeface="Meiryo UI" panose="020B0604030504040204" pitchFamily="50" charset="-128"/>
              </a:rPr>
              <a:t>JMRC</a:t>
            </a:r>
            <a:r>
              <a:rPr lang="ja-JP" altLang="en-US" sz="3600" dirty="0">
                <a:latin typeface="Meiryo UI" panose="020B0604030504040204" pitchFamily="50" charset="-128"/>
                <a:ea typeface="Meiryo UI" panose="020B0604030504040204" pitchFamily="50" charset="-128"/>
              </a:rPr>
              <a:t>近畿事務局ポータルシステム</a:t>
            </a:r>
            <a:endParaRPr kumimoji="1" lang="ja-JP" altLang="en-US" sz="3600" dirty="0">
              <a:latin typeface="Meiryo UI" panose="020B0604030504040204" pitchFamily="50" charset="-128"/>
              <a:ea typeface="Meiryo UI" panose="020B0604030504040204" pitchFamily="50" charset="-128"/>
            </a:endParaRPr>
          </a:p>
        </p:txBody>
      </p:sp>
      <p:pic>
        <p:nvPicPr>
          <p:cNvPr id="13" name="図 12">
            <a:extLst>
              <a:ext uri="{FF2B5EF4-FFF2-40B4-BE49-F238E27FC236}">
                <a16:creationId xmlns:a16="http://schemas.microsoft.com/office/drawing/2014/main" id="{87B503BE-3E8C-0B06-D4D1-6DCC0AB32D72}"/>
              </a:ext>
            </a:extLst>
          </p:cNvPr>
          <p:cNvPicPr>
            <a:picLocks noChangeAspect="1"/>
          </p:cNvPicPr>
          <p:nvPr/>
        </p:nvPicPr>
        <p:blipFill>
          <a:blip r:embed="rId5"/>
          <a:stretch>
            <a:fillRect/>
          </a:stretch>
        </p:blipFill>
        <p:spPr>
          <a:xfrm>
            <a:off x="7080942" y="1311203"/>
            <a:ext cx="4321164" cy="2447049"/>
          </a:xfrm>
          <a:prstGeom prst="rect">
            <a:avLst/>
          </a:prstGeom>
        </p:spPr>
      </p:pic>
      <p:sp>
        <p:nvSpPr>
          <p:cNvPr id="6" name="テキスト ボックス 5">
            <a:extLst>
              <a:ext uri="{FF2B5EF4-FFF2-40B4-BE49-F238E27FC236}">
                <a16:creationId xmlns:a16="http://schemas.microsoft.com/office/drawing/2014/main" id="{E284F582-9BC1-D939-5FDE-9A6F23C5AB5A}"/>
              </a:ext>
            </a:extLst>
          </p:cNvPr>
          <p:cNvSpPr txBox="1"/>
          <p:nvPr/>
        </p:nvSpPr>
        <p:spPr>
          <a:xfrm>
            <a:off x="7317126" y="2283829"/>
            <a:ext cx="3848793" cy="1200329"/>
          </a:xfrm>
          <a:prstGeom prst="rect">
            <a:avLst/>
          </a:prstGeom>
          <a:noFill/>
        </p:spPr>
        <p:txBody>
          <a:bodyPr wrap="square" rtlCol="0">
            <a:spAutoFit/>
          </a:bodyPr>
          <a:lstStyle/>
          <a:p>
            <a:pPr algn="ctr"/>
            <a:r>
              <a:rPr kumimoji="1" lang="ja-JP" altLang="en-US" sz="3600" dirty="0">
                <a:solidFill>
                  <a:srgbClr val="FFC000"/>
                </a:solidFill>
                <a:latin typeface="Meiryo UI" panose="020B0604030504040204" pitchFamily="50" charset="-128"/>
                <a:ea typeface="Meiryo UI" panose="020B0604030504040204" pitchFamily="50" charset="-128"/>
              </a:rPr>
              <a:t>ポータル</a:t>
            </a:r>
            <a:endParaRPr kumimoji="1" lang="en-US" altLang="ja-JP" sz="3600" dirty="0">
              <a:solidFill>
                <a:srgbClr val="FFC000"/>
              </a:solidFill>
              <a:latin typeface="Meiryo UI" panose="020B0604030504040204" pitchFamily="50" charset="-128"/>
              <a:ea typeface="Meiryo UI" panose="020B0604030504040204" pitchFamily="50" charset="-128"/>
            </a:endParaRPr>
          </a:p>
          <a:p>
            <a:pPr algn="ctr"/>
            <a:r>
              <a:rPr kumimoji="1" lang="ja-JP" altLang="en-US" sz="3600" dirty="0">
                <a:solidFill>
                  <a:srgbClr val="FFC000"/>
                </a:solidFill>
                <a:latin typeface="Meiryo UI" panose="020B0604030504040204" pitchFamily="50" charset="-128"/>
                <a:ea typeface="Meiryo UI" panose="020B0604030504040204" pitchFamily="50" charset="-128"/>
              </a:rPr>
              <a:t>画面イメージ</a:t>
            </a:r>
          </a:p>
        </p:txBody>
      </p:sp>
      <p:sp>
        <p:nvSpPr>
          <p:cNvPr id="11" name="テキスト ボックス 10">
            <a:extLst>
              <a:ext uri="{FF2B5EF4-FFF2-40B4-BE49-F238E27FC236}">
                <a16:creationId xmlns:a16="http://schemas.microsoft.com/office/drawing/2014/main" id="{1028A5ED-C356-F5DE-AE6A-B8B192BC4A47}"/>
              </a:ext>
            </a:extLst>
          </p:cNvPr>
          <p:cNvSpPr txBox="1"/>
          <p:nvPr/>
        </p:nvSpPr>
        <p:spPr>
          <a:xfrm>
            <a:off x="3058097" y="3144186"/>
            <a:ext cx="1866298" cy="954107"/>
          </a:xfrm>
          <a:prstGeom prst="rect">
            <a:avLst/>
          </a:prstGeom>
          <a:noFill/>
        </p:spPr>
        <p:txBody>
          <a:bodyPr wrap="square" rtlCol="0">
            <a:spAutoFit/>
          </a:bodyPr>
          <a:lstStyle/>
          <a:p>
            <a:pPr algn="ctr"/>
            <a:r>
              <a:rPr kumimoji="1" lang="ja-JP" altLang="en-US" sz="2800" dirty="0">
                <a:solidFill>
                  <a:srgbClr val="FF0000"/>
                </a:solidFill>
                <a:latin typeface="Meiryo UI" panose="020B0604030504040204" pitchFamily="50" charset="-128"/>
                <a:ea typeface="Meiryo UI" panose="020B0604030504040204" pitchFamily="50" charset="-128"/>
              </a:rPr>
              <a:t>登録画面</a:t>
            </a:r>
            <a:endParaRPr kumimoji="1" lang="en-US" altLang="ja-JP" sz="2800" dirty="0">
              <a:solidFill>
                <a:srgbClr val="FF0000"/>
              </a:solidFill>
              <a:latin typeface="Meiryo UI" panose="020B0604030504040204" pitchFamily="50" charset="-128"/>
              <a:ea typeface="Meiryo UI" panose="020B0604030504040204" pitchFamily="50" charset="-128"/>
            </a:endParaRPr>
          </a:p>
          <a:p>
            <a:pPr algn="ctr"/>
            <a:r>
              <a:rPr kumimoji="1" lang="ja-JP" altLang="en-US" sz="2800" dirty="0">
                <a:solidFill>
                  <a:srgbClr val="FF0000"/>
                </a:solidFill>
                <a:latin typeface="Meiryo UI" panose="020B0604030504040204" pitchFamily="50" charset="-128"/>
                <a:ea typeface="Meiryo UI" panose="020B0604030504040204" pitchFamily="50" charset="-128"/>
              </a:rPr>
              <a:t>イメージ</a:t>
            </a:r>
          </a:p>
        </p:txBody>
      </p:sp>
      <p:pic>
        <p:nvPicPr>
          <p:cNvPr id="14" name="図 13">
            <a:extLst>
              <a:ext uri="{FF2B5EF4-FFF2-40B4-BE49-F238E27FC236}">
                <a16:creationId xmlns:a16="http://schemas.microsoft.com/office/drawing/2014/main" id="{5048F84F-8F26-6677-3639-88A25BCABB03}"/>
              </a:ext>
            </a:extLst>
          </p:cNvPr>
          <p:cNvPicPr>
            <a:picLocks noChangeAspect="1"/>
          </p:cNvPicPr>
          <p:nvPr/>
        </p:nvPicPr>
        <p:blipFill>
          <a:blip r:embed="rId3"/>
          <a:stretch>
            <a:fillRect/>
          </a:stretch>
        </p:blipFill>
        <p:spPr>
          <a:xfrm>
            <a:off x="460915" y="5331775"/>
            <a:ext cx="799106" cy="1162335"/>
          </a:xfrm>
          <a:prstGeom prst="rect">
            <a:avLst/>
          </a:prstGeom>
        </p:spPr>
      </p:pic>
      <p:sp>
        <p:nvSpPr>
          <p:cNvPr id="15" name="テキスト ボックス 14">
            <a:extLst>
              <a:ext uri="{FF2B5EF4-FFF2-40B4-BE49-F238E27FC236}">
                <a16:creationId xmlns:a16="http://schemas.microsoft.com/office/drawing/2014/main" id="{D2494D53-7968-EE55-6883-4C35837734A5}"/>
              </a:ext>
            </a:extLst>
          </p:cNvPr>
          <p:cNvSpPr txBox="1"/>
          <p:nvPr/>
        </p:nvSpPr>
        <p:spPr>
          <a:xfrm>
            <a:off x="113218" y="6502585"/>
            <a:ext cx="1559120" cy="307777"/>
          </a:xfrm>
          <a:prstGeom prst="rect">
            <a:avLst/>
          </a:prstGeom>
          <a:noFill/>
        </p:spPr>
        <p:txBody>
          <a:bodyPr wrap="square" rtlCol="0">
            <a:spAutoFit/>
          </a:bodyPr>
          <a:lstStyle/>
          <a:p>
            <a:pPr algn="ctr"/>
            <a:r>
              <a:rPr kumimoji="1" lang="ja-JP" altLang="en-US" sz="1400" dirty="0">
                <a:highlight>
                  <a:srgbClr val="00FFFF"/>
                </a:highlight>
                <a:latin typeface="Meiryo UI" panose="020B0604030504040204" pitchFamily="50" charset="-128"/>
                <a:ea typeface="Meiryo UI" panose="020B0604030504040204" pitchFamily="50" charset="-128"/>
              </a:rPr>
              <a:t>運営委員、事務局</a:t>
            </a:r>
            <a:endParaRPr kumimoji="1" lang="en-US" altLang="ja-JP" sz="1400" dirty="0">
              <a:highlight>
                <a:srgbClr val="00FFFF"/>
              </a:highlight>
              <a:latin typeface="Meiryo UI" panose="020B0604030504040204" pitchFamily="50" charset="-128"/>
              <a:ea typeface="Meiryo UI" panose="020B0604030504040204" pitchFamily="50" charset="-128"/>
            </a:endParaRPr>
          </a:p>
        </p:txBody>
      </p:sp>
      <p:sp>
        <p:nvSpPr>
          <p:cNvPr id="9" name="テキスト ボックス 8">
            <a:extLst>
              <a:ext uri="{FF2B5EF4-FFF2-40B4-BE49-F238E27FC236}">
                <a16:creationId xmlns:a16="http://schemas.microsoft.com/office/drawing/2014/main" id="{1B8E05A3-BFC8-C258-1F34-11E90B9F75F6}"/>
              </a:ext>
            </a:extLst>
          </p:cNvPr>
          <p:cNvSpPr txBox="1"/>
          <p:nvPr/>
        </p:nvSpPr>
        <p:spPr>
          <a:xfrm>
            <a:off x="10803308" y="132393"/>
            <a:ext cx="1197595" cy="461665"/>
          </a:xfrm>
          <a:prstGeom prst="rect">
            <a:avLst/>
          </a:prstGeom>
          <a:noFill/>
        </p:spPr>
        <p:txBody>
          <a:bodyPr wrap="square" rtlCol="0">
            <a:spAutoFit/>
          </a:bodyPr>
          <a:lstStyle/>
          <a:p>
            <a:pPr algn="r"/>
            <a:r>
              <a:rPr lang="en-US" altLang="ja-JP" sz="2400" dirty="0"/>
              <a:t>2</a:t>
            </a:r>
            <a:r>
              <a:rPr kumimoji="1" lang="en-US" altLang="ja-JP" sz="2400" dirty="0"/>
              <a:t>/14</a:t>
            </a:r>
            <a:endParaRPr kumimoji="1" lang="ja-JP" altLang="en-US" sz="2400" dirty="0"/>
          </a:p>
        </p:txBody>
      </p:sp>
    </p:spTree>
    <p:extLst>
      <p:ext uri="{BB962C8B-B14F-4D97-AF65-F5344CB8AC3E}">
        <p14:creationId xmlns:p14="http://schemas.microsoft.com/office/powerpoint/2010/main" val="447635006"/>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テキスト ボックス 5">
            <a:extLst>
              <a:ext uri="{FF2B5EF4-FFF2-40B4-BE49-F238E27FC236}">
                <a16:creationId xmlns:a16="http://schemas.microsoft.com/office/drawing/2014/main" id="{CAD00CA8-D5D1-9878-D04A-65E09D0CEBE6}"/>
              </a:ext>
            </a:extLst>
          </p:cNvPr>
          <p:cNvSpPr txBox="1"/>
          <p:nvPr/>
        </p:nvSpPr>
        <p:spPr>
          <a:xfrm>
            <a:off x="224291" y="0"/>
            <a:ext cx="11488497" cy="646331"/>
          </a:xfrm>
          <a:prstGeom prst="rect">
            <a:avLst/>
          </a:prstGeom>
          <a:noFill/>
        </p:spPr>
        <p:txBody>
          <a:bodyPr wrap="square" rtlCol="0">
            <a:spAutoFit/>
          </a:bodyPr>
          <a:lstStyle/>
          <a:p>
            <a:r>
              <a:rPr lang="ja-JP" altLang="en-US" sz="3600" dirty="0">
                <a:latin typeface="Meiryo UI" panose="020B0604030504040204" pitchFamily="50" charset="-128"/>
                <a:ea typeface="Meiryo UI" panose="020B0604030504040204" pitchFamily="50" charset="-128"/>
              </a:rPr>
              <a:t>２．</a:t>
            </a:r>
            <a:r>
              <a:rPr lang="en-US" altLang="ja-JP" sz="3600" dirty="0">
                <a:latin typeface="Meiryo UI" panose="020B0604030504040204" pitchFamily="50" charset="-128"/>
                <a:ea typeface="Meiryo UI" panose="020B0604030504040204" pitchFamily="50" charset="-128"/>
              </a:rPr>
              <a:t>JMRC</a:t>
            </a:r>
            <a:r>
              <a:rPr lang="ja-JP" altLang="en-US" sz="3600" dirty="0">
                <a:latin typeface="Meiryo UI" panose="020B0604030504040204" pitchFamily="50" charset="-128"/>
                <a:ea typeface="Meiryo UI" panose="020B0604030504040204" pitchFamily="50" charset="-128"/>
              </a:rPr>
              <a:t>近畿事務局ポータル案</a:t>
            </a:r>
            <a:endParaRPr kumimoji="1" lang="ja-JP" altLang="en-US" sz="3600" dirty="0">
              <a:latin typeface="Meiryo UI" panose="020B0604030504040204" pitchFamily="50" charset="-128"/>
              <a:ea typeface="Meiryo UI" panose="020B0604030504040204" pitchFamily="50" charset="-128"/>
            </a:endParaRPr>
          </a:p>
        </p:txBody>
      </p:sp>
      <p:grpSp>
        <p:nvGrpSpPr>
          <p:cNvPr id="9" name="グループ化 8">
            <a:extLst>
              <a:ext uri="{FF2B5EF4-FFF2-40B4-BE49-F238E27FC236}">
                <a16:creationId xmlns:a16="http://schemas.microsoft.com/office/drawing/2014/main" id="{B89AC99E-184B-C914-750D-C5BDBB8836CE}"/>
              </a:ext>
            </a:extLst>
          </p:cNvPr>
          <p:cNvGrpSpPr/>
          <p:nvPr/>
        </p:nvGrpSpPr>
        <p:grpSpPr>
          <a:xfrm>
            <a:off x="932824" y="989214"/>
            <a:ext cx="10326351" cy="5810596"/>
            <a:chOff x="1512916" y="1336151"/>
            <a:chExt cx="9355237" cy="5264154"/>
          </a:xfrm>
        </p:grpSpPr>
        <p:pic>
          <p:nvPicPr>
            <p:cNvPr id="5" name="図 4">
              <a:extLst>
                <a:ext uri="{FF2B5EF4-FFF2-40B4-BE49-F238E27FC236}">
                  <a16:creationId xmlns:a16="http://schemas.microsoft.com/office/drawing/2014/main" id="{1DB277DA-A65A-43D7-E7F0-5EB579FFBF62}"/>
                </a:ext>
              </a:extLst>
            </p:cNvPr>
            <p:cNvPicPr>
              <a:picLocks noChangeAspect="1"/>
            </p:cNvPicPr>
            <p:nvPr/>
          </p:nvPicPr>
          <p:blipFill>
            <a:blip r:embed="rId2"/>
            <a:stretch>
              <a:fillRect/>
            </a:stretch>
          </p:blipFill>
          <p:spPr>
            <a:xfrm>
              <a:off x="1512916" y="1336151"/>
              <a:ext cx="9355237" cy="5264154"/>
            </a:xfrm>
            <a:prstGeom prst="rect">
              <a:avLst/>
            </a:prstGeom>
            <a:ln>
              <a:solidFill>
                <a:schemeClr val="tx1"/>
              </a:solidFill>
            </a:ln>
          </p:spPr>
        </p:pic>
        <p:sp>
          <p:nvSpPr>
            <p:cNvPr id="7" name="正方形/長方形 6">
              <a:extLst>
                <a:ext uri="{FF2B5EF4-FFF2-40B4-BE49-F238E27FC236}">
                  <a16:creationId xmlns:a16="http://schemas.microsoft.com/office/drawing/2014/main" id="{20F6EBEB-4663-1FF2-25BE-3B60E7BCAC9C}"/>
                </a:ext>
              </a:extLst>
            </p:cNvPr>
            <p:cNvSpPr/>
            <p:nvPr/>
          </p:nvSpPr>
          <p:spPr>
            <a:xfrm>
              <a:off x="1512916" y="2053244"/>
              <a:ext cx="4854633" cy="274320"/>
            </a:xfrm>
            <a:prstGeom prst="rect">
              <a:avLst/>
            </a:prstGeom>
            <a:solidFill>
              <a:schemeClr val="tx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kumimoji="1" lang="en-US" altLang="ja-JP" sz="1400" dirty="0">
                  <a:latin typeface="Meiryo UI" panose="020B0604030504040204" pitchFamily="50" charset="-128"/>
                  <a:ea typeface="Meiryo UI" panose="020B0604030504040204" pitchFamily="50" charset="-128"/>
                </a:rPr>
                <a:t>JMRC</a:t>
              </a:r>
              <a:r>
                <a:rPr lang="ja-JP" altLang="en-US" sz="1400" dirty="0">
                  <a:latin typeface="Meiryo UI" panose="020B0604030504040204" pitchFamily="50" charset="-128"/>
                  <a:ea typeface="Meiryo UI" panose="020B0604030504040204" pitchFamily="50" charset="-128"/>
                </a:rPr>
                <a:t>近畿オンライン</a:t>
              </a:r>
              <a:r>
                <a:rPr kumimoji="1" lang="ja-JP" altLang="en-US" sz="1400" dirty="0">
                  <a:latin typeface="Meiryo UI" panose="020B0604030504040204" pitchFamily="50" charset="-128"/>
                  <a:ea typeface="Meiryo UI" panose="020B0604030504040204" pitchFamily="50" charset="-128"/>
                </a:rPr>
                <a:t>事務局（ポータル）</a:t>
              </a:r>
            </a:p>
          </p:txBody>
        </p:sp>
        <p:sp>
          <p:nvSpPr>
            <p:cNvPr id="8" name="正方形/長方形 7">
              <a:extLst>
                <a:ext uri="{FF2B5EF4-FFF2-40B4-BE49-F238E27FC236}">
                  <a16:creationId xmlns:a16="http://schemas.microsoft.com/office/drawing/2014/main" id="{083F5A56-3873-60F7-F561-A4C38A6B0E92}"/>
                </a:ext>
              </a:extLst>
            </p:cNvPr>
            <p:cNvSpPr/>
            <p:nvPr/>
          </p:nvSpPr>
          <p:spPr>
            <a:xfrm>
              <a:off x="1579418" y="2385753"/>
              <a:ext cx="9168938" cy="3898669"/>
            </a:xfrm>
            <a:prstGeom prst="rect">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dirty="0"/>
            </a:p>
          </p:txBody>
        </p:sp>
      </p:grpSp>
      <p:sp>
        <p:nvSpPr>
          <p:cNvPr id="10" name="正方形/長方形 9">
            <a:extLst>
              <a:ext uri="{FF2B5EF4-FFF2-40B4-BE49-F238E27FC236}">
                <a16:creationId xmlns:a16="http://schemas.microsoft.com/office/drawing/2014/main" id="{C56BA8FF-9DD3-326E-1474-3579614B27AF}"/>
              </a:ext>
            </a:extLst>
          </p:cNvPr>
          <p:cNvSpPr/>
          <p:nvPr/>
        </p:nvSpPr>
        <p:spPr>
          <a:xfrm>
            <a:off x="1163785" y="2261062"/>
            <a:ext cx="2901138" cy="852855"/>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b="1" dirty="0">
                <a:latin typeface="Meiryo UI" panose="020B0604030504040204" pitchFamily="50" charset="-128"/>
                <a:ea typeface="Meiryo UI" panose="020B0604030504040204" pitchFamily="50" charset="-128"/>
              </a:rPr>
              <a:t>正会員クラブメニュー</a:t>
            </a:r>
          </a:p>
        </p:txBody>
      </p:sp>
      <p:sp>
        <p:nvSpPr>
          <p:cNvPr id="11" name="正方形/長方形 10">
            <a:extLst>
              <a:ext uri="{FF2B5EF4-FFF2-40B4-BE49-F238E27FC236}">
                <a16:creationId xmlns:a16="http://schemas.microsoft.com/office/drawing/2014/main" id="{0CA7ED6C-2D54-DAA7-EB5C-29C97B789F77}"/>
              </a:ext>
            </a:extLst>
          </p:cNvPr>
          <p:cNvSpPr/>
          <p:nvPr/>
        </p:nvSpPr>
        <p:spPr>
          <a:xfrm>
            <a:off x="1163782" y="3325722"/>
            <a:ext cx="2901138" cy="852855"/>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ja-JP" altLang="en-US" b="1" dirty="0">
                <a:latin typeface="Meiryo UI" panose="020B0604030504040204" pitchFamily="50" charset="-128"/>
                <a:ea typeface="Meiryo UI" panose="020B0604030504040204" pitchFamily="50" charset="-128"/>
              </a:rPr>
              <a:t>個人会員メニュー</a:t>
            </a:r>
            <a:endParaRPr kumimoji="1" lang="ja-JP" altLang="en-US" b="1" dirty="0">
              <a:latin typeface="Meiryo UI" panose="020B0604030504040204" pitchFamily="50" charset="-128"/>
              <a:ea typeface="Meiryo UI" panose="020B0604030504040204" pitchFamily="50" charset="-128"/>
            </a:endParaRPr>
          </a:p>
        </p:txBody>
      </p:sp>
      <p:sp>
        <p:nvSpPr>
          <p:cNvPr id="12" name="正方形/長方形 11">
            <a:extLst>
              <a:ext uri="{FF2B5EF4-FFF2-40B4-BE49-F238E27FC236}">
                <a16:creationId xmlns:a16="http://schemas.microsoft.com/office/drawing/2014/main" id="{854C4B40-C028-47D3-77F6-B0A1C400E1CC}"/>
              </a:ext>
            </a:extLst>
          </p:cNvPr>
          <p:cNvSpPr/>
          <p:nvPr/>
        </p:nvSpPr>
        <p:spPr>
          <a:xfrm>
            <a:off x="4418212" y="2261060"/>
            <a:ext cx="6504711" cy="852855"/>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en-US" altLang="ja-JP" b="1" dirty="0">
                <a:latin typeface="Meiryo UI" panose="020B0604030504040204" pitchFamily="50" charset="-128"/>
                <a:ea typeface="Meiryo UI" panose="020B0604030504040204" pitchFamily="50" charset="-128"/>
              </a:rPr>
              <a:t>INFORMATION</a:t>
            </a:r>
          </a:p>
        </p:txBody>
      </p:sp>
      <p:sp>
        <p:nvSpPr>
          <p:cNvPr id="13" name="正方形/長方形 12">
            <a:extLst>
              <a:ext uri="{FF2B5EF4-FFF2-40B4-BE49-F238E27FC236}">
                <a16:creationId xmlns:a16="http://schemas.microsoft.com/office/drawing/2014/main" id="{113B943B-7130-2EAE-15EF-B259498D3C32}"/>
              </a:ext>
            </a:extLst>
          </p:cNvPr>
          <p:cNvSpPr/>
          <p:nvPr/>
        </p:nvSpPr>
        <p:spPr>
          <a:xfrm>
            <a:off x="1163782" y="4390382"/>
            <a:ext cx="2901138" cy="852855"/>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b="1" dirty="0">
                <a:latin typeface="Meiryo UI" panose="020B0604030504040204" pitchFamily="50" charset="-128"/>
                <a:ea typeface="Meiryo UI" panose="020B0604030504040204" pitchFamily="50" charset="-128"/>
              </a:rPr>
              <a:t>スポーツ安全保険の案内</a:t>
            </a:r>
          </a:p>
        </p:txBody>
      </p:sp>
      <p:sp>
        <p:nvSpPr>
          <p:cNvPr id="14" name="正方形/長方形 13">
            <a:extLst>
              <a:ext uri="{FF2B5EF4-FFF2-40B4-BE49-F238E27FC236}">
                <a16:creationId xmlns:a16="http://schemas.microsoft.com/office/drawing/2014/main" id="{708A2614-AC78-DE0B-6792-790D174889C9}"/>
              </a:ext>
            </a:extLst>
          </p:cNvPr>
          <p:cNvSpPr/>
          <p:nvPr/>
        </p:nvSpPr>
        <p:spPr>
          <a:xfrm>
            <a:off x="1163782" y="5455042"/>
            <a:ext cx="2901138" cy="852855"/>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en-US" altLang="ja-JP" b="1" dirty="0">
                <a:latin typeface="Meiryo UI" panose="020B0604030504040204" pitchFamily="50" charset="-128"/>
                <a:ea typeface="Meiryo UI" panose="020B0604030504040204" pitchFamily="50" charset="-128"/>
              </a:rPr>
              <a:t>JMRC</a:t>
            </a:r>
            <a:r>
              <a:rPr kumimoji="1" lang="ja-JP" altLang="en-US" b="1" dirty="0">
                <a:latin typeface="Meiryo UI" panose="020B0604030504040204" pitchFamily="50" charset="-128"/>
                <a:ea typeface="Meiryo UI" panose="020B0604030504040204" pitchFamily="50" charset="-128"/>
              </a:rPr>
              <a:t>近畿シリーズ概要</a:t>
            </a:r>
            <a:endParaRPr kumimoji="1" lang="en-US" altLang="ja-JP" b="1" dirty="0">
              <a:latin typeface="Meiryo UI" panose="020B0604030504040204" pitchFamily="50" charset="-128"/>
              <a:ea typeface="Meiryo UI" panose="020B0604030504040204" pitchFamily="50" charset="-128"/>
            </a:endParaRPr>
          </a:p>
          <a:p>
            <a:pPr algn="ctr"/>
            <a:r>
              <a:rPr lang="ja-JP" altLang="en-US" b="1" dirty="0">
                <a:latin typeface="Meiryo UI" panose="020B0604030504040204" pitchFamily="50" charset="-128"/>
                <a:ea typeface="Meiryo UI" panose="020B0604030504040204" pitchFamily="50" charset="-128"/>
              </a:rPr>
              <a:t>（ハンドブック掲載分）</a:t>
            </a:r>
            <a:endParaRPr kumimoji="1" lang="ja-JP" altLang="en-US" b="1" dirty="0">
              <a:latin typeface="Meiryo UI" panose="020B0604030504040204" pitchFamily="50" charset="-128"/>
              <a:ea typeface="Meiryo UI" panose="020B0604030504040204" pitchFamily="50" charset="-128"/>
            </a:endParaRPr>
          </a:p>
        </p:txBody>
      </p:sp>
      <p:sp>
        <p:nvSpPr>
          <p:cNvPr id="3" name="正方形/長方形 2">
            <a:extLst>
              <a:ext uri="{FF2B5EF4-FFF2-40B4-BE49-F238E27FC236}">
                <a16:creationId xmlns:a16="http://schemas.microsoft.com/office/drawing/2014/main" id="{D1DA4716-F928-6CCD-82AC-3A6FB1AA0482}"/>
              </a:ext>
            </a:extLst>
          </p:cNvPr>
          <p:cNvSpPr/>
          <p:nvPr/>
        </p:nvSpPr>
        <p:spPr>
          <a:xfrm>
            <a:off x="7847215" y="3325722"/>
            <a:ext cx="3075709" cy="852855"/>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ltLang="ja-JP" b="1" dirty="0">
                <a:latin typeface="Meiryo UI" panose="020B0604030504040204" pitchFamily="50" charset="-128"/>
                <a:ea typeface="Meiryo UI" panose="020B0604030504040204" pitchFamily="50" charset="-128"/>
              </a:rPr>
              <a:t>JAF</a:t>
            </a:r>
            <a:r>
              <a:rPr lang="ja-JP" altLang="en-US" b="1" dirty="0">
                <a:latin typeface="Meiryo UI" panose="020B0604030504040204" pitchFamily="50" charset="-128"/>
                <a:ea typeface="Meiryo UI" panose="020B0604030504040204" pitchFamily="50" charset="-128"/>
              </a:rPr>
              <a:t>モータースポーツ</a:t>
            </a:r>
            <a:endParaRPr lang="en-US" altLang="ja-JP" b="1" dirty="0">
              <a:latin typeface="Meiryo UI" panose="020B0604030504040204" pitchFamily="50" charset="-128"/>
              <a:ea typeface="Meiryo UI" panose="020B0604030504040204" pitchFamily="50" charset="-128"/>
            </a:endParaRPr>
          </a:p>
          <a:p>
            <a:pPr algn="ctr"/>
            <a:r>
              <a:rPr kumimoji="1" lang="ja-JP" altLang="en-US" b="1" dirty="0">
                <a:latin typeface="Meiryo UI" panose="020B0604030504040204" pitchFamily="50" charset="-128"/>
                <a:ea typeface="Meiryo UI" panose="020B0604030504040204" pitchFamily="50" charset="-128"/>
              </a:rPr>
              <a:t>その他リンク</a:t>
            </a:r>
          </a:p>
        </p:txBody>
      </p:sp>
      <p:sp>
        <p:nvSpPr>
          <p:cNvPr id="4" name="正方形/長方形 3">
            <a:extLst>
              <a:ext uri="{FF2B5EF4-FFF2-40B4-BE49-F238E27FC236}">
                <a16:creationId xmlns:a16="http://schemas.microsoft.com/office/drawing/2014/main" id="{99C001C6-B147-77A9-40D1-386CAC1D2F24}"/>
              </a:ext>
            </a:extLst>
          </p:cNvPr>
          <p:cNvSpPr/>
          <p:nvPr/>
        </p:nvSpPr>
        <p:spPr>
          <a:xfrm>
            <a:off x="7847215" y="4390382"/>
            <a:ext cx="3075709" cy="852855"/>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b="1" dirty="0">
                <a:latin typeface="Meiryo UI" panose="020B0604030504040204" pitchFamily="50" charset="-128"/>
                <a:ea typeface="Meiryo UI" panose="020B0604030504040204" pitchFamily="50" charset="-128"/>
              </a:rPr>
              <a:t>全国</a:t>
            </a:r>
            <a:r>
              <a:rPr kumimoji="1" lang="en-US" altLang="ja-JP" b="1" dirty="0">
                <a:latin typeface="Meiryo UI" panose="020B0604030504040204" pitchFamily="50" charset="-128"/>
                <a:ea typeface="Meiryo UI" panose="020B0604030504040204" pitchFamily="50" charset="-128"/>
              </a:rPr>
              <a:t>JMRC</a:t>
            </a:r>
            <a:r>
              <a:rPr kumimoji="1" lang="ja-JP" altLang="en-US" b="1" dirty="0">
                <a:latin typeface="Meiryo UI" panose="020B0604030504040204" pitchFamily="50" charset="-128"/>
                <a:ea typeface="Meiryo UI" panose="020B0604030504040204" pitchFamily="50" charset="-128"/>
              </a:rPr>
              <a:t>リンク</a:t>
            </a:r>
          </a:p>
        </p:txBody>
      </p:sp>
      <p:sp>
        <p:nvSpPr>
          <p:cNvPr id="15" name="正方形/長方形 14">
            <a:extLst>
              <a:ext uri="{FF2B5EF4-FFF2-40B4-BE49-F238E27FC236}">
                <a16:creationId xmlns:a16="http://schemas.microsoft.com/office/drawing/2014/main" id="{7AA4E020-A10F-5993-9B4C-174C4887A7E0}"/>
              </a:ext>
            </a:extLst>
          </p:cNvPr>
          <p:cNvSpPr/>
          <p:nvPr/>
        </p:nvSpPr>
        <p:spPr>
          <a:xfrm>
            <a:off x="7847215" y="5455042"/>
            <a:ext cx="3075709" cy="852855"/>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ja-JP" altLang="en-US" b="1" dirty="0">
                <a:latin typeface="Meiryo UI" panose="020B0604030504040204" pitchFamily="50" charset="-128"/>
                <a:ea typeface="Meiryo UI" panose="020B0604030504040204" pitchFamily="50" charset="-128"/>
              </a:rPr>
              <a:t>お問い合わせ</a:t>
            </a:r>
            <a:endParaRPr kumimoji="1" lang="ja-JP" altLang="en-US" b="1" dirty="0">
              <a:latin typeface="Meiryo UI" panose="020B0604030504040204" pitchFamily="50" charset="-128"/>
              <a:ea typeface="Meiryo UI" panose="020B0604030504040204" pitchFamily="50" charset="-128"/>
            </a:endParaRPr>
          </a:p>
        </p:txBody>
      </p:sp>
      <p:sp>
        <p:nvSpPr>
          <p:cNvPr id="16" name="正方形/長方形 15">
            <a:extLst>
              <a:ext uri="{FF2B5EF4-FFF2-40B4-BE49-F238E27FC236}">
                <a16:creationId xmlns:a16="http://schemas.microsoft.com/office/drawing/2014/main" id="{A132CC97-464E-AC7C-494A-B3A583343CBA}"/>
              </a:ext>
            </a:extLst>
          </p:cNvPr>
          <p:cNvSpPr/>
          <p:nvPr/>
        </p:nvSpPr>
        <p:spPr>
          <a:xfrm>
            <a:off x="4418213" y="3325722"/>
            <a:ext cx="3075709" cy="852855"/>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b="1" dirty="0">
                <a:latin typeface="Meiryo UI" panose="020B0604030504040204" pitchFamily="50" charset="-128"/>
                <a:ea typeface="Meiryo UI" panose="020B0604030504040204" pitchFamily="50" charset="-128"/>
              </a:rPr>
              <a:t>ジムカーナ部会</a:t>
            </a:r>
            <a:r>
              <a:rPr kumimoji="1" lang="en-US" altLang="ja-JP" b="1" dirty="0">
                <a:latin typeface="Meiryo UI" panose="020B0604030504040204" pitchFamily="50" charset="-128"/>
                <a:ea typeface="Meiryo UI" panose="020B0604030504040204" pitchFamily="50" charset="-128"/>
              </a:rPr>
              <a:t>HP</a:t>
            </a:r>
          </a:p>
          <a:p>
            <a:pPr algn="ctr"/>
            <a:r>
              <a:rPr lang="ja-JP" altLang="en-US" b="1" dirty="0">
                <a:latin typeface="Meiryo UI" panose="020B0604030504040204" pitchFamily="50" charset="-128"/>
                <a:ea typeface="Meiryo UI" panose="020B0604030504040204" pitchFamily="50" charset="-128"/>
              </a:rPr>
              <a:t>（オートテストはこちら）</a:t>
            </a:r>
            <a:endParaRPr kumimoji="1" lang="ja-JP" altLang="en-US" b="1" dirty="0">
              <a:latin typeface="Meiryo UI" panose="020B0604030504040204" pitchFamily="50" charset="-128"/>
              <a:ea typeface="Meiryo UI" panose="020B0604030504040204" pitchFamily="50" charset="-128"/>
            </a:endParaRPr>
          </a:p>
        </p:txBody>
      </p:sp>
      <p:sp>
        <p:nvSpPr>
          <p:cNvPr id="17" name="正方形/長方形 16">
            <a:extLst>
              <a:ext uri="{FF2B5EF4-FFF2-40B4-BE49-F238E27FC236}">
                <a16:creationId xmlns:a16="http://schemas.microsoft.com/office/drawing/2014/main" id="{2389B07E-17FD-6173-C8EA-BFEC9A1B858A}"/>
              </a:ext>
            </a:extLst>
          </p:cNvPr>
          <p:cNvSpPr/>
          <p:nvPr/>
        </p:nvSpPr>
        <p:spPr>
          <a:xfrm>
            <a:off x="4418213" y="4390382"/>
            <a:ext cx="3075709" cy="852855"/>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ja-JP" altLang="en-US" b="1" dirty="0">
                <a:latin typeface="Meiryo UI" panose="020B0604030504040204" pitchFamily="50" charset="-128"/>
                <a:ea typeface="Meiryo UI" panose="020B0604030504040204" pitchFamily="50" charset="-128"/>
              </a:rPr>
              <a:t>ダートトライアル部会</a:t>
            </a:r>
            <a:r>
              <a:rPr lang="en-US" altLang="ja-JP" b="1" dirty="0">
                <a:latin typeface="Meiryo UI" panose="020B0604030504040204" pitchFamily="50" charset="-128"/>
                <a:ea typeface="Meiryo UI" panose="020B0604030504040204" pitchFamily="50" charset="-128"/>
              </a:rPr>
              <a:t>HP</a:t>
            </a:r>
            <a:endParaRPr kumimoji="1" lang="ja-JP" altLang="en-US" b="1" dirty="0">
              <a:latin typeface="Meiryo UI" panose="020B0604030504040204" pitchFamily="50" charset="-128"/>
              <a:ea typeface="Meiryo UI" panose="020B0604030504040204" pitchFamily="50" charset="-128"/>
            </a:endParaRPr>
          </a:p>
        </p:txBody>
      </p:sp>
      <p:sp>
        <p:nvSpPr>
          <p:cNvPr id="18" name="正方形/長方形 17">
            <a:extLst>
              <a:ext uri="{FF2B5EF4-FFF2-40B4-BE49-F238E27FC236}">
                <a16:creationId xmlns:a16="http://schemas.microsoft.com/office/drawing/2014/main" id="{D77C6948-520D-0416-1B74-C0B1DC07980C}"/>
              </a:ext>
            </a:extLst>
          </p:cNvPr>
          <p:cNvSpPr/>
          <p:nvPr/>
        </p:nvSpPr>
        <p:spPr>
          <a:xfrm>
            <a:off x="4418213" y="5455042"/>
            <a:ext cx="3075709" cy="852855"/>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ja-JP" altLang="en-US" b="1" dirty="0">
                <a:latin typeface="Meiryo UI" panose="020B0604030504040204" pitchFamily="50" charset="-128"/>
                <a:ea typeface="Meiryo UI" panose="020B0604030504040204" pitchFamily="50" charset="-128"/>
              </a:rPr>
              <a:t>ラリー部会</a:t>
            </a:r>
            <a:r>
              <a:rPr lang="en-US" altLang="ja-JP" b="1" dirty="0">
                <a:latin typeface="Meiryo UI" panose="020B0604030504040204" pitchFamily="50" charset="-128"/>
                <a:ea typeface="Meiryo UI" panose="020B0604030504040204" pitchFamily="50" charset="-128"/>
              </a:rPr>
              <a:t>HP</a:t>
            </a:r>
            <a:endParaRPr kumimoji="1" lang="ja-JP" altLang="en-US" b="1" dirty="0">
              <a:latin typeface="Meiryo UI" panose="020B0604030504040204" pitchFamily="50" charset="-128"/>
              <a:ea typeface="Meiryo UI" panose="020B0604030504040204" pitchFamily="50" charset="-128"/>
            </a:endParaRPr>
          </a:p>
        </p:txBody>
      </p:sp>
      <p:sp>
        <p:nvSpPr>
          <p:cNvPr id="2" name="テキスト ボックス 1">
            <a:extLst>
              <a:ext uri="{FF2B5EF4-FFF2-40B4-BE49-F238E27FC236}">
                <a16:creationId xmlns:a16="http://schemas.microsoft.com/office/drawing/2014/main" id="{F275ADB1-BC37-267C-EFB8-F62DDE7ED45E}"/>
              </a:ext>
            </a:extLst>
          </p:cNvPr>
          <p:cNvSpPr txBox="1"/>
          <p:nvPr/>
        </p:nvSpPr>
        <p:spPr>
          <a:xfrm>
            <a:off x="689954" y="1025752"/>
            <a:ext cx="3848793" cy="646331"/>
          </a:xfrm>
          <a:prstGeom prst="rect">
            <a:avLst/>
          </a:prstGeom>
          <a:noFill/>
        </p:spPr>
        <p:txBody>
          <a:bodyPr wrap="square" rtlCol="0">
            <a:spAutoFit/>
          </a:bodyPr>
          <a:lstStyle/>
          <a:p>
            <a:pPr algn="ctr"/>
            <a:r>
              <a:rPr kumimoji="1" lang="ja-JP" altLang="en-US" sz="3600" dirty="0">
                <a:latin typeface="Meiryo UI" panose="020B0604030504040204" pitchFamily="50" charset="-128"/>
                <a:ea typeface="Meiryo UI" panose="020B0604030504040204" pitchFamily="50" charset="-128"/>
              </a:rPr>
              <a:t>ポータルイメージ</a:t>
            </a:r>
          </a:p>
        </p:txBody>
      </p:sp>
      <p:sp>
        <p:nvSpPr>
          <p:cNvPr id="19" name="テキスト ボックス 18">
            <a:extLst>
              <a:ext uri="{FF2B5EF4-FFF2-40B4-BE49-F238E27FC236}">
                <a16:creationId xmlns:a16="http://schemas.microsoft.com/office/drawing/2014/main" id="{375A17AF-5481-A590-CFB8-6458BA5547C6}"/>
              </a:ext>
            </a:extLst>
          </p:cNvPr>
          <p:cNvSpPr txBox="1"/>
          <p:nvPr/>
        </p:nvSpPr>
        <p:spPr>
          <a:xfrm>
            <a:off x="10803308" y="132393"/>
            <a:ext cx="1197595" cy="461665"/>
          </a:xfrm>
          <a:prstGeom prst="rect">
            <a:avLst/>
          </a:prstGeom>
          <a:noFill/>
        </p:spPr>
        <p:txBody>
          <a:bodyPr wrap="square" rtlCol="0">
            <a:spAutoFit/>
          </a:bodyPr>
          <a:lstStyle/>
          <a:p>
            <a:pPr algn="r"/>
            <a:r>
              <a:rPr kumimoji="1" lang="en-US" altLang="ja-JP" sz="2400" dirty="0"/>
              <a:t>3/14</a:t>
            </a:r>
            <a:endParaRPr kumimoji="1" lang="ja-JP" altLang="en-US" sz="2400" dirty="0"/>
          </a:p>
        </p:txBody>
      </p:sp>
    </p:spTree>
    <p:extLst>
      <p:ext uri="{BB962C8B-B14F-4D97-AF65-F5344CB8AC3E}">
        <p14:creationId xmlns:p14="http://schemas.microsoft.com/office/powerpoint/2010/main" val="2045781259"/>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B16DAC6-0839-A445-4ACC-C2FAD5E2AB8E}"/>
            </a:ext>
          </a:extLst>
        </p:cNvPr>
        <p:cNvGrpSpPr/>
        <p:nvPr/>
      </p:nvGrpSpPr>
      <p:grpSpPr>
        <a:xfrm>
          <a:off x="0" y="0"/>
          <a:ext cx="0" cy="0"/>
          <a:chOff x="0" y="0"/>
          <a:chExt cx="0" cy="0"/>
        </a:xfrm>
      </p:grpSpPr>
      <p:sp>
        <p:nvSpPr>
          <p:cNvPr id="6" name="テキスト ボックス 5">
            <a:extLst>
              <a:ext uri="{FF2B5EF4-FFF2-40B4-BE49-F238E27FC236}">
                <a16:creationId xmlns:a16="http://schemas.microsoft.com/office/drawing/2014/main" id="{8A5A4355-83AE-F31D-2B26-3AB54D9B4777}"/>
              </a:ext>
            </a:extLst>
          </p:cNvPr>
          <p:cNvSpPr txBox="1"/>
          <p:nvPr/>
        </p:nvSpPr>
        <p:spPr>
          <a:xfrm>
            <a:off x="224291" y="0"/>
            <a:ext cx="11488497" cy="646331"/>
          </a:xfrm>
          <a:prstGeom prst="rect">
            <a:avLst/>
          </a:prstGeom>
          <a:noFill/>
        </p:spPr>
        <p:txBody>
          <a:bodyPr wrap="square" rtlCol="0">
            <a:spAutoFit/>
          </a:bodyPr>
          <a:lstStyle/>
          <a:p>
            <a:r>
              <a:rPr lang="ja-JP" altLang="en-US" sz="3600" dirty="0">
                <a:latin typeface="Meiryo UI" panose="020B0604030504040204" pitchFamily="50" charset="-128"/>
                <a:ea typeface="Meiryo UI" panose="020B0604030504040204" pitchFamily="50" charset="-128"/>
              </a:rPr>
              <a:t>２．</a:t>
            </a:r>
            <a:r>
              <a:rPr lang="en-US" altLang="ja-JP" sz="3600" dirty="0">
                <a:latin typeface="Meiryo UI" panose="020B0604030504040204" pitchFamily="50" charset="-128"/>
                <a:ea typeface="Meiryo UI" panose="020B0604030504040204" pitchFamily="50" charset="-128"/>
              </a:rPr>
              <a:t>JMRC</a:t>
            </a:r>
            <a:r>
              <a:rPr lang="ja-JP" altLang="en-US" sz="3600" dirty="0">
                <a:latin typeface="Meiryo UI" panose="020B0604030504040204" pitchFamily="50" charset="-128"/>
                <a:ea typeface="Meiryo UI" panose="020B0604030504040204" pitchFamily="50" charset="-128"/>
              </a:rPr>
              <a:t>近畿事務局ポータル案</a:t>
            </a:r>
            <a:endParaRPr kumimoji="1" lang="ja-JP" altLang="en-US" sz="3600" dirty="0">
              <a:latin typeface="Meiryo UI" panose="020B0604030504040204" pitchFamily="50" charset="-128"/>
              <a:ea typeface="Meiryo UI" panose="020B0604030504040204" pitchFamily="50" charset="-128"/>
            </a:endParaRPr>
          </a:p>
        </p:txBody>
      </p:sp>
      <p:grpSp>
        <p:nvGrpSpPr>
          <p:cNvPr id="9" name="グループ化 8">
            <a:extLst>
              <a:ext uri="{FF2B5EF4-FFF2-40B4-BE49-F238E27FC236}">
                <a16:creationId xmlns:a16="http://schemas.microsoft.com/office/drawing/2014/main" id="{BE388040-621A-9D66-EA33-91F5CA4AB4C0}"/>
              </a:ext>
            </a:extLst>
          </p:cNvPr>
          <p:cNvGrpSpPr/>
          <p:nvPr/>
        </p:nvGrpSpPr>
        <p:grpSpPr>
          <a:xfrm>
            <a:off x="932824" y="989214"/>
            <a:ext cx="10326351" cy="5810596"/>
            <a:chOff x="1512916" y="1336151"/>
            <a:chExt cx="9355237" cy="5264154"/>
          </a:xfrm>
        </p:grpSpPr>
        <p:pic>
          <p:nvPicPr>
            <p:cNvPr id="5" name="図 4">
              <a:extLst>
                <a:ext uri="{FF2B5EF4-FFF2-40B4-BE49-F238E27FC236}">
                  <a16:creationId xmlns:a16="http://schemas.microsoft.com/office/drawing/2014/main" id="{DC2E64E0-A4FD-F9E8-0FA4-E4467AF1BDCA}"/>
                </a:ext>
              </a:extLst>
            </p:cNvPr>
            <p:cNvPicPr>
              <a:picLocks noChangeAspect="1"/>
            </p:cNvPicPr>
            <p:nvPr/>
          </p:nvPicPr>
          <p:blipFill>
            <a:blip r:embed="rId2"/>
            <a:stretch>
              <a:fillRect/>
            </a:stretch>
          </p:blipFill>
          <p:spPr>
            <a:xfrm>
              <a:off x="1512916" y="1336151"/>
              <a:ext cx="9355237" cy="5264154"/>
            </a:xfrm>
            <a:prstGeom prst="rect">
              <a:avLst/>
            </a:prstGeom>
            <a:ln>
              <a:solidFill>
                <a:schemeClr val="tx1"/>
              </a:solidFill>
            </a:ln>
          </p:spPr>
        </p:pic>
        <p:sp>
          <p:nvSpPr>
            <p:cNvPr id="7" name="正方形/長方形 6">
              <a:extLst>
                <a:ext uri="{FF2B5EF4-FFF2-40B4-BE49-F238E27FC236}">
                  <a16:creationId xmlns:a16="http://schemas.microsoft.com/office/drawing/2014/main" id="{DFF5B0BA-2DC8-08C1-3124-64AE26905288}"/>
                </a:ext>
              </a:extLst>
            </p:cNvPr>
            <p:cNvSpPr/>
            <p:nvPr/>
          </p:nvSpPr>
          <p:spPr>
            <a:xfrm>
              <a:off x="1512916" y="2053244"/>
              <a:ext cx="4854633" cy="274320"/>
            </a:xfrm>
            <a:prstGeom prst="rect">
              <a:avLst/>
            </a:prstGeom>
            <a:solidFill>
              <a:schemeClr val="tx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kumimoji="1" lang="en-US" altLang="ja-JP" sz="1400" dirty="0">
                  <a:latin typeface="Meiryo UI" panose="020B0604030504040204" pitchFamily="50" charset="-128"/>
                  <a:ea typeface="Meiryo UI" panose="020B0604030504040204" pitchFamily="50" charset="-128"/>
                </a:rPr>
                <a:t>JMRC</a:t>
              </a:r>
              <a:r>
                <a:rPr lang="ja-JP" altLang="en-US" sz="1400" dirty="0">
                  <a:latin typeface="Meiryo UI" panose="020B0604030504040204" pitchFamily="50" charset="-128"/>
                  <a:ea typeface="Meiryo UI" panose="020B0604030504040204" pitchFamily="50" charset="-128"/>
                </a:rPr>
                <a:t>近畿オンライン</a:t>
              </a:r>
              <a:r>
                <a:rPr kumimoji="1" lang="ja-JP" altLang="en-US" sz="1400" dirty="0">
                  <a:latin typeface="Meiryo UI" panose="020B0604030504040204" pitchFamily="50" charset="-128"/>
                  <a:ea typeface="Meiryo UI" panose="020B0604030504040204" pitchFamily="50" charset="-128"/>
                </a:rPr>
                <a:t>事務局（ポータル）</a:t>
              </a:r>
            </a:p>
          </p:txBody>
        </p:sp>
        <p:sp>
          <p:nvSpPr>
            <p:cNvPr id="8" name="正方形/長方形 7">
              <a:extLst>
                <a:ext uri="{FF2B5EF4-FFF2-40B4-BE49-F238E27FC236}">
                  <a16:creationId xmlns:a16="http://schemas.microsoft.com/office/drawing/2014/main" id="{87C60920-9A74-8D88-9312-2D3129439BB6}"/>
                </a:ext>
              </a:extLst>
            </p:cNvPr>
            <p:cNvSpPr/>
            <p:nvPr/>
          </p:nvSpPr>
          <p:spPr>
            <a:xfrm>
              <a:off x="1579418" y="2385753"/>
              <a:ext cx="9168938" cy="3898669"/>
            </a:xfrm>
            <a:prstGeom prst="rect">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dirty="0"/>
            </a:p>
          </p:txBody>
        </p:sp>
      </p:grpSp>
      <p:sp>
        <p:nvSpPr>
          <p:cNvPr id="10" name="正方形/長方形 9">
            <a:extLst>
              <a:ext uri="{FF2B5EF4-FFF2-40B4-BE49-F238E27FC236}">
                <a16:creationId xmlns:a16="http://schemas.microsoft.com/office/drawing/2014/main" id="{3B7FEDD1-8099-4989-2B35-C9A832FE1409}"/>
              </a:ext>
            </a:extLst>
          </p:cNvPr>
          <p:cNvSpPr/>
          <p:nvPr/>
        </p:nvSpPr>
        <p:spPr>
          <a:xfrm>
            <a:off x="1246909" y="2379064"/>
            <a:ext cx="2643447" cy="440574"/>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2000" b="1" u="sng" dirty="0">
                <a:solidFill>
                  <a:schemeClr val="tx1"/>
                </a:solidFill>
                <a:latin typeface="BIZ UDPゴシック" panose="020B0400000000000000" pitchFamily="50" charset="-128"/>
                <a:ea typeface="BIZ UDPゴシック" panose="020B0400000000000000" pitchFamily="50" charset="-128"/>
              </a:rPr>
              <a:t>正会員クラブメニュー</a:t>
            </a:r>
          </a:p>
        </p:txBody>
      </p:sp>
      <p:sp>
        <p:nvSpPr>
          <p:cNvPr id="2" name="正方形/長方形 1">
            <a:extLst>
              <a:ext uri="{FF2B5EF4-FFF2-40B4-BE49-F238E27FC236}">
                <a16:creationId xmlns:a16="http://schemas.microsoft.com/office/drawing/2014/main" id="{A724F86A-BC84-A2B0-3B66-911679C40AC9}"/>
              </a:ext>
            </a:extLst>
          </p:cNvPr>
          <p:cNvSpPr/>
          <p:nvPr/>
        </p:nvSpPr>
        <p:spPr>
          <a:xfrm>
            <a:off x="1163784" y="2883867"/>
            <a:ext cx="3151739" cy="588142"/>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1400" b="1" dirty="0"/>
              <a:t>正会員クラブ登録はこちらから</a:t>
            </a:r>
            <a:endParaRPr kumimoji="1" lang="en-US" altLang="ja-JP" sz="1400" b="1" dirty="0"/>
          </a:p>
          <a:p>
            <a:pPr algn="ctr"/>
            <a:r>
              <a:rPr lang="ja-JP" altLang="en-US" sz="1400" b="1" dirty="0"/>
              <a:t>（登録フォーム）</a:t>
            </a:r>
            <a:endParaRPr kumimoji="1" lang="ja-JP" altLang="en-US" sz="1400" b="1" dirty="0"/>
          </a:p>
        </p:txBody>
      </p:sp>
      <p:sp>
        <p:nvSpPr>
          <p:cNvPr id="19" name="正方形/長方形 18">
            <a:extLst>
              <a:ext uri="{FF2B5EF4-FFF2-40B4-BE49-F238E27FC236}">
                <a16:creationId xmlns:a16="http://schemas.microsoft.com/office/drawing/2014/main" id="{DEFF8590-6678-87D9-F81E-01362F8D7D28}"/>
              </a:ext>
            </a:extLst>
          </p:cNvPr>
          <p:cNvSpPr/>
          <p:nvPr/>
        </p:nvSpPr>
        <p:spPr>
          <a:xfrm>
            <a:off x="1163785" y="4318392"/>
            <a:ext cx="3151738" cy="588142"/>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1400" b="1" dirty="0"/>
              <a:t>ＪＡＦ公認競技保険・ＪＭＲＣ近畿見舞金給付関連</a:t>
            </a:r>
          </a:p>
        </p:txBody>
      </p:sp>
      <p:sp>
        <p:nvSpPr>
          <p:cNvPr id="20" name="正方形/長方形 19">
            <a:extLst>
              <a:ext uri="{FF2B5EF4-FFF2-40B4-BE49-F238E27FC236}">
                <a16:creationId xmlns:a16="http://schemas.microsoft.com/office/drawing/2014/main" id="{F9FA63E8-295B-21DD-8E24-5FF79D300762}"/>
              </a:ext>
            </a:extLst>
          </p:cNvPr>
          <p:cNvSpPr/>
          <p:nvPr/>
        </p:nvSpPr>
        <p:spPr>
          <a:xfrm>
            <a:off x="4447759" y="2437626"/>
            <a:ext cx="6367726" cy="3846796"/>
          </a:xfrm>
          <a:prstGeom prst="rect">
            <a:avLst/>
          </a:prstGeom>
          <a:noFill/>
          <a:ln w="19050"/>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ja-JP" altLang="en-US" b="1" dirty="0">
                <a:solidFill>
                  <a:schemeClr val="tx1"/>
                </a:solidFill>
                <a:latin typeface="BIZ UDPゴシック" panose="020B0400000000000000" pitchFamily="50" charset="-128"/>
                <a:ea typeface="BIZ UDPゴシック" panose="020B0400000000000000" pitchFamily="50" charset="-128"/>
              </a:rPr>
              <a:t>正会員クラブへのお知らせ</a:t>
            </a:r>
            <a:endParaRPr lang="en-US" altLang="ja-JP" b="1" dirty="0">
              <a:solidFill>
                <a:schemeClr val="tx1"/>
              </a:solidFill>
              <a:latin typeface="BIZ UDPゴシック" panose="020B0400000000000000" pitchFamily="50" charset="-128"/>
              <a:ea typeface="BIZ UDPゴシック" panose="020B0400000000000000" pitchFamily="50" charset="-128"/>
            </a:endParaRPr>
          </a:p>
          <a:p>
            <a:pPr algn="ctr"/>
            <a:endParaRPr kumimoji="1" lang="en-US" altLang="ja-JP" sz="1400" b="1" dirty="0"/>
          </a:p>
          <a:p>
            <a:pPr algn="ctr"/>
            <a:endParaRPr lang="en-US" altLang="ja-JP" sz="1400" b="1" dirty="0"/>
          </a:p>
          <a:p>
            <a:pPr algn="ctr"/>
            <a:endParaRPr kumimoji="1" lang="en-US" altLang="ja-JP" sz="1400" b="1" dirty="0"/>
          </a:p>
          <a:p>
            <a:pPr algn="ctr"/>
            <a:endParaRPr lang="en-US" altLang="ja-JP" sz="1400" b="1" dirty="0"/>
          </a:p>
          <a:p>
            <a:pPr algn="ctr"/>
            <a:endParaRPr kumimoji="1" lang="en-US" altLang="ja-JP" sz="1400" b="1" dirty="0"/>
          </a:p>
          <a:p>
            <a:pPr algn="ctr"/>
            <a:endParaRPr lang="en-US" altLang="ja-JP" sz="1400" b="1" dirty="0"/>
          </a:p>
          <a:p>
            <a:pPr algn="ctr"/>
            <a:endParaRPr kumimoji="1" lang="en-US" altLang="ja-JP" sz="1400" b="1" dirty="0"/>
          </a:p>
          <a:p>
            <a:pPr algn="ctr"/>
            <a:endParaRPr kumimoji="1" lang="en-US" altLang="ja-JP" sz="1400" b="1" dirty="0"/>
          </a:p>
          <a:p>
            <a:pPr algn="ctr"/>
            <a:endParaRPr lang="en-US" altLang="ja-JP" sz="1400" b="1" dirty="0"/>
          </a:p>
          <a:p>
            <a:pPr algn="ctr"/>
            <a:endParaRPr kumimoji="1" lang="en-US" altLang="ja-JP" sz="1400" b="1" dirty="0"/>
          </a:p>
          <a:p>
            <a:pPr algn="ctr"/>
            <a:endParaRPr lang="en-US" altLang="ja-JP" sz="1400" b="1" dirty="0"/>
          </a:p>
          <a:p>
            <a:pPr algn="ctr"/>
            <a:endParaRPr kumimoji="1" lang="en-US" altLang="ja-JP" sz="1400" b="1" dirty="0"/>
          </a:p>
          <a:p>
            <a:pPr algn="ctr"/>
            <a:endParaRPr lang="en-US" altLang="ja-JP" sz="1400" b="1" dirty="0"/>
          </a:p>
          <a:p>
            <a:pPr algn="ctr"/>
            <a:endParaRPr kumimoji="1" lang="en-US" altLang="ja-JP" sz="1400" b="1" dirty="0"/>
          </a:p>
          <a:p>
            <a:pPr algn="ctr"/>
            <a:endParaRPr kumimoji="1" lang="ja-JP" altLang="en-US" sz="1400" b="1" dirty="0"/>
          </a:p>
        </p:txBody>
      </p:sp>
      <p:sp>
        <p:nvSpPr>
          <p:cNvPr id="21" name="正方形/長方形 20">
            <a:extLst>
              <a:ext uri="{FF2B5EF4-FFF2-40B4-BE49-F238E27FC236}">
                <a16:creationId xmlns:a16="http://schemas.microsoft.com/office/drawing/2014/main" id="{423CB434-D926-2657-9E40-56B183D6D360}"/>
              </a:ext>
            </a:extLst>
          </p:cNvPr>
          <p:cNvSpPr/>
          <p:nvPr/>
        </p:nvSpPr>
        <p:spPr>
          <a:xfrm>
            <a:off x="1163785" y="5029307"/>
            <a:ext cx="3151740" cy="588142"/>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1400" b="1" dirty="0"/>
              <a:t>主催者向け、レンタル機器案内</a:t>
            </a:r>
          </a:p>
        </p:txBody>
      </p:sp>
      <p:sp>
        <p:nvSpPr>
          <p:cNvPr id="3" name="正方形/長方形 2">
            <a:extLst>
              <a:ext uri="{FF2B5EF4-FFF2-40B4-BE49-F238E27FC236}">
                <a16:creationId xmlns:a16="http://schemas.microsoft.com/office/drawing/2014/main" id="{8C22FE8F-FB38-EED4-CCC1-ACCBFEE942C7}"/>
              </a:ext>
            </a:extLst>
          </p:cNvPr>
          <p:cNvSpPr/>
          <p:nvPr/>
        </p:nvSpPr>
        <p:spPr>
          <a:xfrm>
            <a:off x="1163784" y="5740222"/>
            <a:ext cx="3151741" cy="588142"/>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ja-JP" altLang="en-US" sz="1400" b="1" dirty="0"/>
              <a:t>協議会会則・見舞金細則</a:t>
            </a:r>
            <a:endParaRPr lang="en-US" altLang="ja-JP" sz="1400" b="1" dirty="0"/>
          </a:p>
          <a:p>
            <a:pPr algn="ctr"/>
            <a:r>
              <a:rPr lang="ja-JP" altLang="en-US" sz="1400" b="1" dirty="0"/>
              <a:t>・登録クラブ</a:t>
            </a:r>
            <a:r>
              <a:rPr lang="en-US" altLang="ja-JP" sz="1400" b="1" dirty="0"/>
              <a:t>/</a:t>
            </a:r>
            <a:r>
              <a:rPr lang="ja-JP" altLang="en-US" sz="1400" b="1" dirty="0"/>
              <a:t>団体名簿</a:t>
            </a:r>
            <a:endParaRPr kumimoji="1" lang="ja-JP" altLang="en-US" sz="1400" b="1" dirty="0"/>
          </a:p>
        </p:txBody>
      </p:sp>
      <p:sp>
        <p:nvSpPr>
          <p:cNvPr id="4" name="テキスト ボックス 3">
            <a:extLst>
              <a:ext uri="{FF2B5EF4-FFF2-40B4-BE49-F238E27FC236}">
                <a16:creationId xmlns:a16="http://schemas.microsoft.com/office/drawing/2014/main" id="{790C6250-4B06-C86E-4491-0662A114104E}"/>
              </a:ext>
            </a:extLst>
          </p:cNvPr>
          <p:cNvSpPr txBox="1"/>
          <p:nvPr/>
        </p:nvSpPr>
        <p:spPr>
          <a:xfrm>
            <a:off x="689954" y="1025752"/>
            <a:ext cx="3848793" cy="646331"/>
          </a:xfrm>
          <a:prstGeom prst="rect">
            <a:avLst/>
          </a:prstGeom>
          <a:noFill/>
        </p:spPr>
        <p:txBody>
          <a:bodyPr wrap="square" rtlCol="0">
            <a:spAutoFit/>
          </a:bodyPr>
          <a:lstStyle/>
          <a:p>
            <a:pPr algn="ctr"/>
            <a:r>
              <a:rPr kumimoji="1" lang="ja-JP" altLang="en-US" sz="3600" dirty="0">
                <a:latin typeface="Meiryo UI" panose="020B0604030504040204" pitchFamily="50" charset="-128"/>
                <a:ea typeface="Meiryo UI" panose="020B0604030504040204" pitchFamily="50" charset="-128"/>
              </a:rPr>
              <a:t>ポータルイメージ</a:t>
            </a:r>
          </a:p>
        </p:txBody>
      </p:sp>
      <p:sp>
        <p:nvSpPr>
          <p:cNvPr id="11" name="正方形/長方形 10">
            <a:extLst>
              <a:ext uri="{FF2B5EF4-FFF2-40B4-BE49-F238E27FC236}">
                <a16:creationId xmlns:a16="http://schemas.microsoft.com/office/drawing/2014/main" id="{208C6F90-9DB4-07F2-578C-4112A1DF0607}"/>
              </a:ext>
            </a:extLst>
          </p:cNvPr>
          <p:cNvSpPr/>
          <p:nvPr/>
        </p:nvSpPr>
        <p:spPr>
          <a:xfrm>
            <a:off x="1163784" y="3607477"/>
            <a:ext cx="3151739" cy="588142"/>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ja-JP" altLang="en-US" sz="1400" b="1" dirty="0"/>
              <a:t>登録クラブ員一覧</a:t>
            </a:r>
            <a:r>
              <a:rPr lang="en-US" altLang="ja-JP" sz="1400" b="1" dirty="0"/>
              <a:t>/</a:t>
            </a:r>
            <a:r>
              <a:rPr lang="ja-JP" altLang="en-US" sz="1400" b="1" dirty="0"/>
              <a:t>スポ安登録</a:t>
            </a:r>
          </a:p>
        </p:txBody>
      </p:sp>
      <p:sp>
        <p:nvSpPr>
          <p:cNvPr id="12" name="テキスト ボックス 11">
            <a:extLst>
              <a:ext uri="{FF2B5EF4-FFF2-40B4-BE49-F238E27FC236}">
                <a16:creationId xmlns:a16="http://schemas.microsoft.com/office/drawing/2014/main" id="{7D97B2C5-781D-3898-315B-30AEBD367875}"/>
              </a:ext>
            </a:extLst>
          </p:cNvPr>
          <p:cNvSpPr txBox="1"/>
          <p:nvPr/>
        </p:nvSpPr>
        <p:spPr>
          <a:xfrm>
            <a:off x="10803308" y="132393"/>
            <a:ext cx="1197595" cy="461665"/>
          </a:xfrm>
          <a:prstGeom prst="rect">
            <a:avLst/>
          </a:prstGeom>
          <a:noFill/>
        </p:spPr>
        <p:txBody>
          <a:bodyPr wrap="square" rtlCol="0">
            <a:spAutoFit/>
          </a:bodyPr>
          <a:lstStyle/>
          <a:p>
            <a:pPr algn="r"/>
            <a:r>
              <a:rPr kumimoji="1" lang="en-US" altLang="ja-JP" sz="2400" dirty="0"/>
              <a:t>4/14</a:t>
            </a:r>
            <a:endParaRPr kumimoji="1" lang="ja-JP" altLang="en-US" sz="2400" dirty="0"/>
          </a:p>
        </p:txBody>
      </p:sp>
      <p:sp>
        <p:nvSpPr>
          <p:cNvPr id="15" name="吹き出し: 四角形 14">
            <a:extLst>
              <a:ext uri="{FF2B5EF4-FFF2-40B4-BE49-F238E27FC236}">
                <a16:creationId xmlns:a16="http://schemas.microsoft.com/office/drawing/2014/main" id="{9C31BB74-A550-829F-688B-06DF51D0DD5D}"/>
              </a:ext>
            </a:extLst>
          </p:cNvPr>
          <p:cNvSpPr/>
          <p:nvPr/>
        </p:nvSpPr>
        <p:spPr>
          <a:xfrm>
            <a:off x="6534259" y="1337845"/>
            <a:ext cx="3848793" cy="957709"/>
          </a:xfrm>
          <a:prstGeom prst="wedgeRectCallout">
            <a:avLst>
              <a:gd name="adj1" fmla="val -29863"/>
              <a:gd name="adj2" fmla="val 77053"/>
            </a:avLst>
          </a:prstGeom>
          <a:solidFill>
            <a:schemeClr val="bg1"/>
          </a:solidFill>
          <a:ln w="19050"/>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dirty="0">
                <a:solidFill>
                  <a:schemeClr val="tx1"/>
                </a:solidFill>
                <a:latin typeface="Meiryo UI" panose="020B0604030504040204" pitchFamily="50" charset="-128"/>
                <a:ea typeface="Meiryo UI" panose="020B0604030504040204" pitchFamily="50" charset="-128"/>
              </a:rPr>
              <a:t>■お知らせは事務局からの情報展開用</a:t>
            </a:r>
            <a:endParaRPr kumimoji="1" lang="en-US" altLang="ja-JP" dirty="0">
              <a:solidFill>
                <a:schemeClr val="tx1"/>
              </a:solidFill>
              <a:latin typeface="Meiryo UI" panose="020B0604030504040204" pitchFamily="50" charset="-128"/>
              <a:ea typeface="Meiryo UI" panose="020B0604030504040204" pitchFamily="50" charset="-128"/>
            </a:endParaRPr>
          </a:p>
          <a:p>
            <a:pPr algn="ctr"/>
            <a:r>
              <a:rPr lang="ja-JP" altLang="en-US" dirty="0">
                <a:solidFill>
                  <a:schemeClr val="tx1"/>
                </a:solidFill>
                <a:latin typeface="Meiryo UI" panose="020B0604030504040204" pitchFamily="50" charset="-128"/>
                <a:ea typeface="Meiryo UI" panose="020B0604030504040204" pitchFamily="50" charset="-128"/>
              </a:rPr>
              <a:t>■事務局登録者が書き込み可能</a:t>
            </a:r>
            <a:endParaRPr lang="en-US" altLang="ja-JP" dirty="0">
              <a:solidFill>
                <a:schemeClr val="tx1"/>
              </a:solidFill>
              <a:latin typeface="Meiryo UI" panose="020B0604030504040204" pitchFamily="50" charset="-128"/>
              <a:ea typeface="Meiryo UI" panose="020B0604030504040204" pitchFamily="50" charset="-128"/>
            </a:endParaRPr>
          </a:p>
        </p:txBody>
      </p:sp>
      <p:grpSp>
        <p:nvGrpSpPr>
          <p:cNvPr id="22" name="グループ化 21">
            <a:extLst>
              <a:ext uri="{FF2B5EF4-FFF2-40B4-BE49-F238E27FC236}">
                <a16:creationId xmlns:a16="http://schemas.microsoft.com/office/drawing/2014/main" id="{261F731B-CEC0-A255-0C9B-B55E948BB0DD}"/>
              </a:ext>
            </a:extLst>
          </p:cNvPr>
          <p:cNvGrpSpPr/>
          <p:nvPr/>
        </p:nvGrpSpPr>
        <p:grpSpPr>
          <a:xfrm>
            <a:off x="4510088" y="3142822"/>
            <a:ext cx="4355869" cy="2186248"/>
            <a:chOff x="4315526" y="3549607"/>
            <a:chExt cx="4355869" cy="2186248"/>
          </a:xfrm>
        </p:grpSpPr>
        <p:sp>
          <p:nvSpPr>
            <p:cNvPr id="23" name="吹き出し: 四角形 22">
              <a:extLst>
                <a:ext uri="{FF2B5EF4-FFF2-40B4-BE49-F238E27FC236}">
                  <a16:creationId xmlns:a16="http://schemas.microsoft.com/office/drawing/2014/main" id="{AFFF890D-CD7B-E8AE-296A-7CF3DF0A679C}"/>
                </a:ext>
              </a:extLst>
            </p:cNvPr>
            <p:cNvSpPr/>
            <p:nvPr/>
          </p:nvSpPr>
          <p:spPr>
            <a:xfrm>
              <a:off x="4315526" y="3549607"/>
              <a:ext cx="4355869" cy="2186248"/>
            </a:xfrm>
            <a:prstGeom prst="wedgeRectCallout">
              <a:avLst>
                <a:gd name="adj1" fmla="val -57474"/>
                <a:gd name="adj2" fmla="val -42443"/>
              </a:avLst>
            </a:prstGeom>
            <a:solidFill>
              <a:schemeClr val="bg1"/>
            </a:solidFill>
            <a:ln w="19050"/>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pic>
          <p:nvPicPr>
            <p:cNvPr id="24" name="図 23">
              <a:extLst>
                <a:ext uri="{FF2B5EF4-FFF2-40B4-BE49-F238E27FC236}">
                  <a16:creationId xmlns:a16="http://schemas.microsoft.com/office/drawing/2014/main" id="{977071A6-E6BE-48DC-F08F-215495896D4D}"/>
                </a:ext>
              </a:extLst>
            </p:cNvPr>
            <p:cNvPicPr>
              <a:picLocks noChangeAspect="1"/>
            </p:cNvPicPr>
            <p:nvPr/>
          </p:nvPicPr>
          <p:blipFill>
            <a:blip r:embed="rId3"/>
            <a:stretch>
              <a:fillRect/>
            </a:stretch>
          </p:blipFill>
          <p:spPr>
            <a:xfrm>
              <a:off x="4395882" y="3690497"/>
              <a:ext cx="4195156" cy="1904468"/>
            </a:xfrm>
            <a:prstGeom prst="rect">
              <a:avLst/>
            </a:prstGeom>
          </p:spPr>
        </p:pic>
      </p:grpSp>
      <p:sp>
        <p:nvSpPr>
          <p:cNvPr id="13" name="吹き出し: 四角形 12">
            <a:extLst>
              <a:ext uri="{FF2B5EF4-FFF2-40B4-BE49-F238E27FC236}">
                <a16:creationId xmlns:a16="http://schemas.microsoft.com/office/drawing/2014/main" id="{6C6B4418-D03A-DC23-4259-921215D8C8A1}"/>
              </a:ext>
            </a:extLst>
          </p:cNvPr>
          <p:cNvSpPr/>
          <p:nvPr/>
        </p:nvSpPr>
        <p:spPr>
          <a:xfrm>
            <a:off x="8902660" y="3130419"/>
            <a:ext cx="2578247" cy="2964087"/>
          </a:xfrm>
          <a:prstGeom prst="wedgeRectCallout">
            <a:avLst>
              <a:gd name="adj1" fmla="val -67434"/>
              <a:gd name="adj2" fmla="val -20542"/>
            </a:avLst>
          </a:prstGeom>
          <a:solidFill>
            <a:schemeClr val="bg1"/>
          </a:solidFill>
          <a:ln w="19050"/>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dirty="0">
                <a:solidFill>
                  <a:schemeClr val="tx1"/>
                </a:solidFill>
                <a:latin typeface="Meiryo UI" panose="020B0604030504040204" pitchFamily="50" charset="-128"/>
                <a:ea typeface="Meiryo UI" panose="020B0604030504040204" pitchFamily="50" charset="-128"/>
              </a:rPr>
              <a:t>■正会員クラブの登録は必要事項入力の後、正会員クラブ登録申請を行うと事務局が承認、公認、加盟、準加盟、賛助の各クラブコードを貸与する</a:t>
            </a:r>
            <a:endParaRPr kumimoji="1" lang="en-US" altLang="ja-JP" dirty="0">
              <a:solidFill>
                <a:schemeClr val="tx1"/>
              </a:solidFill>
              <a:latin typeface="Meiryo UI" panose="020B0604030504040204" pitchFamily="50" charset="-128"/>
              <a:ea typeface="Meiryo UI" panose="020B0604030504040204" pitchFamily="50" charset="-128"/>
            </a:endParaRPr>
          </a:p>
          <a:p>
            <a:pPr algn="ctr"/>
            <a:r>
              <a:rPr lang="ja-JP" altLang="en-US" dirty="0">
                <a:solidFill>
                  <a:schemeClr val="tx1"/>
                </a:solidFill>
                <a:latin typeface="Meiryo UI" panose="020B0604030504040204" pitchFamily="50" charset="-128"/>
                <a:ea typeface="Meiryo UI" panose="020B0604030504040204" pitchFamily="50" charset="-128"/>
              </a:rPr>
              <a:t>■クラブコードは</a:t>
            </a:r>
            <a:r>
              <a:rPr lang="en-US" altLang="ja-JP" dirty="0">
                <a:solidFill>
                  <a:schemeClr val="tx1"/>
                </a:solidFill>
                <a:latin typeface="Meiryo UI" panose="020B0604030504040204" pitchFamily="50" charset="-128"/>
                <a:ea typeface="Meiryo UI" panose="020B0604030504040204" pitchFamily="50" charset="-128"/>
              </a:rPr>
              <a:t>5</a:t>
            </a:r>
            <a:r>
              <a:rPr lang="ja-JP" altLang="en-US" dirty="0">
                <a:solidFill>
                  <a:schemeClr val="tx1"/>
                </a:solidFill>
                <a:latin typeface="Meiryo UI" panose="020B0604030504040204" pitchFamily="50" charset="-128"/>
                <a:ea typeface="Meiryo UI" panose="020B0604030504040204" pitchFamily="50" charset="-128"/>
              </a:rPr>
              <a:t>桁の数字は不変、</a:t>
            </a:r>
            <a:r>
              <a:rPr lang="en-US" altLang="ja-JP" dirty="0">
                <a:solidFill>
                  <a:schemeClr val="tx1"/>
                </a:solidFill>
                <a:latin typeface="Meiryo UI" panose="020B0604030504040204" pitchFamily="50" charset="-128"/>
                <a:ea typeface="Meiryo UI" panose="020B0604030504040204" pitchFamily="50" charset="-128"/>
              </a:rPr>
              <a:t>6</a:t>
            </a:r>
            <a:r>
              <a:rPr lang="ja-JP" altLang="en-US" dirty="0">
                <a:solidFill>
                  <a:schemeClr val="tx1"/>
                </a:solidFill>
                <a:latin typeface="Meiryo UI" panose="020B0604030504040204" pitchFamily="50" charset="-128"/>
                <a:ea typeface="Meiryo UI" panose="020B0604030504040204" pitchFamily="50" charset="-128"/>
              </a:rPr>
              <a:t>桁目（先頭）の数字が公認、加盟、準加盟、賛助かを表す</a:t>
            </a:r>
            <a:endParaRPr lang="en-US" altLang="ja-JP" dirty="0">
              <a:solidFill>
                <a:schemeClr val="tx1"/>
              </a:solidFill>
              <a:latin typeface="Meiryo UI" panose="020B0604030504040204" pitchFamily="50" charset="-128"/>
              <a:ea typeface="Meiryo UI" panose="020B0604030504040204" pitchFamily="50" charset="-128"/>
            </a:endParaRPr>
          </a:p>
        </p:txBody>
      </p:sp>
      <p:sp>
        <p:nvSpPr>
          <p:cNvPr id="16" name="吹き出し: 四角形 15">
            <a:extLst>
              <a:ext uri="{FF2B5EF4-FFF2-40B4-BE49-F238E27FC236}">
                <a16:creationId xmlns:a16="http://schemas.microsoft.com/office/drawing/2014/main" id="{F19DE5BE-3FBB-C8DE-79BC-3D759309C62A}"/>
              </a:ext>
            </a:extLst>
          </p:cNvPr>
          <p:cNvSpPr/>
          <p:nvPr/>
        </p:nvSpPr>
        <p:spPr>
          <a:xfrm>
            <a:off x="5068366" y="4698176"/>
            <a:ext cx="2707450" cy="1055401"/>
          </a:xfrm>
          <a:prstGeom prst="wedgeRectCallout">
            <a:avLst>
              <a:gd name="adj1" fmla="val -59451"/>
              <a:gd name="adj2" fmla="val -24480"/>
            </a:avLst>
          </a:prstGeom>
          <a:solidFill>
            <a:schemeClr val="bg1"/>
          </a:solidFill>
          <a:ln w="19050"/>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dirty="0">
                <a:solidFill>
                  <a:schemeClr val="tx1"/>
                </a:solidFill>
                <a:latin typeface="Meiryo UI" panose="020B0604030504040204" pitchFamily="50" charset="-128"/>
                <a:ea typeface="Meiryo UI" panose="020B0604030504040204" pitchFamily="50" charset="-128"/>
              </a:rPr>
              <a:t>■こちらのメニューは正会員クラブとして承認後に表示（閲覧制限）</a:t>
            </a:r>
            <a:endParaRPr lang="en-US" altLang="ja-JP" dirty="0">
              <a:solidFill>
                <a:schemeClr val="tx1"/>
              </a:solidFill>
              <a:latin typeface="Meiryo UI" panose="020B0604030504040204" pitchFamily="50" charset="-128"/>
              <a:ea typeface="Meiryo UI" panose="020B0604030504040204" pitchFamily="50" charset="-128"/>
            </a:endParaRPr>
          </a:p>
        </p:txBody>
      </p:sp>
      <p:sp>
        <p:nvSpPr>
          <p:cNvPr id="17" name="右中かっこ 16">
            <a:extLst>
              <a:ext uri="{FF2B5EF4-FFF2-40B4-BE49-F238E27FC236}">
                <a16:creationId xmlns:a16="http://schemas.microsoft.com/office/drawing/2014/main" id="{D0377737-9858-436E-85A0-DC0A088C26B3}"/>
              </a:ext>
            </a:extLst>
          </p:cNvPr>
          <p:cNvSpPr/>
          <p:nvPr/>
        </p:nvSpPr>
        <p:spPr>
          <a:xfrm>
            <a:off x="4447758" y="3607477"/>
            <a:ext cx="288389" cy="2720887"/>
          </a:xfrm>
          <a:prstGeom prst="rightBrace">
            <a:avLst>
              <a:gd name="adj1" fmla="val 58600"/>
              <a:gd name="adj2" fmla="val 50000"/>
            </a:avLst>
          </a:prstGeom>
          <a:ln w="44450">
            <a:solidFill>
              <a:schemeClr val="tx1"/>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kumimoji="1" lang="ja-JP" altLang="en-US"/>
          </a:p>
        </p:txBody>
      </p:sp>
    </p:spTree>
    <p:extLst>
      <p:ext uri="{BB962C8B-B14F-4D97-AF65-F5344CB8AC3E}">
        <p14:creationId xmlns:p14="http://schemas.microsoft.com/office/powerpoint/2010/main" val="2470448019"/>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6CC2725-26CE-9401-7006-76C09AB007FA}"/>
            </a:ext>
          </a:extLst>
        </p:cNvPr>
        <p:cNvGrpSpPr/>
        <p:nvPr/>
      </p:nvGrpSpPr>
      <p:grpSpPr>
        <a:xfrm>
          <a:off x="0" y="0"/>
          <a:ext cx="0" cy="0"/>
          <a:chOff x="0" y="0"/>
          <a:chExt cx="0" cy="0"/>
        </a:xfrm>
      </p:grpSpPr>
      <p:sp>
        <p:nvSpPr>
          <p:cNvPr id="6" name="テキスト ボックス 5">
            <a:extLst>
              <a:ext uri="{FF2B5EF4-FFF2-40B4-BE49-F238E27FC236}">
                <a16:creationId xmlns:a16="http://schemas.microsoft.com/office/drawing/2014/main" id="{EF9F54FE-8771-9517-39D8-82503E665429}"/>
              </a:ext>
            </a:extLst>
          </p:cNvPr>
          <p:cNvSpPr txBox="1"/>
          <p:nvPr/>
        </p:nvSpPr>
        <p:spPr>
          <a:xfrm>
            <a:off x="224291" y="0"/>
            <a:ext cx="11488497" cy="646331"/>
          </a:xfrm>
          <a:prstGeom prst="rect">
            <a:avLst/>
          </a:prstGeom>
          <a:noFill/>
        </p:spPr>
        <p:txBody>
          <a:bodyPr wrap="square" rtlCol="0">
            <a:spAutoFit/>
          </a:bodyPr>
          <a:lstStyle/>
          <a:p>
            <a:r>
              <a:rPr lang="ja-JP" altLang="en-US" sz="3600" dirty="0">
                <a:latin typeface="Meiryo UI" panose="020B0604030504040204" pitchFamily="50" charset="-128"/>
                <a:ea typeface="Meiryo UI" panose="020B0604030504040204" pitchFamily="50" charset="-128"/>
              </a:rPr>
              <a:t>２．</a:t>
            </a:r>
            <a:r>
              <a:rPr lang="en-US" altLang="ja-JP" sz="3600" dirty="0">
                <a:latin typeface="Meiryo UI" panose="020B0604030504040204" pitchFamily="50" charset="-128"/>
                <a:ea typeface="Meiryo UI" panose="020B0604030504040204" pitchFamily="50" charset="-128"/>
              </a:rPr>
              <a:t>JMRC</a:t>
            </a:r>
            <a:r>
              <a:rPr lang="ja-JP" altLang="en-US" sz="3600" dirty="0">
                <a:latin typeface="Meiryo UI" panose="020B0604030504040204" pitchFamily="50" charset="-128"/>
                <a:ea typeface="Meiryo UI" panose="020B0604030504040204" pitchFamily="50" charset="-128"/>
              </a:rPr>
              <a:t>近畿事務局ポータル案</a:t>
            </a:r>
            <a:endParaRPr kumimoji="1" lang="ja-JP" altLang="en-US" sz="3600" dirty="0">
              <a:latin typeface="Meiryo UI" panose="020B0604030504040204" pitchFamily="50" charset="-128"/>
              <a:ea typeface="Meiryo UI" panose="020B0604030504040204" pitchFamily="50" charset="-128"/>
            </a:endParaRPr>
          </a:p>
        </p:txBody>
      </p:sp>
      <p:grpSp>
        <p:nvGrpSpPr>
          <p:cNvPr id="9" name="グループ化 8">
            <a:extLst>
              <a:ext uri="{FF2B5EF4-FFF2-40B4-BE49-F238E27FC236}">
                <a16:creationId xmlns:a16="http://schemas.microsoft.com/office/drawing/2014/main" id="{3A294415-010D-5E89-6F8E-4F5B1CE03266}"/>
              </a:ext>
            </a:extLst>
          </p:cNvPr>
          <p:cNvGrpSpPr/>
          <p:nvPr/>
        </p:nvGrpSpPr>
        <p:grpSpPr>
          <a:xfrm>
            <a:off x="932824" y="989214"/>
            <a:ext cx="10326351" cy="5810596"/>
            <a:chOff x="1512916" y="1336151"/>
            <a:chExt cx="9355237" cy="5264154"/>
          </a:xfrm>
        </p:grpSpPr>
        <p:pic>
          <p:nvPicPr>
            <p:cNvPr id="5" name="図 4">
              <a:extLst>
                <a:ext uri="{FF2B5EF4-FFF2-40B4-BE49-F238E27FC236}">
                  <a16:creationId xmlns:a16="http://schemas.microsoft.com/office/drawing/2014/main" id="{09381550-1170-BB38-ECBB-7981B85CD7B4}"/>
                </a:ext>
              </a:extLst>
            </p:cNvPr>
            <p:cNvPicPr>
              <a:picLocks noChangeAspect="1"/>
            </p:cNvPicPr>
            <p:nvPr/>
          </p:nvPicPr>
          <p:blipFill>
            <a:blip r:embed="rId2"/>
            <a:stretch>
              <a:fillRect/>
            </a:stretch>
          </p:blipFill>
          <p:spPr>
            <a:xfrm>
              <a:off x="1512916" y="1336151"/>
              <a:ext cx="9355237" cy="5264154"/>
            </a:xfrm>
            <a:prstGeom prst="rect">
              <a:avLst/>
            </a:prstGeom>
            <a:ln>
              <a:solidFill>
                <a:schemeClr val="tx1"/>
              </a:solidFill>
            </a:ln>
          </p:spPr>
        </p:pic>
        <p:sp>
          <p:nvSpPr>
            <p:cNvPr id="7" name="正方形/長方形 6">
              <a:extLst>
                <a:ext uri="{FF2B5EF4-FFF2-40B4-BE49-F238E27FC236}">
                  <a16:creationId xmlns:a16="http://schemas.microsoft.com/office/drawing/2014/main" id="{0558A1F5-BC68-5084-D3FC-C7E94B42DFCC}"/>
                </a:ext>
              </a:extLst>
            </p:cNvPr>
            <p:cNvSpPr/>
            <p:nvPr/>
          </p:nvSpPr>
          <p:spPr>
            <a:xfrm>
              <a:off x="1512916" y="2053244"/>
              <a:ext cx="4854633" cy="274320"/>
            </a:xfrm>
            <a:prstGeom prst="rect">
              <a:avLst/>
            </a:prstGeom>
            <a:solidFill>
              <a:schemeClr val="tx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kumimoji="1" lang="en-US" altLang="ja-JP" sz="1400" dirty="0">
                  <a:latin typeface="Meiryo UI" panose="020B0604030504040204" pitchFamily="50" charset="-128"/>
                  <a:ea typeface="Meiryo UI" panose="020B0604030504040204" pitchFamily="50" charset="-128"/>
                </a:rPr>
                <a:t>JMRC</a:t>
              </a:r>
              <a:r>
                <a:rPr lang="ja-JP" altLang="en-US" sz="1400" dirty="0">
                  <a:latin typeface="Meiryo UI" panose="020B0604030504040204" pitchFamily="50" charset="-128"/>
                  <a:ea typeface="Meiryo UI" panose="020B0604030504040204" pitchFamily="50" charset="-128"/>
                </a:rPr>
                <a:t>近畿オンライン</a:t>
              </a:r>
              <a:r>
                <a:rPr kumimoji="1" lang="ja-JP" altLang="en-US" sz="1400" dirty="0">
                  <a:latin typeface="Meiryo UI" panose="020B0604030504040204" pitchFamily="50" charset="-128"/>
                  <a:ea typeface="Meiryo UI" panose="020B0604030504040204" pitchFamily="50" charset="-128"/>
                </a:rPr>
                <a:t>事務局（ポータル）</a:t>
              </a:r>
            </a:p>
          </p:txBody>
        </p:sp>
        <p:sp>
          <p:nvSpPr>
            <p:cNvPr id="8" name="正方形/長方形 7">
              <a:extLst>
                <a:ext uri="{FF2B5EF4-FFF2-40B4-BE49-F238E27FC236}">
                  <a16:creationId xmlns:a16="http://schemas.microsoft.com/office/drawing/2014/main" id="{34CF12B1-D31E-9A67-A781-23DB80F298AA}"/>
                </a:ext>
              </a:extLst>
            </p:cNvPr>
            <p:cNvSpPr/>
            <p:nvPr/>
          </p:nvSpPr>
          <p:spPr>
            <a:xfrm>
              <a:off x="1579418" y="2385753"/>
              <a:ext cx="9168938" cy="3898669"/>
            </a:xfrm>
            <a:prstGeom prst="rect">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dirty="0"/>
            </a:p>
          </p:txBody>
        </p:sp>
      </p:grpSp>
      <p:sp>
        <p:nvSpPr>
          <p:cNvPr id="10" name="正方形/長方形 9">
            <a:extLst>
              <a:ext uri="{FF2B5EF4-FFF2-40B4-BE49-F238E27FC236}">
                <a16:creationId xmlns:a16="http://schemas.microsoft.com/office/drawing/2014/main" id="{B2F58FB0-A144-84CD-BB36-77610994D173}"/>
              </a:ext>
            </a:extLst>
          </p:cNvPr>
          <p:cNvSpPr/>
          <p:nvPr/>
        </p:nvSpPr>
        <p:spPr>
          <a:xfrm>
            <a:off x="1006229" y="2310643"/>
            <a:ext cx="3200850" cy="440574"/>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ja-JP" altLang="en-US" sz="2000" b="1" u="sng" dirty="0">
                <a:solidFill>
                  <a:schemeClr val="tx1"/>
                </a:solidFill>
                <a:latin typeface="BIZ UDPゴシック" panose="020B0400000000000000" pitchFamily="50" charset="-128"/>
                <a:ea typeface="BIZ UDPゴシック" panose="020B0400000000000000" pitchFamily="50" charset="-128"/>
              </a:rPr>
              <a:t>個人会員メニュー</a:t>
            </a:r>
            <a:endParaRPr kumimoji="1" lang="ja-JP" altLang="en-US" sz="2000" b="1" u="sng" dirty="0">
              <a:solidFill>
                <a:schemeClr val="tx1"/>
              </a:solidFill>
              <a:latin typeface="BIZ UDPゴシック" panose="020B0400000000000000" pitchFamily="50" charset="-128"/>
              <a:ea typeface="BIZ UDPゴシック" panose="020B0400000000000000" pitchFamily="50" charset="-128"/>
            </a:endParaRPr>
          </a:p>
        </p:txBody>
      </p:sp>
      <p:sp>
        <p:nvSpPr>
          <p:cNvPr id="2" name="正方形/長方形 1">
            <a:extLst>
              <a:ext uri="{FF2B5EF4-FFF2-40B4-BE49-F238E27FC236}">
                <a16:creationId xmlns:a16="http://schemas.microsoft.com/office/drawing/2014/main" id="{4A3BD4C0-B109-BF36-77DA-85B9B9204E6C}"/>
              </a:ext>
            </a:extLst>
          </p:cNvPr>
          <p:cNvSpPr/>
          <p:nvPr/>
        </p:nvSpPr>
        <p:spPr>
          <a:xfrm>
            <a:off x="1162340" y="2939096"/>
            <a:ext cx="2851262" cy="588142"/>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ja-JP" altLang="en-US" sz="1400" b="1" dirty="0"/>
              <a:t>個人会員</a:t>
            </a:r>
            <a:r>
              <a:rPr kumimoji="1" lang="ja-JP" altLang="en-US" sz="1400" b="1" dirty="0"/>
              <a:t>登録はこちら</a:t>
            </a:r>
            <a:endParaRPr kumimoji="1" lang="en-US" altLang="ja-JP" sz="1400" b="1" dirty="0"/>
          </a:p>
          <a:p>
            <a:pPr algn="ctr"/>
            <a:r>
              <a:rPr lang="ja-JP" altLang="en-US" sz="1400" b="1" dirty="0"/>
              <a:t>（登録フォーム）</a:t>
            </a:r>
            <a:endParaRPr kumimoji="1" lang="ja-JP" altLang="en-US" sz="1400" b="1" dirty="0"/>
          </a:p>
        </p:txBody>
      </p:sp>
      <p:sp>
        <p:nvSpPr>
          <p:cNvPr id="20" name="正方形/長方形 19">
            <a:extLst>
              <a:ext uri="{FF2B5EF4-FFF2-40B4-BE49-F238E27FC236}">
                <a16:creationId xmlns:a16="http://schemas.microsoft.com/office/drawing/2014/main" id="{2882DBB0-5690-1FD4-14B0-EBD1E3FC040C}"/>
              </a:ext>
            </a:extLst>
          </p:cNvPr>
          <p:cNvSpPr/>
          <p:nvPr/>
        </p:nvSpPr>
        <p:spPr>
          <a:xfrm>
            <a:off x="4447759" y="2437626"/>
            <a:ext cx="6367726" cy="3846796"/>
          </a:xfrm>
          <a:prstGeom prst="rect">
            <a:avLst/>
          </a:prstGeom>
          <a:noFill/>
          <a:ln w="19050"/>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ja-JP" altLang="en-US" b="1" dirty="0">
                <a:solidFill>
                  <a:schemeClr val="tx1"/>
                </a:solidFill>
                <a:latin typeface="BIZ UDPゴシック" panose="020B0400000000000000" pitchFamily="50" charset="-128"/>
                <a:ea typeface="BIZ UDPゴシック" panose="020B0400000000000000" pitchFamily="50" charset="-128"/>
              </a:rPr>
              <a:t>個人会員へのお知らせ</a:t>
            </a:r>
            <a:endParaRPr lang="en-US" altLang="ja-JP" b="1" dirty="0">
              <a:solidFill>
                <a:schemeClr val="tx1"/>
              </a:solidFill>
              <a:latin typeface="BIZ UDPゴシック" panose="020B0400000000000000" pitchFamily="50" charset="-128"/>
              <a:ea typeface="BIZ UDPゴシック" panose="020B0400000000000000" pitchFamily="50" charset="-128"/>
            </a:endParaRPr>
          </a:p>
          <a:p>
            <a:pPr algn="ctr"/>
            <a:endParaRPr kumimoji="1" lang="en-US" altLang="ja-JP" sz="1400" b="1" dirty="0"/>
          </a:p>
          <a:p>
            <a:pPr algn="ctr"/>
            <a:endParaRPr lang="en-US" altLang="ja-JP" sz="1400" b="1" dirty="0"/>
          </a:p>
          <a:p>
            <a:pPr algn="ctr"/>
            <a:endParaRPr kumimoji="1" lang="en-US" altLang="ja-JP" sz="1400" b="1" dirty="0"/>
          </a:p>
          <a:p>
            <a:pPr algn="ctr"/>
            <a:endParaRPr lang="en-US" altLang="ja-JP" sz="1400" b="1" dirty="0"/>
          </a:p>
          <a:p>
            <a:pPr algn="ctr"/>
            <a:endParaRPr kumimoji="1" lang="en-US" altLang="ja-JP" sz="1400" b="1" dirty="0"/>
          </a:p>
          <a:p>
            <a:pPr algn="ctr"/>
            <a:endParaRPr lang="en-US" altLang="ja-JP" sz="1400" b="1" dirty="0"/>
          </a:p>
          <a:p>
            <a:pPr algn="ctr"/>
            <a:endParaRPr kumimoji="1" lang="en-US" altLang="ja-JP" sz="1400" b="1" dirty="0"/>
          </a:p>
          <a:p>
            <a:pPr algn="ctr"/>
            <a:endParaRPr kumimoji="1" lang="en-US" altLang="ja-JP" sz="1400" b="1" dirty="0"/>
          </a:p>
          <a:p>
            <a:pPr algn="ctr"/>
            <a:endParaRPr lang="en-US" altLang="ja-JP" sz="1400" b="1" dirty="0"/>
          </a:p>
          <a:p>
            <a:pPr algn="ctr"/>
            <a:endParaRPr kumimoji="1" lang="en-US" altLang="ja-JP" sz="1400" b="1" dirty="0"/>
          </a:p>
          <a:p>
            <a:pPr algn="ctr"/>
            <a:endParaRPr lang="en-US" altLang="ja-JP" sz="1400" b="1" dirty="0"/>
          </a:p>
          <a:p>
            <a:pPr algn="ctr"/>
            <a:endParaRPr kumimoji="1" lang="en-US" altLang="ja-JP" sz="1400" b="1" dirty="0"/>
          </a:p>
          <a:p>
            <a:pPr algn="ctr"/>
            <a:endParaRPr lang="en-US" altLang="ja-JP" sz="1400" b="1" dirty="0"/>
          </a:p>
          <a:p>
            <a:pPr algn="ctr"/>
            <a:endParaRPr kumimoji="1" lang="en-US" altLang="ja-JP" sz="1400" b="1" dirty="0"/>
          </a:p>
          <a:p>
            <a:pPr algn="ctr"/>
            <a:endParaRPr kumimoji="1" lang="ja-JP" altLang="en-US" sz="1400" b="1" dirty="0"/>
          </a:p>
        </p:txBody>
      </p:sp>
      <p:sp>
        <p:nvSpPr>
          <p:cNvPr id="21" name="正方形/長方形 20">
            <a:extLst>
              <a:ext uri="{FF2B5EF4-FFF2-40B4-BE49-F238E27FC236}">
                <a16:creationId xmlns:a16="http://schemas.microsoft.com/office/drawing/2014/main" id="{85635979-B655-2806-460F-E64A6CDCD989}"/>
              </a:ext>
            </a:extLst>
          </p:cNvPr>
          <p:cNvSpPr/>
          <p:nvPr/>
        </p:nvSpPr>
        <p:spPr>
          <a:xfrm>
            <a:off x="1162340" y="5029307"/>
            <a:ext cx="2851262" cy="588142"/>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en-US" altLang="ja-JP" sz="1400" b="1" dirty="0"/>
              <a:t>General</a:t>
            </a:r>
            <a:r>
              <a:rPr kumimoji="1" lang="ja-JP" altLang="en-US" sz="1400" b="1" dirty="0"/>
              <a:t>会員メニュー</a:t>
            </a:r>
          </a:p>
        </p:txBody>
      </p:sp>
      <p:grpSp>
        <p:nvGrpSpPr>
          <p:cNvPr id="13" name="グループ化 12">
            <a:extLst>
              <a:ext uri="{FF2B5EF4-FFF2-40B4-BE49-F238E27FC236}">
                <a16:creationId xmlns:a16="http://schemas.microsoft.com/office/drawing/2014/main" id="{2DE4D906-311B-9DCB-180E-65C7D1F04730}"/>
              </a:ext>
            </a:extLst>
          </p:cNvPr>
          <p:cNvGrpSpPr/>
          <p:nvPr/>
        </p:nvGrpSpPr>
        <p:grpSpPr>
          <a:xfrm>
            <a:off x="4325059" y="3267900"/>
            <a:ext cx="4355869" cy="2186248"/>
            <a:chOff x="4315526" y="3549607"/>
            <a:chExt cx="4355869" cy="2186248"/>
          </a:xfrm>
        </p:grpSpPr>
        <p:sp>
          <p:nvSpPr>
            <p:cNvPr id="11" name="吹き出し: 四角形 10">
              <a:extLst>
                <a:ext uri="{FF2B5EF4-FFF2-40B4-BE49-F238E27FC236}">
                  <a16:creationId xmlns:a16="http://schemas.microsoft.com/office/drawing/2014/main" id="{230F41D6-4060-6601-8A27-66AF60A378ED}"/>
                </a:ext>
              </a:extLst>
            </p:cNvPr>
            <p:cNvSpPr/>
            <p:nvPr/>
          </p:nvSpPr>
          <p:spPr>
            <a:xfrm>
              <a:off x="4315526" y="3549607"/>
              <a:ext cx="4355869" cy="2186248"/>
            </a:xfrm>
            <a:prstGeom prst="wedgeRectCallout">
              <a:avLst>
                <a:gd name="adj1" fmla="val -57474"/>
                <a:gd name="adj2" fmla="val -42443"/>
              </a:avLst>
            </a:prstGeom>
            <a:solidFill>
              <a:schemeClr val="bg1"/>
            </a:solidFill>
            <a:ln w="19050"/>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pic>
          <p:nvPicPr>
            <p:cNvPr id="4" name="図 3">
              <a:extLst>
                <a:ext uri="{FF2B5EF4-FFF2-40B4-BE49-F238E27FC236}">
                  <a16:creationId xmlns:a16="http://schemas.microsoft.com/office/drawing/2014/main" id="{941AEC0E-77B6-3EDC-05DC-58BE9AE555F2}"/>
                </a:ext>
              </a:extLst>
            </p:cNvPr>
            <p:cNvPicPr>
              <a:picLocks noChangeAspect="1"/>
            </p:cNvPicPr>
            <p:nvPr/>
          </p:nvPicPr>
          <p:blipFill>
            <a:blip r:embed="rId3"/>
            <a:stretch>
              <a:fillRect/>
            </a:stretch>
          </p:blipFill>
          <p:spPr>
            <a:xfrm>
              <a:off x="4395882" y="3690497"/>
              <a:ext cx="4195156" cy="1904468"/>
            </a:xfrm>
            <a:prstGeom prst="rect">
              <a:avLst/>
            </a:prstGeom>
          </p:spPr>
        </p:pic>
      </p:grpSp>
      <p:sp>
        <p:nvSpPr>
          <p:cNvPr id="3" name="正方形/長方形 2">
            <a:extLst>
              <a:ext uri="{FF2B5EF4-FFF2-40B4-BE49-F238E27FC236}">
                <a16:creationId xmlns:a16="http://schemas.microsoft.com/office/drawing/2014/main" id="{F3BBB777-4A7E-4857-3825-151233C3D6E5}"/>
              </a:ext>
            </a:extLst>
          </p:cNvPr>
          <p:cNvSpPr/>
          <p:nvPr/>
        </p:nvSpPr>
        <p:spPr>
          <a:xfrm>
            <a:off x="1162340" y="4327070"/>
            <a:ext cx="2851262" cy="588142"/>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1400" b="1"/>
              <a:t>イベントカレンダー</a:t>
            </a:r>
            <a:endParaRPr kumimoji="1" lang="ja-JP" altLang="en-US" sz="1400" b="1" dirty="0"/>
          </a:p>
        </p:txBody>
      </p:sp>
      <p:sp>
        <p:nvSpPr>
          <p:cNvPr id="12" name="正方形/長方形 11">
            <a:extLst>
              <a:ext uri="{FF2B5EF4-FFF2-40B4-BE49-F238E27FC236}">
                <a16:creationId xmlns:a16="http://schemas.microsoft.com/office/drawing/2014/main" id="{10A4664D-61F5-1774-7726-C1735A6D9DA9}"/>
              </a:ext>
            </a:extLst>
          </p:cNvPr>
          <p:cNvSpPr/>
          <p:nvPr/>
        </p:nvSpPr>
        <p:spPr>
          <a:xfrm>
            <a:off x="1163785" y="5740222"/>
            <a:ext cx="2851262" cy="588142"/>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en-US" altLang="ja-JP" sz="1400" b="1" dirty="0"/>
              <a:t>Temporary</a:t>
            </a:r>
            <a:r>
              <a:rPr kumimoji="1" lang="ja-JP" altLang="en-US" sz="1400" b="1" dirty="0"/>
              <a:t>会員メニュー</a:t>
            </a:r>
          </a:p>
        </p:txBody>
      </p:sp>
      <p:sp>
        <p:nvSpPr>
          <p:cNvPr id="14" name="正方形/長方形 13">
            <a:extLst>
              <a:ext uri="{FF2B5EF4-FFF2-40B4-BE49-F238E27FC236}">
                <a16:creationId xmlns:a16="http://schemas.microsoft.com/office/drawing/2014/main" id="{53D79691-B5EB-73AA-B814-058C8C99FAE8}"/>
              </a:ext>
            </a:extLst>
          </p:cNvPr>
          <p:cNvSpPr/>
          <p:nvPr/>
        </p:nvSpPr>
        <p:spPr>
          <a:xfrm>
            <a:off x="1162340" y="3624833"/>
            <a:ext cx="2851262" cy="588142"/>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ja-JP" altLang="en-US" sz="1400" b="1" dirty="0"/>
              <a:t>登録情報確認</a:t>
            </a:r>
            <a:endParaRPr lang="en-US" altLang="ja-JP" sz="1400" b="1" dirty="0"/>
          </a:p>
          <a:p>
            <a:pPr algn="ctr"/>
            <a:r>
              <a:rPr lang="ja-JP" altLang="en-US" sz="1400" b="1" dirty="0"/>
              <a:t>（登録内容の修正はこちらから）</a:t>
            </a:r>
          </a:p>
        </p:txBody>
      </p:sp>
      <p:sp>
        <p:nvSpPr>
          <p:cNvPr id="16" name="テキスト ボックス 15">
            <a:extLst>
              <a:ext uri="{FF2B5EF4-FFF2-40B4-BE49-F238E27FC236}">
                <a16:creationId xmlns:a16="http://schemas.microsoft.com/office/drawing/2014/main" id="{E0902DDD-900D-F29A-3CEF-3C6A4944931C}"/>
              </a:ext>
            </a:extLst>
          </p:cNvPr>
          <p:cNvSpPr txBox="1"/>
          <p:nvPr/>
        </p:nvSpPr>
        <p:spPr>
          <a:xfrm>
            <a:off x="689954" y="1025752"/>
            <a:ext cx="3848793" cy="646331"/>
          </a:xfrm>
          <a:prstGeom prst="rect">
            <a:avLst/>
          </a:prstGeom>
          <a:noFill/>
        </p:spPr>
        <p:txBody>
          <a:bodyPr wrap="square" rtlCol="0">
            <a:spAutoFit/>
          </a:bodyPr>
          <a:lstStyle/>
          <a:p>
            <a:pPr algn="ctr"/>
            <a:r>
              <a:rPr kumimoji="1" lang="ja-JP" altLang="en-US" sz="3600" dirty="0">
                <a:latin typeface="Meiryo UI" panose="020B0604030504040204" pitchFamily="50" charset="-128"/>
                <a:ea typeface="Meiryo UI" panose="020B0604030504040204" pitchFamily="50" charset="-128"/>
              </a:rPr>
              <a:t>ポータルイメージ</a:t>
            </a:r>
          </a:p>
        </p:txBody>
      </p:sp>
      <p:sp>
        <p:nvSpPr>
          <p:cNvPr id="15" name="テキスト ボックス 14">
            <a:extLst>
              <a:ext uri="{FF2B5EF4-FFF2-40B4-BE49-F238E27FC236}">
                <a16:creationId xmlns:a16="http://schemas.microsoft.com/office/drawing/2014/main" id="{4C9F3C7D-FBAB-37F5-C7EE-2415BE511BE0}"/>
              </a:ext>
            </a:extLst>
          </p:cNvPr>
          <p:cNvSpPr txBox="1"/>
          <p:nvPr/>
        </p:nvSpPr>
        <p:spPr>
          <a:xfrm>
            <a:off x="10803308" y="132393"/>
            <a:ext cx="1197595" cy="461665"/>
          </a:xfrm>
          <a:prstGeom prst="rect">
            <a:avLst/>
          </a:prstGeom>
          <a:noFill/>
        </p:spPr>
        <p:txBody>
          <a:bodyPr wrap="square" rtlCol="0">
            <a:spAutoFit/>
          </a:bodyPr>
          <a:lstStyle/>
          <a:p>
            <a:pPr algn="r"/>
            <a:r>
              <a:rPr lang="en-US" altLang="ja-JP" sz="2400" dirty="0"/>
              <a:t>5</a:t>
            </a:r>
            <a:r>
              <a:rPr kumimoji="1" lang="en-US" altLang="ja-JP" sz="2400" dirty="0"/>
              <a:t>/14</a:t>
            </a:r>
            <a:endParaRPr kumimoji="1" lang="ja-JP" altLang="en-US" sz="2400" dirty="0"/>
          </a:p>
        </p:txBody>
      </p:sp>
      <p:sp>
        <p:nvSpPr>
          <p:cNvPr id="17" name="吹き出し: 四角形 16">
            <a:extLst>
              <a:ext uri="{FF2B5EF4-FFF2-40B4-BE49-F238E27FC236}">
                <a16:creationId xmlns:a16="http://schemas.microsoft.com/office/drawing/2014/main" id="{61DDC5D7-183B-8D75-31AF-78E43B26E6CA}"/>
              </a:ext>
            </a:extLst>
          </p:cNvPr>
          <p:cNvSpPr/>
          <p:nvPr/>
        </p:nvSpPr>
        <p:spPr>
          <a:xfrm>
            <a:off x="8823858" y="2996138"/>
            <a:ext cx="2578247" cy="2433673"/>
          </a:xfrm>
          <a:prstGeom prst="wedgeRectCallout">
            <a:avLst>
              <a:gd name="adj1" fmla="val -63243"/>
              <a:gd name="adj2" fmla="val 20684"/>
            </a:avLst>
          </a:prstGeom>
          <a:solidFill>
            <a:schemeClr val="bg1"/>
          </a:solidFill>
          <a:ln w="19050"/>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dirty="0">
                <a:solidFill>
                  <a:schemeClr val="tx1"/>
                </a:solidFill>
                <a:latin typeface="Meiryo UI" panose="020B0604030504040204" pitchFamily="50" charset="-128"/>
                <a:ea typeface="Meiryo UI" panose="020B0604030504040204" pitchFamily="50" charset="-128"/>
              </a:rPr>
              <a:t>■個人会員登録フォームはオンラインエントリーのエントラント登録のイメージ</a:t>
            </a:r>
            <a:endParaRPr kumimoji="1" lang="en-US" altLang="ja-JP" dirty="0">
              <a:solidFill>
                <a:schemeClr val="tx1"/>
              </a:solidFill>
              <a:latin typeface="Meiryo UI" panose="020B0604030504040204" pitchFamily="50" charset="-128"/>
              <a:ea typeface="Meiryo UI" panose="020B0604030504040204" pitchFamily="50" charset="-128"/>
            </a:endParaRPr>
          </a:p>
          <a:p>
            <a:pPr algn="ctr"/>
            <a:r>
              <a:rPr lang="ja-JP" altLang="en-US" dirty="0">
                <a:solidFill>
                  <a:schemeClr val="tx1"/>
                </a:solidFill>
                <a:latin typeface="Meiryo UI" panose="020B0604030504040204" pitchFamily="50" charset="-128"/>
                <a:ea typeface="Meiryo UI" panose="020B0604030504040204" pitchFamily="50" charset="-128"/>
              </a:rPr>
              <a:t>■所属クラブ登録は当該年度の正会員登録クラブ一覧から選択して、申請すると、正会員クラブに申請が飛ぶ</a:t>
            </a:r>
            <a:endParaRPr lang="en-US" altLang="ja-JP" dirty="0">
              <a:solidFill>
                <a:schemeClr val="tx1"/>
              </a:solidFill>
              <a:latin typeface="Meiryo UI" panose="020B0604030504040204" pitchFamily="50" charset="-128"/>
              <a:ea typeface="Meiryo UI" panose="020B0604030504040204" pitchFamily="50" charset="-128"/>
            </a:endParaRPr>
          </a:p>
        </p:txBody>
      </p:sp>
      <p:sp>
        <p:nvSpPr>
          <p:cNvPr id="18" name="吹き出し: 四角形 17">
            <a:extLst>
              <a:ext uri="{FF2B5EF4-FFF2-40B4-BE49-F238E27FC236}">
                <a16:creationId xmlns:a16="http://schemas.microsoft.com/office/drawing/2014/main" id="{3040B3C3-BC5D-1D47-265B-8DA522CB41A8}"/>
              </a:ext>
            </a:extLst>
          </p:cNvPr>
          <p:cNvSpPr/>
          <p:nvPr/>
        </p:nvSpPr>
        <p:spPr>
          <a:xfrm>
            <a:off x="6534259" y="1337845"/>
            <a:ext cx="3848793" cy="957709"/>
          </a:xfrm>
          <a:prstGeom prst="wedgeRectCallout">
            <a:avLst>
              <a:gd name="adj1" fmla="val -29863"/>
              <a:gd name="adj2" fmla="val 77053"/>
            </a:avLst>
          </a:prstGeom>
          <a:solidFill>
            <a:schemeClr val="bg1"/>
          </a:solidFill>
          <a:ln w="19050"/>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dirty="0">
                <a:solidFill>
                  <a:schemeClr val="tx1"/>
                </a:solidFill>
                <a:latin typeface="Meiryo UI" panose="020B0604030504040204" pitchFamily="50" charset="-128"/>
                <a:ea typeface="Meiryo UI" panose="020B0604030504040204" pitchFamily="50" charset="-128"/>
              </a:rPr>
              <a:t>■お知らせは事務局からの情報展開用</a:t>
            </a:r>
            <a:endParaRPr kumimoji="1" lang="en-US" altLang="ja-JP" dirty="0">
              <a:solidFill>
                <a:schemeClr val="tx1"/>
              </a:solidFill>
              <a:latin typeface="Meiryo UI" panose="020B0604030504040204" pitchFamily="50" charset="-128"/>
              <a:ea typeface="Meiryo UI" panose="020B0604030504040204" pitchFamily="50" charset="-128"/>
            </a:endParaRPr>
          </a:p>
          <a:p>
            <a:pPr algn="ctr"/>
            <a:r>
              <a:rPr lang="ja-JP" altLang="en-US" dirty="0">
                <a:solidFill>
                  <a:schemeClr val="tx1"/>
                </a:solidFill>
                <a:latin typeface="Meiryo UI" panose="020B0604030504040204" pitchFamily="50" charset="-128"/>
                <a:ea typeface="Meiryo UI" panose="020B0604030504040204" pitchFamily="50" charset="-128"/>
              </a:rPr>
              <a:t>■事務局登録者が書き込み可能</a:t>
            </a:r>
            <a:endParaRPr lang="en-US" altLang="ja-JP" dirty="0">
              <a:solidFill>
                <a:schemeClr val="tx1"/>
              </a:solidFill>
              <a:latin typeface="Meiryo UI" panose="020B0604030504040204" pitchFamily="50" charset="-128"/>
              <a:ea typeface="Meiryo UI" panose="020B0604030504040204" pitchFamily="50" charset="-128"/>
            </a:endParaRPr>
          </a:p>
        </p:txBody>
      </p:sp>
    </p:spTree>
    <p:extLst>
      <p:ext uri="{BB962C8B-B14F-4D97-AF65-F5344CB8AC3E}">
        <p14:creationId xmlns:p14="http://schemas.microsoft.com/office/powerpoint/2010/main" val="66574186"/>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12" name="グループ化 11">
            <a:extLst>
              <a:ext uri="{FF2B5EF4-FFF2-40B4-BE49-F238E27FC236}">
                <a16:creationId xmlns:a16="http://schemas.microsoft.com/office/drawing/2014/main" id="{F67A7C71-EC85-FC37-5CC9-454FCDA1A29A}"/>
              </a:ext>
            </a:extLst>
          </p:cNvPr>
          <p:cNvGrpSpPr/>
          <p:nvPr/>
        </p:nvGrpSpPr>
        <p:grpSpPr>
          <a:xfrm>
            <a:off x="141164" y="1402460"/>
            <a:ext cx="9399896" cy="5289284"/>
            <a:chOff x="224291" y="1385835"/>
            <a:chExt cx="9399896" cy="5289284"/>
          </a:xfrm>
        </p:grpSpPr>
        <p:pic>
          <p:nvPicPr>
            <p:cNvPr id="6" name="図 5">
              <a:extLst>
                <a:ext uri="{FF2B5EF4-FFF2-40B4-BE49-F238E27FC236}">
                  <a16:creationId xmlns:a16="http://schemas.microsoft.com/office/drawing/2014/main" id="{82598E25-3A1C-D409-C43D-09AE21B0AE15}"/>
                </a:ext>
              </a:extLst>
            </p:cNvPr>
            <p:cNvPicPr>
              <a:picLocks noChangeAspect="1"/>
            </p:cNvPicPr>
            <p:nvPr/>
          </p:nvPicPr>
          <p:blipFill>
            <a:blip r:embed="rId2"/>
            <a:stretch>
              <a:fillRect/>
            </a:stretch>
          </p:blipFill>
          <p:spPr>
            <a:xfrm>
              <a:off x="224291" y="1385835"/>
              <a:ext cx="9399896" cy="5289284"/>
            </a:xfrm>
            <a:prstGeom prst="rect">
              <a:avLst/>
            </a:prstGeom>
            <a:ln>
              <a:solidFill>
                <a:schemeClr val="tx1"/>
              </a:solidFill>
            </a:ln>
          </p:spPr>
        </p:pic>
        <p:sp>
          <p:nvSpPr>
            <p:cNvPr id="7" name="正方形/長方形 6">
              <a:extLst>
                <a:ext uri="{FF2B5EF4-FFF2-40B4-BE49-F238E27FC236}">
                  <a16:creationId xmlns:a16="http://schemas.microsoft.com/office/drawing/2014/main" id="{93FE4B8C-0ADF-A7E1-897A-C1DC8BB3FC39}"/>
                </a:ext>
              </a:extLst>
            </p:cNvPr>
            <p:cNvSpPr/>
            <p:nvPr/>
          </p:nvSpPr>
          <p:spPr>
            <a:xfrm>
              <a:off x="224291" y="2106351"/>
              <a:ext cx="4877808" cy="275630"/>
            </a:xfrm>
            <a:prstGeom prst="rect">
              <a:avLst/>
            </a:prstGeom>
            <a:solidFill>
              <a:schemeClr val="tx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kumimoji="1" lang="en-US" altLang="ja-JP" sz="1400" dirty="0">
                  <a:latin typeface="Meiryo UI" panose="020B0604030504040204" pitchFamily="50" charset="-128"/>
                  <a:ea typeface="Meiryo UI" panose="020B0604030504040204" pitchFamily="50" charset="-128"/>
                </a:rPr>
                <a:t>JMRC</a:t>
              </a:r>
              <a:r>
                <a:rPr lang="ja-JP" altLang="en-US" sz="1400" dirty="0">
                  <a:latin typeface="Meiryo UI" panose="020B0604030504040204" pitchFamily="50" charset="-128"/>
                  <a:ea typeface="Meiryo UI" panose="020B0604030504040204" pitchFamily="50" charset="-128"/>
                </a:rPr>
                <a:t>近畿オンライン</a:t>
              </a:r>
              <a:r>
                <a:rPr kumimoji="1" lang="ja-JP" altLang="en-US" sz="1400" dirty="0">
                  <a:latin typeface="Meiryo UI" panose="020B0604030504040204" pitchFamily="50" charset="-128"/>
                  <a:ea typeface="Meiryo UI" panose="020B0604030504040204" pitchFamily="50" charset="-128"/>
                </a:rPr>
                <a:t>事務局（ポータル）</a:t>
              </a:r>
            </a:p>
          </p:txBody>
        </p:sp>
        <p:sp>
          <p:nvSpPr>
            <p:cNvPr id="8" name="正方形/長方形 7">
              <a:extLst>
                <a:ext uri="{FF2B5EF4-FFF2-40B4-BE49-F238E27FC236}">
                  <a16:creationId xmlns:a16="http://schemas.microsoft.com/office/drawing/2014/main" id="{65153D41-0343-FDD2-3716-169C8C77C0C0}"/>
                </a:ext>
              </a:extLst>
            </p:cNvPr>
            <p:cNvSpPr/>
            <p:nvPr/>
          </p:nvSpPr>
          <p:spPr>
            <a:xfrm>
              <a:off x="291110" y="2440448"/>
              <a:ext cx="9212708" cy="3917280"/>
            </a:xfrm>
            <a:prstGeom prst="rect">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dirty="0"/>
            </a:p>
          </p:txBody>
        </p:sp>
      </p:grpSp>
      <p:sp>
        <p:nvSpPr>
          <p:cNvPr id="21" name="吹き出し: 四角形 20">
            <a:extLst>
              <a:ext uri="{FF2B5EF4-FFF2-40B4-BE49-F238E27FC236}">
                <a16:creationId xmlns:a16="http://schemas.microsoft.com/office/drawing/2014/main" id="{5C7EBA7F-1771-014B-D73E-8E8BD5367A51}"/>
              </a:ext>
            </a:extLst>
          </p:cNvPr>
          <p:cNvSpPr/>
          <p:nvPr/>
        </p:nvSpPr>
        <p:spPr>
          <a:xfrm>
            <a:off x="9621986" y="2381982"/>
            <a:ext cx="2570014" cy="3975746"/>
          </a:xfrm>
          <a:prstGeom prst="wedgeRectCallout">
            <a:avLst>
              <a:gd name="adj1" fmla="val -82910"/>
              <a:gd name="adj2" fmla="val 16953"/>
            </a:avLst>
          </a:prstGeom>
          <a:solidFill>
            <a:schemeClr val="bg1"/>
          </a:solidFill>
          <a:ln w="19050"/>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dirty="0">
                <a:solidFill>
                  <a:schemeClr val="tx1"/>
                </a:solidFill>
                <a:latin typeface="Meiryo UI" panose="020B0604030504040204" pitchFamily="50" charset="-128"/>
                <a:ea typeface="Meiryo UI" panose="020B0604030504040204" pitchFamily="50" charset="-128"/>
              </a:rPr>
              <a:t>出力フォーマット</a:t>
            </a:r>
            <a:endParaRPr kumimoji="1" lang="en-US" altLang="ja-JP" dirty="0">
              <a:solidFill>
                <a:schemeClr val="tx1"/>
              </a:solidFill>
              <a:latin typeface="Meiryo UI" panose="020B0604030504040204" pitchFamily="50" charset="-128"/>
              <a:ea typeface="Meiryo UI" panose="020B0604030504040204" pitchFamily="50" charset="-128"/>
            </a:endParaRPr>
          </a:p>
          <a:p>
            <a:pPr algn="ctr"/>
            <a:endParaRPr lang="en-US" altLang="ja-JP" dirty="0">
              <a:solidFill>
                <a:schemeClr val="tx1"/>
              </a:solidFill>
              <a:latin typeface="Meiryo UI" panose="020B0604030504040204" pitchFamily="50" charset="-128"/>
              <a:ea typeface="Meiryo UI" panose="020B0604030504040204" pitchFamily="50" charset="-128"/>
            </a:endParaRPr>
          </a:p>
          <a:p>
            <a:pPr algn="ctr"/>
            <a:endParaRPr kumimoji="1" lang="en-US" altLang="ja-JP" dirty="0">
              <a:solidFill>
                <a:schemeClr val="tx1"/>
              </a:solidFill>
              <a:latin typeface="Meiryo UI" panose="020B0604030504040204" pitchFamily="50" charset="-128"/>
              <a:ea typeface="Meiryo UI" panose="020B0604030504040204" pitchFamily="50" charset="-128"/>
            </a:endParaRPr>
          </a:p>
          <a:p>
            <a:pPr algn="ctr"/>
            <a:endParaRPr lang="en-US" altLang="ja-JP" dirty="0">
              <a:solidFill>
                <a:schemeClr val="tx1"/>
              </a:solidFill>
              <a:latin typeface="Meiryo UI" panose="020B0604030504040204" pitchFamily="50" charset="-128"/>
              <a:ea typeface="Meiryo UI" panose="020B0604030504040204" pitchFamily="50" charset="-128"/>
            </a:endParaRPr>
          </a:p>
          <a:p>
            <a:pPr algn="ctr"/>
            <a:endParaRPr kumimoji="1" lang="en-US" altLang="ja-JP" dirty="0">
              <a:solidFill>
                <a:schemeClr val="tx1"/>
              </a:solidFill>
              <a:latin typeface="Meiryo UI" panose="020B0604030504040204" pitchFamily="50" charset="-128"/>
              <a:ea typeface="Meiryo UI" panose="020B0604030504040204" pitchFamily="50" charset="-128"/>
            </a:endParaRPr>
          </a:p>
          <a:p>
            <a:pPr algn="ctr"/>
            <a:endParaRPr lang="en-US" altLang="ja-JP" dirty="0">
              <a:solidFill>
                <a:schemeClr val="tx1"/>
              </a:solidFill>
              <a:latin typeface="Meiryo UI" panose="020B0604030504040204" pitchFamily="50" charset="-128"/>
              <a:ea typeface="Meiryo UI" panose="020B0604030504040204" pitchFamily="50" charset="-128"/>
            </a:endParaRPr>
          </a:p>
          <a:p>
            <a:pPr algn="ctr"/>
            <a:endParaRPr kumimoji="1" lang="en-US" altLang="ja-JP" dirty="0">
              <a:solidFill>
                <a:schemeClr val="tx1"/>
              </a:solidFill>
              <a:latin typeface="Meiryo UI" panose="020B0604030504040204" pitchFamily="50" charset="-128"/>
              <a:ea typeface="Meiryo UI" panose="020B0604030504040204" pitchFamily="50" charset="-128"/>
            </a:endParaRPr>
          </a:p>
          <a:p>
            <a:pPr algn="ctr"/>
            <a:endParaRPr lang="en-US" altLang="ja-JP" dirty="0">
              <a:solidFill>
                <a:schemeClr val="tx1"/>
              </a:solidFill>
              <a:latin typeface="Meiryo UI" panose="020B0604030504040204" pitchFamily="50" charset="-128"/>
              <a:ea typeface="Meiryo UI" panose="020B0604030504040204" pitchFamily="50" charset="-128"/>
            </a:endParaRPr>
          </a:p>
          <a:p>
            <a:pPr algn="ctr"/>
            <a:endParaRPr kumimoji="1" lang="en-US" altLang="ja-JP" dirty="0">
              <a:solidFill>
                <a:schemeClr val="tx1"/>
              </a:solidFill>
              <a:latin typeface="Meiryo UI" panose="020B0604030504040204" pitchFamily="50" charset="-128"/>
              <a:ea typeface="Meiryo UI" panose="020B0604030504040204" pitchFamily="50" charset="-128"/>
            </a:endParaRPr>
          </a:p>
          <a:p>
            <a:pPr algn="ctr"/>
            <a:endParaRPr lang="en-US" altLang="ja-JP" dirty="0">
              <a:solidFill>
                <a:schemeClr val="tx1"/>
              </a:solidFill>
              <a:latin typeface="Meiryo UI" panose="020B0604030504040204" pitchFamily="50" charset="-128"/>
              <a:ea typeface="Meiryo UI" panose="020B0604030504040204" pitchFamily="50" charset="-128"/>
            </a:endParaRPr>
          </a:p>
          <a:p>
            <a:pPr algn="ctr"/>
            <a:endParaRPr kumimoji="1" lang="en-US" altLang="ja-JP" dirty="0">
              <a:solidFill>
                <a:schemeClr val="tx1"/>
              </a:solidFill>
              <a:latin typeface="Meiryo UI" panose="020B0604030504040204" pitchFamily="50" charset="-128"/>
              <a:ea typeface="Meiryo UI" panose="020B0604030504040204" pitchFamily="50" charset="-128"/>
            </a:endParaRPr>
          </a:p>
          <a:p>
            <a:pPr algn="ctr"/>
            <a:endParaRPr lang="en-US" altLang="ja-JP" dirty="0">
              <a:solidFill>
                <a:schemeClr val="tx1"/>
              </a:solidFill>
              <a:latin typeface="Meiryo UI" panose="020B0604030504040204" pitchFamily="50" charset="-128"/>
              <a:ea typeface="Meiryo UI" panose="020B0604030504040204" pitchFamily="50" charset="-128"/>
            </a:endParaRPr>
          </a:p>
          <a:p>
            <a:pPr algn="ctr"/>
            <a:endParaRPr kumimoji="1" lang="en-US" altLang="ja-JP" dirty="0">
              <a:solidFill>
                <a:schemeClr val="tx1"/>
              </a:solidFill>
              <a:latin typeface="Meiryo UI" panose="020B0604030504040204" pitchFamily="50" charset="-128"/>
              <a:ea typeface="Meiryo UI" panose="020B0604030504040204" pitchFamily="50" charset="-128"/>
            </a:endParaRPr>
          </a:p>
          <a:p>
            <a:pPr algn="ctr"/>
            <a:endParaRPr kumimoji="1" lang="ja-JP" altLang="en-US" dirty="0">
              <a:solidFill>
                <a:schemeClr val="tx1"/>
              </a:solidFill>
              <a:latin typeface="Meiryo UI" panose="020B0604030504040204" pitchFamily="50" charset="-128"/>
              <a:ea typeface="Meiryo UI" panose="020B0604030504040204" pitchFamily="50" charset="-128"/>
            </a:endParaRPr>
          </a:p>
        </p:txBody>
      </p:sp>
      <p:sp>
        <p:nvSpPr>
          <p:cNvPr id="2" name="テキスト ボックス 1">
            <a:extLst>
              <a:ext uri="{FF2B5EF4-FFF2-40B4-BE49-F238E27FC236}">
                <a16:creationId xmlns:a16="http://schemas.microsoft.com/office/drawing/2014/main" id="{2F3D2CC9-9008-B40F-35E5-C9FA721E60D8}"/>
              </a:ext>
            </a:extLst>
          </p:cNvPr>
          <p:cNvSpPr txBox="1"/>
          <p:nvPr/>
        </p:nvSpPr>
        <p:spPr>
          <a:xfrm>
            <a:off x="224291" y="0"/>
            <a:ext cx="11488497" cy="646331"/>
          </a:xfrm>
          <a:prstGeom prst="rect">
            <a:avLst/>
          </a:prstGeom>
          <a:noFill/>
        </p:spPr>
        <p:txBody>
          <a:bodyPr wrap="square" rtlCol="0">
            <a:spAutoFit/>
          </a:bodyPr>
          <a:lstStyle/>
          <a:p>
            <a:r>
              <a:rPr lang="ja-JP" altLang="en-US" sz="3600" dirty="0">
                <a:latin typeface="Meiryo UI" panose="020B0604030504040204" pitchFamily="50" charset="-128"/>
                <a:ea typeface="Meiryo UI" panose="020B0604030504040204" pitchFamily="50" charset="-128"/>
              </a:rPr>
              <a:t>２．</a:t>
            </a:r>
            <a:r>
              <a:rPr lang="en-US" altLang="ja-JP" sz="3600" dirty="0">
                <a:latin typeface="Meiryo UI" panose="020B0604030504040204" pitchFamily="50" charset="-128"/>
                <a:ea typeface="Meiryo UI" panose="020B0604030504040204" pitchFamily="50" charset="-128"/>
              </a:rPr>
              <a:t>JMRC</a:t>
            </a:r>
            <a:r>
              <a:rPr lang="ja-JP" altLang="en-US" sz="3600" dirty="0">
                <a:latin typeface="Meiryo UI" panose="020B0604030504040204" pitchFamily="50" charset="-128"/>
                <a:ea typeface="Meiryo UI" panose="020B0604030504040204" pitchFamily="50" charset="-128"/>
              </a:rPr>
              <a:t>近畿事務局ポータル案</a:t>
            </a:r>
            <a:endParaRPr kumimoji="1" lang="ja-JP" altLang="en-US" sz="3600" dirty="0">
              <a:latin typeface="Meiryo UI" panose="020B0604030504040204" pitchFamily="50" charset="-128"/>
              <a:ea typeface="Meiryo UI" panose="020B0604030504040204" pitchFamily="50" charset="-128"/>
            </a:endParaRPr>
          </a:p>
        </p:txBody>
      </p:sp>
      <p:sp>
        <p:nvSpPr>
          <p:cNvPr id="3" name="正方形/長方形 2">
            <a:extLst>
              <a:ext uri="{FF2B5EF4-FFF2-40B4-BE49-F238E27FC236}">
                <a16:creationId xmlns:a16="http://schemas.microsoft.com/office/drawing/2014/main" id="{49E72A38-291C-4157-1DEC-851BDFA080F2}"/>
              </a:ext>
            </a:extLst>
          </p:cNvPr>
          <p:cNvSpPr/>
          <p:nvPr/>
        </p:nvSpPr>
        <p:spPr>
          <a:xfrm>
            <a:off x="390546" y="845491"/>
            <a:ext cx="9593040" cy="440574"/>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ja-JP" altLang="en-US" sz="2000" b="1" u="sng" dirty="0">
                <a:solidFill>
                  <a:schemeClr val="tx1"/>
                </a:solidFill>
                <a:latin typeface="BIZ UDPゴシック" panose="020B0400000000000000" pitchFamily="50" charset="-128"/>
                <a:ea typeface="BIZ UDPゴシック" panose="020B0400000000000000" pitchFamily="50" charset="-128"/>
              </a:rPr>
              <a:t>正会員クラブ個別の画面（</a:t>
            </a:r>
            <a:r>
              <a:rPr lang="en-US" altLang="ja-JP" sz="2000" b="1" u="sng" dirty="0">
                <a:solidFill>
                  <a:schemeClr val="tx1"/>
                </a:solidFill>
                <a:latin typeface="BIZ UDPゴシック" panose="020B0400000000000000" pitchFamily="50" charset="-128"/>
                <a:ea typeface="BIZ UDPゴシック" panose="020B0400000000000000" pitchFamily="50" charset="-128"/>
              </a:rPr>
              <a:t>BATTLEX</a:t>
            </a:r>
            <a:r>
              <a:rPr lang="ja-JP" altLang="en-US" sz="2000" b="1" u="sng" dirty="0">
                <a:solidFill>
                  <a:schemeClr val="tx1"/>
                </a:solidFill>
                <a:latin typeface="BIZ UDPゴシック" panose="020B0400000000000000" pitchFamily="50" charset="-128"/>
                <a:ea typeface="BIZ UDPゴシック" panose="020B0400000000000000" pitchFamily="50" charset="-128"/>
              </a:rPr>
              <a:t>の場合のイメージ）</a:t>
            </a:r>
            <a:endParaRPr kumimoji="1" lang="ja-JP" altLang="en-US" sz="2000" b="1" u="sng" dirty="0">
              <a:solidFill>
                <a:schemeClr val="tx1"/>
              </a:solidFill>
              <a:latin typeface="BIZ UDPゴシック" panose="020B0400000000000000" pitchFamily="50" charset="-128"/>
              <a:ea typeface="BIZ UDPゴシック" panose="020B0400000000000000" pitchFamily="50" charset="-128"/>
            </a:endParaRPr>
          </a:p>
        </p:txBody>
      </p:sp>
      <p:sp>
        <p:nvSpPr>
          <p:cNvPr id="4" name="正方形/長方形 3">
            <a:extLst>
              <a:ext uri="{FF2B5EF4-FFF2-40B4-BE49-F238E27FC236}">
                <a16:creationId xmlns:a16="http://schemas.microsoft.com/office/drawing/2014/main" id="{1096C9D4-4967-DE0E-01BE-DD42DAC51D40}"/>
              </a:ext>
            </a:extLst>
          </p:cNvPr>
          <p:cNvSpPr/>
          <p:nvPr/>
        </p:nvSpPr>
        <p:spPr>
          <a:xfrm>
            <a:off x="342459" y="2381981"/>
            <a:ext cx="3388003" cy="440574"/>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kumimoji="1" lang="en-US" altLang="ja-JP" sz="1600" b="1" u="sng" dirty="0">
                <a:solidFill>
                  <a:schemeClr val="tx1"/>
                </a:solidFill>
                <a:latin typeface="BIZ UDPゴシック" panose="020B0400000000000000" pitchFamily="50" charset="-128"/>
                <a:ea typeface="BIZ UDPゴシック" panose="020B0400000000000000" pitchFamily="50" charset="-128"/>
              </a:rPr>
              <a:t>BATTLEX</a:t>
            </a:r>
            <a:r>
              <a:rPr kumimoji="1" lang="ja-JP" altLang="en-US" sz="1600" b="1" u="sng" dirty="0">
                <a:solidFill>
                  <a:schemeClr val="tx1"/>
                </a:solidFill>
                <a:latin typeface="BIZ UDPゴシック" panose="020B0400000000000000" pitchFamily="50" charset="-128"/>
                <a:ea typeface="BIZ UDPゴシック" panose="020B0400000000000000" pitchFamily="50" charset="-128"/>
              </a:rPr>
              <a:t>　クラブ員一覧</a:t>
            </a:r>
          </a:p>
        </p:txBody>
      </p:sp>
      <p:graphicFrame>
        <p:nvGraphicFramePr>
          <p:cNvPr id="11" name="表 10">
            <a:extLst>
              <a:ext uri="{FF2B5EF4-FFF2-40B4-BE49-F238E27FC236}">
                <a16:creationId xmlns:a16="http://schemas.microsoft.com/office/drawing/2014/main" id="{088841D7-9578-BFF8-51BC-52B11C2AC441}"/>
              </a:ext>
            </a:extLst>
          </p:cNvPr>
          <p:cNvGraphicFramePr>
            <a:graphicFrameLocks noGrp="1"/>
          </p:cNvGraphicFramePr>
          <p:nvPr>
            <p:extLst>
              <p:ext uri="{D42A27DB-BD31-4B8C-83A1-F6EECF244321}">
                <p14:modId xmlns:p14="http://schemas.microsoft.com/office/powerpoint/2010/main" val="11186058"/>
              </p:ext>
            </p:extLst>
          </p:nvPr>
        </p:nvGraphicFramePr>
        <p:xfrm>
          <a:off x="535602" y="2922970"/>
          <a:ext cx="3228119" cy="2764511"/>
        </p:xfrm>
        <a:graphic>
          <a:graphicData uri="http://schemas.openxmlformats.org/drawingml/2006/table">
            <a:tbl>
              <a:tblPr firstRow="1">
                <a:tableStyleId>{5C22544A-7EE6-4342-B048-85BDC9FD1C3A}</a:tableStyleId>
              </a:tblPr>
              <a:tblGrid>
                <a:gridCol w="697894">
                  <a:extLst>
                    <a:ext uri="{9D8B030D-6E8A-4147-A177-3AD203B41FA5}">
                      <a16:colId xmlns:a16="http://schemas.microsoft.com/office/drawing/2014/main" val="2462663412"/>
                    </a:ext>
                  </a:extLst>
                </a:gridCol>
                <a:gridCol w="849668">
                  <a:extLst>
                    <a:ext uri="{9D8B030D-6E8A-4147-A177-3AD203B41FA5}">
                      <a16:colId xmlns:a16="http://schemas.microsoft.com/office/drawing/2014/main" val="2268523075"/>
                    </a:ext>
                  </a:extLst>
                </a:gridCol>
                <a:gridCol w="797962">
                  <a:extLst>
                    <a:ext uri="{9D8B030D-6E8A-4147-A177-3AD203B41FA5}">
                      <a16:colId xmlns:a16="http://schemas.microsoft.com/office/drawing/2014/main" val="1145403978"/>
                    </a:ext>
                  </a:extLst>
                </a:gridCol>
                <a:gridCol w="882595">
                  <a:extLst>
                    <a:ext uri="{9D8B030D-6E8A-4147-A177-3AD203B41FA5}">
                      <a16:colId xmlns:a16="http://schemas.microsoft.com/office/drawing/2014/main" val="2352260137"/>
                    </a:ext>
                  </a:extLst>
                </a:gridCol>
              </a:tblGrid>
              <a:tr h="202616">
                <a:tc>
                  <a:txBody>
                    <a:bodyPr/>
                    <a:lstStyle/>
                    <a:p>
                      <a:pPr algn="ctr" fontAlgn="b">
                        <a:buNone/>
                      </a:pPr>
                      <a:r>
                        <a:rPr lang="ja-JP" altLang="en-US" sz="1050" b="1" i="0" u="none" strike="noStrike" dirty="0">
                          <a:effectLst/>
                          <a:latin typeface="Meiryo UI" panose="020B0604030504040204" pitchFamily="50" charset="-128"/>
                          <a:ea typeface="Meiryo UI" panose="020B0604030504040204" pitchFamily="50" charset="-128"/>
                        </a:rPr>
                        <a:t>加入申請</a:t>
                      </a:r>
                    </a:p>
                  </a:txBody>
                  <a:tcPr marL="7620" marR="7620" marT="7620" marB="0" anchor="b"/>
                </a:tc>
                <a:tc>
                  <a:txBody>
                    <a:bodyPr/>
                    <a:lstStyle/>
                    <a:p>
                      <a:pPr algn="ctr" fontAlgn="b">
                        <a:buNone/>
                      </a:pPr>
                      <a:r>
                        <a:rPr lang="ja-JP" altLang="en-US" sz="1050" u="none" strike="noStrike" dirty="0">
                          <a:effectLst/>
                          <a:latin typeface="Meiryo UI" panose="020B0604030504040204" pitchFamily="50" charset="-128"/>
                          <a:ea typeface="Meiryo UI" panose="020B0604030504040204" pitchFamily="50" charset="-128"/>
                        </a:rPr>
                        <a:t>名前</a:t>
                      </a:r>
                      <a:endParaRPr lang="ja-JP" altLang="en-US" sz="1050" b="1" i="0" u="none" strike="noStrike" dirty="0">
                        <a:effectLst/>
                        <a:latin typeface="Meiryo UI" panose="020B0604030504040204" pitchFamily="50" charset="-128"/>
                        <a:ea typeface="Meiryo UI" panose="020B0604030504040204" pitchFamily="50" charset="-128"/>
                      </a:endParaRPr>
                    </a:p>
                  </a:txBody>
                  <a:tcPr marL="7620" marR="7620" marT="7620" marB="0" anchor="b"/>
                </a:tc>
                <a:tc>
                  <a:txBody>
                    <a:bodyPr/>
                    <a:lstStyle/>
                    <a:p>
                      <a:pPr algn="ctr" fontAlgn="b">
                        <a:buNone/>
                      </a:pPr>
                      <a:r>
                        <a:rPr lang="ja-JP" altLang="en-US" sz="1050" u="none" strike="noStrike">
                          <a:effectLst/>
                          <a:latin typeface="Meiryo UI" panose="020B0604030504040204" pitchFamily="50" charset="-128"/>
                          <a:ea typeface="Meiryo UI" panose="020B0604030504040204" pitchFamily="50" charset="-128"/>
                        </a:rPr>
                        <a:t>フリガナ</a:t>
                      </a:r>
                      <a:endParaRPr lang="ja-JP" altLang="en-US" sz="1050" b="1" i="0" u="none" strike="noStrike">
                        <a:effectLst/>
                        <a:latin typeface="Meiryo UI" panose="020B0604030504040204" pitchFamily="50" charset="-128"/>
                        <a:ea typeface="Meiryo UI" panose="020B0604030504040204" pitchFamily="50" charset="-128"/>
                      </a:endParaRPr>
                    </a:p>
                  </a:txBody>
                  <a:tcPr marL="7620" marR="7620" marT="7620" marB="0" anchor="b"/>
                </a:tc>
                <a:tc>
                  <a:txBody>
                    <a:bodyPr/>
                    <a:lstStyle/>
                    <a:p>
                      <a:pPr algn="ctr" fontAlgn="b">
                        <a:buNone/>
                      </a:pPr>
                      <a:r>
                        <a:rPr lang="ja-JP" altLang="en-US" sz="1000" b="1" i="0" u="none" strike="noStrike" dirty="0">
                          <a:effectLst/>
                          <a:latin typeface="Meiryo UI" panose="020B0604030504040204" pitchFamily="50" charset="-128"/>
                          <a:ea typeface="Meiryo UI" panose="020B0604030504040204" pitchFamily="50" charset="-128"/>
                        </a:rPr>
                        <a:t>詳細リンク</a:t>
                      </a:r>
                    </a:p>
                  </a:txBody>
                  <a:tcPr marL="7620" marR="7620" marT="7620" marB="0" anchor="b"/>
                </a:tc>
                <a:extLst>
                  <a:ext uri="{0D108BD9-81ED-4DB2-BD59-A6C34878D82A}">
                    <a16:rowId xmlns:a16="http://schemas.microsoft.com/office/drawing/2014/main" val="2568289191"/>
                  </a:ext>
                </a:extLst>
              </a:tr>
              <a:tr h="170793">
                <a:tc>
                  <a:txBody>
                    <a:bodyPr/>
                    <a:lstStyle/>
                    <a:p>
                      <a:pPr algn="ctr" fontAlgn="ctr">
                        <a:buNone/>
                      </a:pPr>
                      <a:r>
                        <a:rPr lang="ja-JP" altLang="en-US" sz="1050" b="1" i="0" u="none" strike="noStrike" dirty="0">
                          <a:effectLst/>
                          <a:latin typeface="Meiryo UI" panose="020B0604030504040204" pitchFamily="50" charset="-128"/>
                          <a:ea typeface="Meiryo UI" panose="020B0604030504040204" pitchFamily="50" charset="-128"/>
                        </a:rPr>
                        <a:t>〇</a:t>
                      </a:r>
                    </a:p>
                  </a:txBody>
                  <a:tcPr marL="7620" marR="7620" marT="7620" marB="0" anchor="ctr">
                    <a:solidFill>
                      <a:schemeClr val="accent3">
                        <a:lumMod val="20000"/>
                        <a:lumOff val="80000"/>
                      </a:schemeClr>
                    </a:solidFill>
                  </a:tcPr>
                </a:tc>
                <a:tc>
                  <a:txBody>
                    <a:bodyPr/>
                    <a:lstStyle/>
                    <a:p>
                      <a:pPr algn="ctr" fontAlgn="ctr">
                        <a:buNone/>
                      </a:pPr>
                      <a:r>
                        <a:rPr lang="ja-JP" altLang="en-US" sz="1050" u="none" strike="noStrike" dirty="0">
                          <a:effectLst/>
                          <a:latin typeface="Meiryo UI" panose="020B0604030504040204" pitchFamily="50" charset="-128"/>
                          <a:ea typeface="Meiryo UI" panose="020B0604030504040204" pitchFamily="50" charset="-128"/>
                        </a:rPr>
                        <a:t>段上 泰之</a:t>
                      </a:r>
                      <a:endParaRPr lang="ja-JP" altLang="en-US" sz="1050" b="1" i="0" u="none" strike="noStrike" dirty="0">
                        <a:effectLst/>
                        <a:latin typeface="Meiryo UI" panose="020B0604030504040204" pitchFamily="50" charset="-128"/>
                        <a:ea typeface="Meiryo UI" panose="020B0604030504040204" pitchFamily="50" charset="-128"/>
                      </a:endParaRPr>
                    </a:p>
                  </a:txBody>
                  <a:tcPr marL="7620" marR="7620" marT="7620" marB="0" anchor="ctr">
                    <a:solidFill>
                      <a:schemeClr val="accent3">
                        <a:lumMod val="20000"/>
                        <a:lumOff val="80000"/>
                      </a:schemeClr>
                    </a:solidFill>
                  </a:tcPr>
                </a:tc>
                <a:tc>
                  <a:txBody>
                    <a:bodyPr/>
                    <a:lstStyle/>
                    <a:p>
                      <a:pPr algn="ctr" fontAlgn="b">
                        <a:buNone/>
                      </a:pPr>
                      <a:r>
                        <a:rPr lang="ja-JP" altLang="en-US" sz="1050" u="none" strike="noStrike" dirty="0">
                          <a:effectLst/>
                          <a:latin typeface="Meiryo UI" panose="020B0604030504040204" pitchFamily="50" charset="-128"/>
                          <a:ea typeface="Meiryo UI" panose="020B0604030504040204" pitchFamily="50" charset="-128"/>
                        </a:rPr>
                        <a:t>　</a:t>
                      </a:r>
                      <a:endParaRPr lang="ja-JP" altLang="en-US" sz="1050" b="1" i="0" u="none" strike="noStrike" dirty="0">
                        <a:effectLst/>
                        <a:latin typeface="Meiryo UI" panose="020B0604030504040204" pitchFamily="50" charset="-128"/>
                        <a:ea typeface="Meiryo UI" panose="020B0604030504040204" pitchFamily="50" charset="-128"/>
                      </a:endParaRPr>
                    </a:p>
                  </a:txBody>
                  <a:tcPr marL="7620" marR="7620" marT="7620" marB="0" anchor="b">
                    <a:solidFill>
                      <a:schemeClr val="accent3">
                        <a:lumMod val="20000"/>
                        <a:lumOff val="80000"/>
                      </a:schemeClr>
                    </a:solidFill>
                  </a:tcPr>
                </a:tc>
                <a:tc>
                  <a:txBody>
                    <a:bodyPr/>
                    <a:lstStyle/>
                    <a:p>
                      <a:pPr algn="ctr" fontAlgn="b">
                        <a:buNone/>
                      </a:pPr>
                      <a:r>
                        <a:rPr lang="ja-JP" altLang="en-US" sz="1050" u="sng" strike="noStrike" dirty="0">
                          <a:effectLst/>
                          <a:latin typeface="Meiryo UI" panose="020B0604030504040204" pitchFamily="50" charset="-128"/>
                          <a:ea typeface="Meiryo UI" panose="020B0604030504040204" pitchFamily="50" charset="-128"/>
                        </a:rPr>
                        <a:t>詳細</a:t>
                      </a:r>
                      <a:r>
                        <a:rPr lang="ja-JP" altLang="en-US" sz="1050" u="none" strike="noStrike" dirty="0">
                          <a:effectLst/>
                          <a:latin typeface="Meiryo UI" panose="020B0604030504040204" pitchFamily="50" charset="-128"/>
                          <a:ea typeface="Meiryo UI" panose="020B0604030504040204" pitchFamily="50" charset="-128"/>
                        </a:rPr>
                        <a:t>　</a:t>
                      </a:r>
                      <a:endParaRPr lang="ja-JP" altLang="en-US" sz="1050" b="1" i="0" u="none" strike="noStrike" dirty="0">
                        <a:effectLst/>
                        <a:latin typeface="Meiryo UI" panose="020B0604030504040204" pitchFamily="50" charset="-128"/>
                        <a:ea typeface="Meiryo UI" panose="020B0604030504040204" pitchFamily="50" charset="-128"/>
                      </a:endParaRPr>
                    </a:p>
                  </a:txBody>
                  <a:tcPr marL="7620" marR="7620" marT="7620" marB="0" anchor="b">
                    <a:solidFill>
                      <a:schemeClr val="accent3">
                        <a:lumMod val="20000"/>
                        <a:lumOff val="80000"/>
                      </a:schemeClr>
                    </a:solidFill>
                  </a:tcPr>
                </a:tc>
                <a:extLst>
                  <a:ext uri="{0D108BD9-81ED-4DB2-BD59-A6C34878D82A}">
                    <a16:rowId xmlns:a16="http://schemas.microsoft.com/office/drawing/2014/main" val="3450926684"/>
                  </a:ext>
                </a:extLst>
              </a:tr>
              <a:tr h="170793">
                <a:tc>
                  <a:txBody>
                    <a:bodyPr/>
                    <a:lstStyle/>
                    <a:p>
                      <a:pPr algn="ctr" fontAlgn="ctr">
                        <a:buNone/>
                      </a:pPr>
                      <a:r>
                        <a:rPr lang="ja-JP" altLang="en-US" sz="1050" b="1" i="0" u="none" strike="noStrike" dirty="0">
                          <a:effectLst/>
                          <a:latin typeface="Meiryo UI" panose="020B0604030504040204" pitchFamily="50" charset="-128"/>
                          <a:ea typeface="Meiryo UI" panose="020B0604030504040204" pitchFamily="50" charset="-128"/>
                        </a:rPr>
                        <a:t>〇</a:t>
                      </a:r>
                    </a:p>
                  </a:txBody>
                  <a:tcPr marL="7620" marR="7620" marT="7620" marB="0" anchor="ctr">
                    <a:solidFill>
                      <a:schemeClr val="accent3">
                        <a:lumMod val="20000"/>
                        <a:lumOff val="80000"/>
                      </a:schemeClr>
                    </a:solidFill>
                  </a:tcPr>
                </a:tc>
                <a:tc>
                  <a:txBody>
                    <a:bodyPr/>
                    <a:lstStyle/>
                    <a:p>
                      <a:pPr algn="ctr" fontAlgn="ctr">
                        <a:buNone/>
                      </a:pPr>
                      <a:r>
                        <a:rPr lang="ja-JP" altLang="en-US" sz="1050" u="none" strike="noStrike">
                          <a:effectLst/>
                          <a:latin typeface="Meiryo UI" panose="020B0604030504040204" pitchFamily="50" charset="-128"/>
                          <a:ea typeface="Meiryo UI" panose="020B0604030504040204" pitchFamily="50" charset="-128"/>
                        </a:rPr>
                        <a:t>武田とも子</a:t>
                      </a:r>
                      <a:endParaRPr lang="ja-JP" altLang="en-US" sz="1050" b="1" i="0" u="none" strike="noStrike">
                        <a:effectLst/>
                        <a:latin typeface="Meiryo UI" panose="020B0604030504040204" pitchFamily="50" charset="-128"/>
                        <a:ea typeface="Meiryo UI" panose="020B0604030504040204" pitchFamily="50" charset="-128"/>
                      </a:endParaRPr>
                    </a:p>
                  </a:txBody>
                  <a:tcPr marL="7620" marR="7620" marT="7620" marB="0" anchor="ctr">
                    <a:solidFill>
                      <a:schemeClr val="accent3">
                        <a:lumMod val="20000"/>
                        <a:lumOff val="80000"/>
                      </a:schemeClr>
                    </a:solidFill>
                  </a:tcPr>
                </a:tc>
                <a:tc>
                  <a:txBody>
                    <a:bodyPr/>
                    <a:lstStyle/>
                    <a:p>
                      <a:pPr algn="ctr" fontAlgn="b">
                        <a:buNone/>
                      </a:pPr>
                      <a:r>
                        <a:rPr lang="ja-JP" altLang="en-US" sz="1050" u="none" strike="noStrike">
                          <a:effectLst/>
                          <a:latin typeface="Meiryo UI" panose="020B0604030504040204" pitchFamily="50" charset="-128"/>
                          <a:ea typeface="Meiryo UI" panose="020B0604030504040204" pitchFamily="50" charset="-128"/>
                        </a:rPr>
                        <a:t>　</a:t>
                      </a:r>
                      <a:endParaRPr lang="ja-JP" altLang="en-US" sz="1050" b="1" i="0" u="none" strike="noStrike">
                        <a:effectLst/>
                        <a:latin typeface="Meiryo UI" panose="020B0604030504040204" pitchFamily="50" charset="-128"/>
                        <a:ea typeface="Meiryo UI" panose="020B0604030504040204" pitchFamily="50" charset="-128"/>
                      </a:endParaRPr>
                    </a:p>
                  </a:txBody>
                  <a:tcPr marL="7620" marR="7620" marT="7620" marB="0" anchor="b">
                    <a:solidFill>
                      <a:schemeClr val="accent3">
                        <a:lumMod val="20000"/>
                        <a:lumOff val="80000"/>
                      </a:schemeClr>
                    </a:solidFill>
                  </a:tcPr>
                </a:tc>
                <a:tc>
                  <a:txBody>
                    <a:bodyPr/>
                    <a:lstStyle/>
                    <a:p>
                      <a:pPr algn="ctr" fontAlgn="b">
                        <a:buNone/>
                      </a:pPr>
                      <a:r>
                        <a:rPr lang="ja-JP" altLang="en-US" sz="1050" u="sng" strike="noStrike">
                          <a:effectLst/>
                          <a:latin typeface="Meiryo UI" panose="020B0604030504040204" pitchFamily="50" charset="-128"/>
                          <a:ea typeface="Meiryo UI" panose="020B0604030504040204" pitchFamily="50" charset="-128"/>
                        </a:rPr>
                        <a:t>詳細</a:t>
                      </a:r>
                      <a:r>
                        <a:rPr lang="ja-JP" altLang="en-US" sz="1050" u="none" strike="noStrike">
                          <a:effectLst/>
                          <a:latin typeface="Meiryo UI" panose="020B0604030504040204" pitchFamily="50" charset="-128"/>
                          <a:ea typeface="Meiryo UI" panose="020B0604030504040204" pitchFamily="50" charset="-128"/>
                        </a:rPr>
                        <a:t>　</a:t>
                      </a:r>
                      <a:endParaRPr lang="ja-JP" altLang="en-US" sz="1050" b="1" i="0" u="none" strike="noStrike" dirty="0">
                        <a:effectLst/>
                        <a:latin typeface="Meiryo UI" panose="020B0604030504040204" pitchFamily="50" charset="-128"/>
                        <a:ea typeface="Meiryo UI" panose="020B0604030504040204" pitchFamily="50" charset="-128"/>
                      </a:endParaRPr>
                    </a:p>
                  </a:txBody>
                  <a:tcPr marL="7620" marR="7620" marT="7620" marB="0" anchor="b">
                    <a:solidFill>
                      <a:schemeClr val="accent3">
                        <a:lumMod val="20000"/>
                        <a:lumOff val="80000"/>
                      </a:schemeClr>
                    </a:solidFill>
                  </a:tcPr>
                </a:tc>
                <a:extLst>
                  <a:ext uri="{0D108BD9-81ED-4DB2-BD59-A6C34878D82A}">
                    <a16:rowId xmlns:a16="http://schemas.microsoft.com/office/drawing/2014/main" val="4262929960"/>
                  </a:ext>
                </a:extLst>
              </a:tr>
              <a:tr h="170793">
                <a:tc>
                  <a:txBody>
                    <a:bodyPr/>
                    <a:lstStyle/>
                    <a:p>
                      <a:pPr algn="ctr" fontAlgn="ctr">
                        <a:buNone/>
                      </a:pPr>
                      <a:r>
                        <a:rPr lang="ja-JP" altLang="en-US" sz="1050" b="1" i="0" u="none" strike="noStrike" dirty="0">
                          <a:effectLst/>
                          <a:latin typeface="Meiryo UI" panose="020B0604030504040204" pitchFamily="50" charset="-128"/>
                          <a:ea typeface="Meiryo UI" panose="020B0604030504040204" pitchFamily="50" charset="-128"/>
                        </a:rPr>
                        <a:t>〇</a:t>
                      </a:r>
                    </a:p>
                  </a:txBody>
                  <a:tcPr marL="7620" marR="7620" marT="7620" marB="0" anchor="ctr">
                    <a:solidFill>
                      <a:schemeClr val="accent3">
                        <a:lumMod val="20000"/>
                        <a:lumOff val="80000"/>
                      </a:schemeClr>
                    </a:solidFill>
                  </a:tcPr>
                </a:tc>
                <a:tc>
                  <a:txBody>
                    <a:bodyPr/>
                    <a:lstStyle/>
                    <a:p>
                      <a:pPr algn="ctr" fontAlgn="ctr">
                        <a:buNone/>
                      </a:pPr>
                      <a:r>
                        <a:rPr lang="ja-JP" altLang="en-US" sz="1050" u="none" strike="noStrike">
                          <a:effectLst/>
                          <a:latin typeface="Meiryo UI" panose="020B0604030504040204" pitchFamily="50" charset="-128"/>
                          <a:ea typeface="Meiryo UI" panose="020B0604030504040204" pitchFamily="50" charset="-128"/>
                        </a:rPr>
                        <a:t>定松 舞子</a:t>
                      </a:r>
                      <a:endParaRPr lang="ja-JP" altLang="en-US" sz="1050" b="1" i="0" u="none" strike="noStrike">
                        <a:effectLst/>
                        <a:latin typeface="Meiryo UI" panose="020B0604030504040204" pitchFamily="50" charset="-128"/>
                        <a:ea typeface="Meiryo UI" panose="020B0604030504040204" pitchFamily="50" charset="-128"/>
                      </a:endParaRPr>
                    </a:p>
                  </a:txBody>
                  <a:tcPr marL="7620" marR="7620" marT="7620" marB="0" anchor="ctr">
                    <a:solidFill>
                      <a:schemeClr val="accent3">
                        <a:lumMod val="20000"/>
                        <a:lumOff val="80000"/>
                      </a:schemeClr>
                    </a:solidFill>
                  </a:tcPr>
                </a:tc>
                <a:tc>
                  <a:txBody>
                    <a:bodyPr/>
                    <a:lstStyle/>
                    <a:p>
                      <a:pPr algn="ctr" fontAlgn="b">
                        <a:buNone/>
                      </a:pPr>
                      <a:r>
                        <a:rPr lang="ja-JP" altLang="en-US" sz="1050" u="none" strike="noStrike">
                          <a:effectLst/>
                          <a:latin typeface="Meiryo UI" panose="020B0604030504040204" pitchFamily="50" charset="-128"/>
                          <a:ea typeface="Meiryo UI" panose="020B0604030504040204" pitchFamily="50" charset="-128"/>
                        </a:rPr>
                        <a:t>　</a:t>
                      </a:r>
                      <a:endParaRPr lang="ja-JP" altLang="en-US" sz="1050" b="1" i="0" u="none" strike="noStrike">
                        <a:effectLst/>
                        <a:latin typeface="Meiryo UI" panose="020B0604030504040204" pitchFamily="50" charset="-128"/>
                        <a:ea typeface="Meiryo UI" panose="020B0604030504040204" pitchFamily="50" charset="-128"/>
                      </a:endParaRPr>
                    </a:p>
                  </a:txBody>
                  <a:tcPr marL="7620" marR="7620" marT="7620" marB="0" anchor="b">
                    <a:solidFill>
                      <a:schemeClr val="accent3">
                        <a:lumMod val="20000"/>
                        <a:lumOff val="80000"/>
                      </a:schemeClr>
                    </a:solidFill>
                  </a:tcPr>
                </a:tc>
                <a:tc>
                  <a:txBody>
                    <a:bodyPr/>
                    <a:lstStyle/>
                    <a:p>
                      <a:pPr algn="ctr" fontAlgn="b">
                        <a:buNone/>
                      </a:pPr>
                      <a:r>
                        <a:rPr lang="ja-JP" altLang="en-US" sz="1050" u="sng" strike="noStrike" dirty="0">
                          <a:effectLst/>
                          <a:latin typeface="Meiryo UI" panose="020B0604030504040204" pitchFamily="50" charset="-128"/>
                          <a:ea typeface="Meiryo UI" panose="020B0604030504040204" pitchFamily="50" charset="-128"/>
                        </a:rPr>
                        <a:t>詳細</a:t>
                      </a:r>
                      <a:r>
                        <a:rPr lang="ja-JP" altLang="en-US" sz="1050" u="none" strike="noStrike" dirty="0">
                          <a:effectLst/>
                          <a:latin typeface="Meiryo UI" panose="020B0604030504040204" pitchFamily="50" charset="-128"/>
                          <a:ea typeface="Meiryo UI" panose="020B0604030504040204" pitchFamily="50" charset="-128"/>
                        </a:rPr>
                        <a:t>　</a:t>
                      </a:r>
                      <a:endParaRPr lang="ja-JP" altLang="en-US" sz="1050" b="1" i="0" u="none" strike="noStrike" dirty="0">
                        <a:effectLst/>
                        <a:latin typeface="Meiryo UI" panose="020B0604030504040204" pitchFamily="50" charset="-128"/>
                        <a:ea typeface="Meiryo UI" panose="020B0604030504040204" pitchFamily="50" charset="-128"/>
                      </a:endParaRPr>
                    </a:p>
                  </a:txBody>
                  <a:tcPr marL="7620" marR="7620" marT="7620" marB="0" anchor="b">
                    <a:solidFill>
                      <a:schemeClr val="accent3">
                        <a:lumMod val="20000"/>
                        <a:lumOff val="80000"/>
                      </a:schemeClr>
                    </a:solidFill>
                  </a:tcPr>
                </a:tc>
                <a:extLst>
                  <a:ext uri="{0D108BD9-81ED-4DB2-BD59-A6C34878D82A}">
                    <a16:rowId xmlns:a16="http://schemas.microsoft.com/office/drawing/2014/main" val="3704860544"/>
                  </a:ext>
                </a:extLst>
              </a:tr>
              <a:tr h="170793">
                <a:tc>
                  <a:txBody>
                    <a:bodyPr/>
                    <a:lstStyle/>
                    <a:p>
                      <a:pPr algn="ctr" fontAlgn="ctr">
                        <a:buNone/>
                      </a:pPr>
                      <a:r>
                        <a:rPr lang="ja-JP" altLang="en-US" sz="1050" b="1" i="0" u="none" strike="noStrike" dirty="0">
                          <a:effectLst/>
                          <a:latin typeface="Meiryo UI" panose="020B0604030504040204" pitchFamily="50" charset="-128"/>
                          <a:ea typeface="Meiryo UI" panose="020B0604030504040204" pitchFamily="50" charset="-128"/>
                        </a:rPr>
                        <a:t>〇</a:t>
                      </a:r>
                    </a:p>
                  </a:txBody>
                  <a:tcPr marL="7620" marR="7620" marT="7620" marB="0" anchor="ctr">
                    <a:solidFill>
                      <a:schemeClr val="accent3">
                        <a:lumMod val="20000"/>
                        <a:lumOff val="80000"/>
                      </a:schemeClr>
                    </a:solidFill>
                  </a:tcPr>
                </a:tc>
                <a:tc>
                  <a:txBody>
                    <a:bodyPr/>
                    <a:lstStyle/>
                    <a:p>
                      <a:pPr algn="ctr" fontAlgn="ctr">
                        <a:buNone/>
                      </a:pPr>
                      <a:r>
                        <a:rPr lang="ja-JP" altLang="en-US" sz="1050" u="none" strike="noStrike">
                          <a:effectLst/>
                          <a:latin typeface="Meiryo UI" panose="020B0604030504040204" pitchFamily="50" charset="-128"/>
                          <a:ea typeface="Meiryo UI" panose="020B0604030504040204" pitchFamily="50" charset="-128"/>
                        </a:rPr>
                        <a:t>多田 安男</a:t>
                      </a:r>
                      <a:endParaRPr lang="ja-JP" altLang="en-US" sz="1050" b="1" i="0" u="none" strike="noStrike">
                        <a:effectLst/>
                        <a:latin typeface="Meiryo UI" panose="020B0604030504040204" pitchFamily="50" charset="-128"/>
                        <a:ea typeface="Meiryo UI" panose="020B0604030504040204" pitchFamily="50" charset="-128"/>
                      </a:endParaRPr>
                    </a:p>
                  </a:txBody>
                  <a:tcPr marL="7620" marR="7620" marT="7620" marB="0" anchor="ctr">
                    <a:solidFill>
                      <a:schemeClr val="accent3">
                        <a:lumMod val="20000"/>
                        <a:lumOff val="80000"/>
                      </a:schemeClr>
                    </a:solidFill>
                  </a:tcPr>
                </a:tc>
                <a:tc>
                  <a:txBody>
                    <a:bodyPr/>
                    <a:lstStyle/>
                    <a:p>
                      <a:pPr algn="ctr" fontAlgn="b">
                        <a:buNone/>
                      </a:pPr>
                      <a:r>
                        <a:rPr lang="ja-JP" altLang="en-US" sz="1050" u="none" strike="noStrike">
                          <a:effectLst/>
                          <a:latin typeface="Meiryo UI" panose="020B0604030504040204" pitchFamily="50" charset="-128"/>
                          <a:ea typeface="Meiryo UI" panose="020B0604030504040204" pitchFamily="50" charset="-128"/>
                        </a:rPr>
                        <a:t>　</a:t>
                      </a:r>
                      <a:endParaRPr lang="ja-JP" altLang="en-US" sz="1050" b="1" i="0" u="none" strike="noStrike">
                        <a:effectLst/>
                        <a:latin typeface="Meiryo UI" panose="020B0604030504040204" pitchFamily="50" charset="-128"/>
                        <a:ea typeface="Meiryo UI" panose="020B0604030504040204" pitchFamily="50" charset="-128"/>
                      </a:endParaRPr>
                    </a:p>
                  </a:txBody>
                  <a:tcPr marL="7620" marR="7620" marT="7620" marB="0" anchor="b">
                    <a:solidFill>
                      <a:schemeClr val="accent3">
                        <a:lumMod val="20000"/>
                        <a:lumOff val="80000"/>
                      </a:schemeClr>
                    </a:solidFill>
                  </a:tcPr>
                </a:tc>
                <a:tc>
                  <a:txBody>
                    <a:bodyPr/>
                    <a:lstStyle/>
                    <a:p>
                      <a:pPr algn="ctr" fontAlgn="b">
                        <a:buNone/>
                      </a:pPr>
                      <a:r>
                        <a:rPr lang="ja-JP" altLang="en-US" sz="1050" u="sng" strike="noStrike">
                          <a:effectLst/>
                          <a:latin typeface="Meiryo UI" panose="020B0604030504040204" pitchFamily="50" charset="-128"/>
                          <a:ea typeface="Meiryo UI" panose="020B0604030504040204" pitchFamily="50" charset="-128"/>
                        </a:rPr>
                        <a:t>詳細</a:t>
                      </a:r>
                      <a:r>
                        <a:rPr lang="ja-JP" altLang="en-US" sz="1050" u="none" strike="noStrike">
                          <a:effectLst/>
                          <a:latin typeface="Meiryo UI" panose="020B0604030504040204" pitchFamily="50" charset="-128"/>
                          <a:ea typeface="Meiryo UI" panose="020B0604030504040204" pitchFamily="50" charset="-128"/>
                        </a:rPr>
                        <a:t>　</a:t>
                      </a:r>
                      <a:endParaRPr lang="ja-JP" altLang="en-US" sz="1050" b="1" i="0" u="none" strike="noStrike" dirty="0">
                        <a:effectLst/>
                        <a:latin typeface="Meiryo UI" panose="020B0604030504040204" pitchFamily="50" charset="-128"/>
                        <a:ea typeface="Meiryo UI" panose="020B0604030504040204" pitchFamily="50" charset="-128"/>
                      </a:endParaRPr>
                    </a:p>
                  </a:txBody>
                  <a:tcPr marL="7620" marR="7620" marT="7620" marB="0" anchor="b">
                    <a:solidFill>
                      <a:schemeClr val="accent3">
                        <a:lumMod val="20000"/>
                        <a:lumOff val="80000"/>
                      </a:schemeClr>
                    </a:solidFill>
                  </a:tcPr>
                </a:tc>
                <a:extLst>
                  <a:ext uri="{0D108BD9-81ED-4DB2-BD59-A6C34878D82A}">
                    <a16:rowId xmlns:a16="http://schemas.microsoft.com/office/drawing/2014/main" val="1202824414"/>
                  </a:ext>
                </a:extLst>
              </a:tr>
              <a:tr h="170793">
                <a:tc>
                  <a:txBody>
                    <a:bodyPr/>
                    <a:lstStyle/>
                    <a:p>
                      <a:pPr algn="ctr" fontAlgn="ctr">
                        <a:buNone/>
                      </a:pPr>
                      <a:r>
                        <a:rPr lang="ja-JP" altLang="en-US" sz="1050" b="1" i="0" u="none" strike="noStrike" dirty="0">
                          <a:effectLst/>
                          <a:latin typeface="Meiryo UI" panose="020B0604030504040204" pitchFamily="50" charset="-128"/>
                          <a:ea typeface="Meiryo UI" panose="020B0604030504040204" pitchFamily="50" charset="-128"/>
                        </a:rPr>
                        <a:t>〇</a:t>
                      </a:r>
                    </a:p>
                  </a:txBody>
                  <a:tcPr marL="7620" marR="7620" marT="7620" marB="0" anchor="ctr">
                    <a:solidFill>
                      <a:schemeClr val="accent3">
                        <a:lumMod val="20000"/>
                        <a:lumOff val="80000"/>
                      </a:schemeClr>
                    </a:solidFill>
                  </a:tcPr>
                </a:tc>
                <a:tc>
                  <a:txBody>
                    <a:bodyPr/>
                    <a:lstStyle/>
                    <a:p>
                      <a:pPr algn="ctr" fontAlgn="ctr">
                        <a:buNone/>
                      </a:pPr>
                      <a:r>
                        <a:rPr lang="ja-JP" altLang="en-US" sz="1050" u="none" strike="noStrike" dirty="0">
                          <a:effectLst/>
                          <a:latin typeface="Meiryo UI" panose="020B0604030504040204" pitchFamily="50" charset="-128"/>
                          <a:ea typeface="Meiryo UI" panose="020B0604030504040204" pitchFamily="50" charset="-128"/>
                        </a:rPr>
                        <a:t>抱 博高</a:t>
                      </a:r>
                      <a:endParaRPr lang="ja-JP" altLang="en-US" sz="1050" b="1" i="0" u="none" strike="noStrike" dirty="0">
                        <a:effectLst/>
                        <a:latin typeface="Meiryo UI" panose="020B0604030504040204" pitchFamily="50" charset="-128"/>
                        <a:ea typeface="Meiryo UI" panose="020B0604030504040204" pitchFamily="50" charset="-128"/>
                      </a:endParaRPr>
                    </a:p>
                  </a:txBody>
                  <a:tcPr marL="7620" marR="7620" marT="7620" marB="0" anchor="ctr">
                    <a:solidFill>
                      <a:schemeClr val="accent3">
                        <a:lumMod val="20000"/>
                        <a:lumOff val="80000"/>
                      </a:schemeClr>
                    </a:solidFill>
                  </a:tcPr>
                </a:tc>
                <a:tc>
                  <a:txBody>
                    <a:bodyPr/>
                    <a:lstStyle/>
                    <a:p>
                      <a:pPr algn="ctr" fontAlgn="b">
                        <a:buNone/>
                      </a:pPr>
                      <a:r>
                        <a:rPr lang="ja-JP" altLang="en-US" sz="1050" u="none" strike="noStrike" dirty="0">
                          <a:effectLst/>
                          <a:latin typeface="Meiryo UI" panose="020B0604030504040204" pitchFamily="50" charset="-128"/>
                          <a:ea typeface="Meiryo UI" panose="020B0604030504040204" pitchFamily="50" charset="-128"/>
                        </a:rPr>
                        <a:t>　</a:t>
                      </a:r>
                      <a:endParaRPr lang="ja-JP" altLang="en-US" sz="1050" b="1" i="0" u="none" strike="noStrike" dirty="0">
                        <a:effectLst/>
                        <a:latin typeface="Meiryo UI" panose="020B0604030504040204" pitchFamily="50" charset="-128"/>
                        <a:ea typeface="Meiryo UI" panose="020B0604030504040204" pitchFamily="50" charset="-128"/>
                      </a:endParaRPr>
                    </a:p>
                  </a:txBody>
                  <a:tcPr marL="7620" marR="7620" marT="7620" marB="0" anchor="b">
                    <a:solidFill>
                      <a:schemeClr val="accent3">
                        <a:lumMod val="20000"/>
                        <a:lumOff val="80000"/>
                      </a:schemeClr>
                    </a:solidFill>
                  </a:tcPr>
                </a:tc>
                <a:tc>
                  <a:txBody>
                    <a:bodyPr/>
                    <a:lstStyle/>
                    <a:p>
                      <a:pPr algn="ctr" fontAlgn="b">
                        <a:buNone/>
                      </a:pPr>
                      <a:r>
                        <a:rPr lang="ja-JP" altLang="en-US" sz="1050" u="sng" strike="noStrike" dirty="0">
                          <a:effectLst/>
                          <a:latin typeface="Meiryo UI" panose="020B0604030504040204" pitchFamily="50" charset="-128"/>
                          <a:ea typeface="Meiryo UI" panose="020B0604030504040204" pitchFamily="50" charset="-128"/>
                        </a:rPr>
                        <a:t>詳細</a:t>
                      </a:r>
                      <a:r>
                        <a:rPr lang="ja-JP" altLang="en-US" sz="1050" u="none" strike="noStrike" dirty="0">
                          <a:effectLst/>
                          <a:latin typeface="Meiryo UI" panose="020B0604030504040204" pitchFamily="50" charset="-128"/>
                          <a:ea typeface="Meiryo UI" panose="020B0604030504040204" pitchFamily="50" charset="-128"/>
                        </a:rPr>
                        <a:t>　</a:t>
                      </a:r>
                      <a:endParaRPr lang="ja-JP" altLang="en-US" sz="1050" b="1" i="0" u="none" strike="noStrike" dirty="0">
                        <a:effectLst/>
                        <a:latin typeface="Meiryo UI" panose="020B0604030504040204" pitchFamily="50" charset="-128"/>
                        <a:ea typeface="Meiryo UI" panose="020B0604030504040204" pitchFamily="50" charset="-128"/>
                      </a:endParaRPr>
                    </a:p>
                  </a:txBody>
                  <a:tcPr marL="7620" marR="7620" marT="7620" marB="0" anchor="b">
                    <a:solidFill>
                      <a:schemeClr val="accent3">
                        <a:lumMod val="20000"/>
                        <a:lumOff val="80000"/>
                      </a:schemeClr>
                    </a:solidFill>
                  </a:tcPr>
                </a:tc>
                <a:extLst>
                  <a:ext uri="{0D108BD9-81ED-4DB2-BD59-A6C34878D82A}">
                    <a16:rowId xmlns:a16="http://schemas.microsoft.com/office/drawing/2014/main" val="1331551879"/>
                  </a:ext>
                </a:extLst>
              </a:tr>
              <a:tr h="170793">
                <a:tc>
                  <a:txBody>
                    <a:bodyPr/>
                    <a:lstStyle/>
                    <a:p>
                      <a:pPr algn="ctr" fontAlgn="ctr">
                        <a:buNone/>
                      </a:pPr>
                      <a:r>
                        <a:rPr lang="ja-JP" altLang="en-US" sz="1050" b="1" i="0" u="none" strike="noStrike" dirty="0">
                          <a:effectLst/>
                          <a:latin typeface="Meiryo UI" panose="020B0604030504040204" pitchFamily="50" charset="-128"/>
                          <a:ea typeface="Meiryo UI" panose="020B0604030504040204" pitchFamily="50" charset="-128"/>
                        </a:rPr>
                        <a:t>〇</a:t>
                      </a:r>
                    </a:p>
                  </a:txBody>
                  <a:tcPr marL="7620" marR="7620" marT="7620" marB="0" anchor="ctr">
                    <a:solidFill>
                      <a:schemeClr val="accent3">
                        <a:lumMod val="20000"/>
                        <a:lumOff val="80000"/>
                      </a:schemeClr>
                    </a:solidFill>
                  </a:tcPr>
                </a:tc>
                <a:tc>
                  <a:txBody>
                    <a:bodyPr/>
                    <a:lstStyle/>
                    <a:p>
                      <a:pPr algn="ctr" fontAlgn="ctr">
                        <a:buNone/>
                      </a:pPr>
                      <a:r>
                        <a:rPr lang="ja-JP" altLang="en-US" sz="1050" u="none" strike="noStrike" dirty="0">
                          <a:effectLst/>
                          <a:latin typeface="Meiryo UI" panose="020B0604030504040204" pitchFamily="50" charset="-128"/>
                          <a:ea typeface="Meiryo UI" panose="020B0604030504040204" pitchFamily="50" charset="-128"/>
                        </a:rPr>
                        <a:t>鈴木 亮</a:t>
                      </a:r>
                      <a:endParaRPr lang="ja-JP" altLang="en-US" sz="1050" b="1" i="0" u="none" strike="noStrike" dirty="0">
                        <a:effectLst/>
                        <a:latin typeface="Meiryo UI" panose="020B0604030504040204" pitchFamily="50" charset="-128"/>
                        <a:ea typeface="Meiryo UI" panose="020B0604030504040204" pitchFamily="50" charset="-128"/>
                      </a:endParaRPr>
                    </a:p>
                  </a:txBody>
                  <a:tcPr marL="7620" marR="7620" marT="7620" marB="0" anchor="ctr">
                    <a:solidFill>
                      <a:schemeClr val="accent3">
                        <a:lumMod val="20000"/>
                        <a:lumOff val="80000"/>
                      </a:schemeClr>
                    </a:solidFill>
                  </a:tcPr>
                </a:tc>
                <a:tc>
                  <a:txBody>
                    <a:bodyPr/>
                    <a:lstStyle/>
                    <a:p>
                      <a:pPr algn="ctr" fontAlgn="b">
                        <a:buNone/>
                      </a:pPr>
                      <a:r>
                        <a:rPr lang="ja-JP" altLang="en-US" sz="1050" u="none" strike="noStrike">
                          <a:effectLst/>
                          <a:latin typeface="Meiryo UI" panose="020B0604030504040204" pitchFamily="50" charset="-128"/>
                          <a:ea typeface="Meiryo UI" panose="020B0604030504040204" pitchFamily="50" charset="-128"/>
                        </a:rPr>
                        <a:t>　</a:t>
                      </a:r>
                      <a:endParaRPr lang="ja-JP" altLang="en-US" sz="1050" b="1" i="0" u="none" strike="noStrike">
                        <a:effectLst/>
                        <a:latin typeface="Meiryo UI" panose="020B0604030504040204" pitchFamily="50" charset="-128"/>
                        <a:ea typeface="Meiryo UI" panose="020B0604030504040204" pitchFamily="50" charset="-128"/>
                      </a:endParaRPr>
                    </a:p>
                  </a:txBody>
                  <a:tcPr marL="7620" marR="7620" marT="7620" marB="0" anchor="b">
                    <a:solidFill>
                      <a:schemeClr val="accent3">
                        <a:lumMod val="20000"/>
                        <a:lumOff val="80000"/>
                      </a:schemeClr>
                    </a:solidFill>
                  </a:tcPr>
                </a:tc>
                <a:tc>
                  <a:txBody>
                    <a:bodyPr/>
                    <a:lstStyle/>
                    <a:p>
                      <a:pPr algn="ctr" fontAlgn="b">
                        <a:buNone/>
                      </a:pPr>
                      <a:r>
                        <a:rPr lang="ja-JP" altLang="en-US" sz="1050" u="sng" strike="noStrike" dirty="0">
                          <a:effectLst/>
                          <a:latin typeface="Meiryo UI" panose="020B0604030504040204" pitchFamily="50" charset="-128"/>
                          <a:ea typeface="Meiryo UI" panose="020B0604030504040204" pitchFamily="50" charset="-128"/>
                        </a:rPr>
                        <a:t>詳細</a:t>
                      </a:r>
                      <a:r>
                        <a:rPr lang="ja-JP" altLang="en-US" sz="1050" u="none" strike="noStrike" dirty="0">
                          <a:effectLst/>
                          <a:latin typeface="Meiryo UI" panose="020B0604030504040204" pitchFamily="50" charset="-128"/>
                          <a:ea typeface="Meiryo UI" panose="020B0604030504040204" pitchFamily="50" charset="-128"/>
                        </a:rPr>
                        <a:t>　</a:t>
                      </a:r>
                      <a:endParaRPr lang="ja-JP" altLang="en-US" sz="1050" b="1" i="0" u="none" strike="noStrike" dirty="0">
                        <a:effectLst/>
                        <a:latin typeface="Meiryo UI" panose="020B0604030504040204" pitchFamily="50" charset="-128"/>
                        <a:ea typeface="Meiryo UI" panose="020B0604030504040204" pitchFamily="50" charset="-128"/>
                      </a:endParaRPr>
                    </a:p>
                  </a:txBody>
                  <a:tcPr marL="7620" marR="7620" marT="7620" marB="0" anchor="b">
                    <a:solidFill>
                      <a:schemeClr val="accent3">
                        <a:lumMod val="20000"/>
                        <a:lumOff val="80000"/>
                      </a:schemeClr>
                    </a:solidFill>
                  </a:tcPr>
                </a:tc>
                <a:extLst>
                  <a:ext uri="{0D108BD9-81ED-4DB2-BD59-A6C34878D82A}">
                    <a16:rowId xmlns:a16="http://schemas.microsoft.com/office/drawing/2014/main" val="1457038890"/>
                  </a:ext>
                </a:extLst>
              </a:tr>
              <a:tr h="170793">
                <a:tc>
                  <a:txBody>
                    <a:bodyPr/>
                    <a:lstStyle/>
                    <a:p>
                      <a:pPr algn="ctr" fontAlgn="ctr">
                        <a:buNone/>
                      </a:pPr>
                      <a:r>
                        <a:rPr lang="ja-JP" altLang="en-US" sz="1050" b="1" i="0" u="none" strike="noStrike" dirty="0">
                          <a:effectLst/>
                          <a:latin typeface="Meiryo UI" panose="020B0604030504040204" pitchFamily="50" charset="-128"/>
                          <a:ea typeface="Meiryo UI" panose="020B0604030504040204" pitchFamily="50" charset="-128"/>
                        </a:rPr>
                        <a:t>〇</a:t>
                      </a:r>
                    </a:p>
                  </a:txBody>
                  <a:tcPr marL="7620" marR="7620" marT="7620" marB="0" anchor="ctr">
                    <a:solidFill>
                      <a:schemeClr val="accent3">
                        <a:lumMod val="20000"/>
                        <a:lumOff val="80000"/>
                      </a:schemeClr>
                    </a:solidFill>
                  </a:tcPr>
                </a:tc>
                <a:tc>
                  <a:txBody>
                    <a:bodyPr/>
                    <a:lstStyle/>
                    <a:p>
                      <a:pPr algn="ctr" fontAlgn="ctr">
                        <a:buNone/>
                      </a:pPr>
                      <a:r>
                        <a:rPr lang="ja-JP" altLang="en-US" sz="1050" u="none" strike="noStrike" dirty="0">
                          <a:effectLst/>
                          <a:latin typeface="Meiryo UI" panose="020B0604030504040204" pitchFamily="50" charset="-128"/>
                          <a:ea typeface="Meiryo UI" panose="020B0604030504040204" pitchFamily="50" charset="-128"/>
                        </a:rPr>
                        <a:t>武田あきひと</a:t>
                      </a:r>
                      <a:endParaRPr lang="ja-JP" altLang="en-US" sz="1050" b="1" i="0" u="none" strike="noStrike" dirty="0">
                        <a:effectLst/>
                        <a:latin typeface="Meiryo UI" panose="020B0604030504040204" pitchFamily="50" charset="-128"/>
                        <a:ea typeface="Meiryo UI" panose="020B0604030504040204" pitchFamily="50" charset="-128"/>
                      </a:endParaRPr>
                    </a:p>
                  </a:txBody>
                  <a:tcPr marL="7620" marR="7620" marT="7620" marB="0" anchor="ctr">
                    <a:solidFill>
                      <a:schemeClr val="accent3">
                        <a:lumMod val="20000"/>
                        <a:lumOff val="80000"/>
                      </a:schemeClr>
                    </a:solidFill>
                  </a:tcPr>
                </a:tc>
                <a:tc>
                  <a:txBody>
                    <a:bodyPr/>
                    <a:lstStyle/>
                    <a:p>
                      <a:pPr algn="ctr" fontAlgn="b">
                        <a:buNone/>
                      </a:pPr>
                      <a:r>
                        <a:rPr lang="ja-JP" altLang="en-US" sz="1050" u="none" strike="noStrike">
                          <a:effectLst/>
                          <a:latin typeface="Meiryo UI" panose="020B0604030504040204" pitchFamily="50" charset="-128"/>
                          <a:ea typeface="Meiryo UI" panose="020B0604030504040204" pitchFamily="50" charset="-128"/>
                        </a:rPr>
                        <a:t>　</a:t>
                      </a:r>
                      <a:endParaRPr lang="ja-JP" altLang="en-US" sz="1050" b="1" i="0" u="none" strike="noStrike">
                        <a:effectLst/>
                        <a:latin typeface="Meiryo UI" panose="020B0604030504040204" pitchFamily="50" charset="-128"/>
                        <a:ea typeface="Meiryo UI" panose="020B0604030504040204" pitchFamily="50" charset="-128"/>
                      </a:endParaRPr>
                    </a:p>
                  </a:txBody>
                  <a:tcPr marL="7620" marR="7620" marT="7620" marB="0" anchor="b">
                    <a:solidFill>
                      <a:schemeClr val="accent3">
                        <a:lumMod val="20000"/>
                        <a:lumOff val="80000"/>
                      </a:schemeClr>
                    </a:solidFill>
                  </a:tcPr>
                </a:tc>
                <a:tc>
                  <a:txBody>
                    <a:bodyPr/>
                    <a:lstStyle/>
                    <a:p>
                      <a:pPr algn="ctr" fontAlgn="b">
                        <a:buNone/>
                      </a:pPr>
                      <a:r>
                        <a:rPr lang="ja-JP" altLang="en-US" sz="1050" u="sng" strike="noStrike" dirty="0">
                          <a:effectLst/>
                          <a:latin typeface="Meiryo UI" panose="020B0604030504040204" pitchFamily="50" charset="-128"/>
                          <a:ea typeface="Meiryo UI" panose="020B0604030504040204" pitchFamily="50" charset="-128"/>
                        </a:rPr>
                        <a:t>詳細</a:t>
                      </a:r>
                      <a:r>
                        <a:rPr lang="ja-JP" altLang="en-US" sz="1050" u="none" strike="noStrike" dirty="0">
                          <a:effectLst/>
                          <a:latin typeface="Meiryo UI" panose="020B0604030504040204" pitchFamily="50" charset="-128"/>
                          <a:ea typeface="Meiryo UI" panose="020B0604030504040204" pitchFamily="50" charset="-128"/>
                        </a:rPr>
                        <a:t>　</a:t>
                      </a:r>
                      <a:endParaRPr lang="ja-JP" altLang="en-US" sz="1050" b="1" i="0" u="none" strike="noStrike" dirty="0">
                        <a:effectLst/>
                        <a:latin typeface="Meiryo UI" panose="020B0604030504040204" pitchFamily="50" charset="-128"/>
                        <a:ea typeface="Meiryo UI" panose="020B0604030504040204" pitchFamily="50" charset="-128"/>
                      </a:endParaRPr>
                    </a:p>
                  </a:txBody>
                  <a:tcPr marL="7620" marR="7620" marT="7620" marB="0" anchor="b">
                    <a:solidFill>
                      <a:schemeClr val="accent3">
                        <a:lumMod val="20000"/>
                        <a:lumOff val="80000"/>
                      </a:schemeClr>
                    </a:solidFill>
                  </a:tcPr>
                </a:tc>
                <a:extLst>
                  <a:ext uri="{0D108BD9-81ED-4DB2-BD59-A6C34878D82A}">
                    <a16:rowId xmlns:a16="http://schemas.microsoft.com/office/drawing/2014/main" val="720786565"/>
                  </a:ext>
                </a:extLst>
              </a:tr>
              <a:tr h="170793">
                <a:tc>
                  <a:txBody>
                    <a:bodyPr/>
                    <a:lstStyle/>
                    <a:p>
                      <a:pPr algn="ctr" fontAlgn="ctr">
                        <a:buNone/>
                      </a:pPr>
                      <a:r>
                        <a:rPr lang="ja-JP" altLang="en-US" sz="1050" b="1" i="0" u="none" strike="noStrike" dirty="0">
                          <a:effectLst/>
                          <a:latin typeface="Meiryo UI" panose="020B0604030504040204" pitchFamily="50" charset="-128"/>
                          <a:ea typeface="Meiryo UI" panose="020B0604030504040204" pitchFamily="50" charset="-128"/>
                        </a:rPr>
                        <a:t>〇</a:t>
                      </a:r>
                    </a:p>
                  </a:txBody>
                  <a:tcPr marL="7620" marR="7620" marT="7620" marB="0" anchor="ctr">
                    <a:solidFill>
                      <a:schemeClr val="accent3">
                        <a:lumMod val="20000"/>
                        <a:lumOff val="80000"/>
                      </a:schemeClr>
                    </a:solidFill>
                  </a:tcPr>
                </a:tc>
                <a:tc>
                  <a:txBody>
                    <a:bodyPr/>
                    <a:lstStyle/>
                    <a:p>
                      <a:pPr algn="ctr" fontAlgn="ctr">
                        <a:buNone/>
                      </a:pPr>
                      <a:r>
                        <a:rPr lang="ja-JP" altLang="en-US" sz="1050" u="none" strike="noStrike">
                          <a:effectLst/>
                          <a:latin typeface="Meiryo UI" panose="020B0604030504040204" pitchFamily="50" charset="-128"/>
                          <a:ea typeface="Meiryo UI" panose="020B0604030504040204" pitchFamily="50" charset="-128"/>
                        </a:rPr>
                        <a:t>大田 健太郎</a:t>
                      </a:r>
                      <a:endParaRPr lang="ja-JP" altLang="en-US" sz="1050" b="1" i="0" u="none" strike="noStrike">
                        <a:effectLst/>
                        <a:latin typeface="Meiryo UI" panose="020B0604030504040204" pitchFamily="50" charset="-128"/>
                        <a:ea typeface="Meiryo UI" panose="020B0604030504040204" pitchFamily="50" charset="-128"/>
                      </a:endParaRPr>
                    </a:p>
                  </a:txBody>
                  <a:tcPr marL="7620" marR="7620" marT="7620" marB="0" anchor="ctr">
                    <a:solidFill>
                      <a:schemeClr val="accent3">
                        <a:lumMod val="20000"/>
                        <a:lumOff val="80000"/>
                      </a:schemeClr>
                    </a:solidFill>
                  </a:tcPr>
                </a:tc>
                <a:tc>
                  <a:txBody>
                    <a:bodyPr/>
                    <a:lstStyle/>
                    <a:p>
                      <a:pPr algn="ctr" fontAlgn="b">
                        <a:buNone/>
                      </a:pPr>
                      <a:r>
                        <a:rPr lang="ja-JP" altLang="en-US" sz="1050" u="none" strike="noStrike">
                          <a:effectLst/>
                          <a:latin typeface="Meiryo UI" panose="020B0604030504040204" pitchFamily="50" charset="-128"/>
                          <a:ea typeface="Meiryo UI" panose="020B0604030504040204" pitchFamily="50" charset="-128"/>
                        </a:rPr>
                        <a:t>　</a:t>
                      </a:r>
                      <a:endParaRPr lang="ja-JP" altLang="en-US" sz="1050" b="1" i="0" u="none" strike="noStrike">
                        <a:effectLst/>
                        <a:latin typeface="Meiryo UI" panose="020B0604030504040204" pitchFamily="50" charset="-128"/>
                        <a:ea typeface="Meiryo UI" panose="020B0604030504040204" pitchFamily="50" charset="-128"/>
                      </a:endParaRPr>
                    </a:p>
                  </a:txBody>
                  <a:tcPr marL="7620" marR="7620" marT="7620" marB="0" anchor="b">
                    <a:solidFill>
                      <a:schemeClr val="accent3">
                        <a:lumMod val="20000"/>
                        <a:lumOff val="80000"/>
                      </a:schemeClr>
                    </a:solidFill>
                  </a:tcPr>
                </a:tc>
                <a:tc>
                  <a:txBody>
                    <a:bodyPr/>
                    <a:lstStyle/>
                    <a:p>
                      <a:pPr algn="ctr" fontAlgn="b">
                        <a:buNone/>
                      </a:pPr>
                      <a:r>
                        <a:rPr lang="ja-JP" altLang="en-US" sz="1050" u="none" strike="noStrike" dirty="0">
                          <a:effectLst/>
                          <a:latin typeface="Meiryo UI" panose="020B0604030504040204" pitchFamily="50" charset="-128"/>
                          <a:ea typeface="Meiryo UI" panose="020B0604030504040204" pitchFamily="50" charset="-128"/>
                        </a:rPr>
                        <a:t>詳細　</a:t>
                      </a:r>
                      <a:endParaRPr lang="ja-JP" altLang="en-US" sz="1050" b="1" i="0" u="none" strike="noStrike" dirty="0">
                        <a:effectLst/>
                        <a:latin typeface="Meiryo UI" panose="020B0604030504040204" pitchFamily="50" charset="-128"/>
                        <a:ea typeface="Meiryo UI" panose="020B0604030504040204" pitchFamily="50" charset="-128"/>
                      </a:endParaRPr>
                    </a:p>
                  </a:txBody>
                  <a:tcPr marL="7620" marR="7620" marT="7620" marB="0" anchor="b">
                    <a:solidFill>
                      <a:schemeClr val="accent3">
                        <a:lumMod val="20000"/>
                        <a:lumOff val="80000"/>
                      </a:schemeClr>
                    </a:solidFill>
                  </a:tcPr>
                </a:tc>
                <a:extLst>
                  <a:ext uri="{0D108BD9-81ED-4DB2-BD59-A6C34878D82A}">
                    <a16:rowId xmlns:a16="http://schemas.microsoft.com/office/drawing/2014/main" val="3372779491"/>
                  </a:ext>
                </a:extLst>
              </a:tr>
              <a:tr h="170793">
                <a:tc>
                  <a:txBody>
                    <a:bodyPr/>
                    <a:lstStyle/>
                    <a:p>
                      <a:pPr algn="ctr" fontAlgn="ctr">
                        <a:buNone/>
                      </a:pPr>
                      <a:r>
                        <a:rPr lang="ja-JP" altLang="en-US" sz="1050" b="1" i="0" u="none" strike="noStrike" dirty="0">
                          <a:effectLst/>
                          <a:latin typeface="Meiryo UI" panose="020B0604030504040204" pitchFamily="50" charset="-128"/>
                          <a:ea typeface="Meiryo UI" panose="020B0604030504040204" pitchFamily="50" charset="-128"/>
                        </a:rPr>
                        <a:t>〇</a:t>
                      </a:r>
                    </a:p>
                  </a:txBody>
                  <a:tcPr marL="7620" marR="7620" marT="7620" marB="0" anchor="ctr">
                    <a:solidFill>
                      <a:schemeClr val="accent3">
                        <a:lumMod val="20000"/>
                        <a:lumOff val="80000"/>
                      </a:schemeClr>
                    </a:solidFill>
                  </a:tcPr>
                </a:tc>
                <a:tc>
                  <a:txBody>
                    <a:bodyPr/>
                    <a:lstStyle/>
                    <a:p>
                      <a:pPr algn="ctr" fontAlgn="ctr">
                        <a:buNone/>
                      </a:pPr>
                      <a:r>
                        <a:rPr lang="ja-JP" altLang="en-US" sz="1050" u="none" strike="noStrike" dirty="0">
                          <a:effectLst/>
                          <a:latin typeface="Meiryo UI" panose="020B0604030504040204" pitchFamily="50" charset="-128"/>
                          <a:ea typeface="Meiryo UI" panose="020B0604030504040204" pitchFamily="50" charset="-128"/>
                        </a:rPr>
                        <a:t>冬野 紘彰</a:t>
                      </a:r>
                      <a:endParaRPr lang="ja-JP" altLang="en-US" sz="1050" b="1" i="0" u="none" strike="noStrike" dirty="0">
                        <a:effectLst/>
                        <a:latin typeface="Meiryo UI" panose="020B0604030504040204" pitchFamily="50" charset="-128"/>
                        <a:ea typeface="Meiryo UI" panose="020B0604030504040204" pitchFamily="50" charset="-128"/>
                      </a:endParaRPr>
                    </a:p>
                  </a:txBody>
                  <a:tcPr marL="7620" marR="7620" marT="7620" marB="0" anchor="ctr">
                    <a:solidFill>
                      <a:schemeClr val="accent3">
                        <a:lumMod val="20000"/>
                        <a:lumOff val="80000"/>
                      </a:schemeClr>
                    </a:solidFill>
                  </a:tcPr>
                </a:tc>
                <a:tc>
                  <a:txBody>
                    <a:bodyPr/>
                    <a:lstStyle/>
                    <a:p>
                      <a:pPr algn="ctr" fontAlgn="b">
                        <a:buNone/>
                      </a:pPr>
                      <a:r>
                        <a:rPr lang="ja-JP" altLang="en-US" sz="1050" u="none" strike="noStrike">
                          <a:effectLst/>
                          <a:latin typeface="Meiryo UI" panose="020B0604030504040204" pitchFamily="50" charset="-128"/>
                          <a:ea typeface="Meiryo UI" panose="020B0604030504040204" pitchFamily="50" charset="-128"/>
                        </a:rPr>
                        <a:t>　</a:t>
                      </a:r>
                      <a:endParaRPr lang="ja-JP" altLang="en-US" sz="1050" b="1" i="0" u="none" strike="noStrike">
                        <a:effectLst/>
                        <a:latin typeface="Meiryo UI" panose="020B0604030504040204" pitchFamily="50" charset="-128"/>
                        <a:ea typeface="Meiryo UI" panose="020B0604030504040204" pitchFamily="50" charset="-128"/>
                      </a:endParaRPr>
                    </a:p>
                  </a:txBody>
                  <a:tcPr marL="7620" marR="7620" marT="7620" marB="0" anchor="b">
                    <a:solidFill>
                      <a:schemeClr val="accent3">
                        <a:lumMod val="20000"/>
                        <a:lumOff val="80000"/>
                      </a:schemeClr>
                    </a:solidFill>
                  </a:tcPr>
                </a:tc>
                <a:tc>
                  <a:txBody>
                    <a:bodyPr/>
                    <a:lstStyle/>
                    <a:p>
                      <a:pPr algn="ctr" fontAlgn="b">
                        <a:buNone/>
                      </a:pPr>
                      <a:r>
                        <a:rPr lang="ja-JP" altLang="en-US" sz="1050" u="none" strike="noStrike" dirty="0">
                          <a:effectLst/>
                          <a:latin typeface="Meiryo UI" panose="020B0604030504040204" pitchFamily="50" charset="-128"/>
                          <a:ea typeface="Meiryo UI" panose="020B0604030504040204" pitchFamily="50" charset="-128"/>
                        </a:rPr>
                        <a:t>詳細　</a:t>
                      </a:r>
                      <a:endParaRPr lang="ja-JP" altLang="en-US" sz="1050" b="1" i="0" u="none" strike="noStrike" dirty="0">
                        <a:effectLst/>
                        <a:latin typeface="Meiryo UI" panose="020B0604030504040204" pitchFamily="50" charset="-128"/>
                        <a:ea typeface="Meiryo UI" panose="020B0604030504040204" pitchFamily="50" charset="-128"/>
                      </a:endParaRPr>
                    </a:p>
                  </a:txBody>
                  <a:tcPr marL="7620" marR="7620" marT="7620" marB="0" anchor="b">
                    <a:solidFill>
                      <a:schemeClr val="accent3">
                        <a:lumMod val="20000"/>
                        <a:lumOff val="80000"/>
                      </a:schemeClr>
                    </a:solidFill>
                  </a:tcPr>
                </a:tc>
                <a:extLst>
                  <a:ext uri="{0D108BD9-81ED-4DB2-BD59-A6C34878D82A}">
                    <a16:rowId xmlns:a16="http://schemas.microsoft.com/office/drawing/2014/main" val="2599633959"/>
                  </a:ext>
                </a:extLst>
              </a:tr>
              <a:tr h="170793">
                <a:tc>
                  <a:txBody>
                    <a:bodyPr/>
                    <a:lstStyle/>
                    <a:p>
                      <a:pPr algn="ctr" fontAlgn="ctr">
                        <a:buNone/>
                      </a:pPr>
                      <a:r>
                        <a:rPr lang="ja-JP" altLang="en-US" sz="1050" b="1" i="0" u="none" strike="noStrike" dirty="0">
                          <a:effectLst/>
                          <a:latin typeface="Meiryo UI" panose="020B0604030504040204" pitchFamily="50" charset="-128"/>
                          <a:ea typeface="Meiryo UI" panose="020B0604030504040204" pitchFamily="50" charset="-128"/>
                        </a:rPr>
                        <a:t>〇</a:t>
                      </a:r>
                    </a:p>
                  </a:txBody>
                  <a:tcPr marL="7620" marR="7620" marT="7620" marB="0" anchor="ctr">
                    <a:solidFill>
                      <a:schemeClr val="accent3">
                        <a:lumMod val="20000"/>
                        <a:lumOff val="80000"/>
                      </a:schemeClr>
                    </a:solidFill>
                  </a:tcPr>
                </a:tc>
                <a:tc>
                  <a:txBody>
                    <a:bodyPr/>
                    <a:lstStyle/>
                    <a:p>
                      <a:pPr algn="ctr" fontAlgn="ctr">
                        <a:buNone/>
                      </a:pPr>
                      <a:r>
                        <a:rPr lang="ja-JP" altLang="en-US" sz="1050" u="none" strike="noStrike" dirty="0">
                          <a:effectLst/>
                          <a:latin typeface="Meiryo UI" panose="020B0604030504040204" pitchFamily="50" charset="-128"/>
                          <a:ea typeface="Meiryo UI" panose="020B0604030504040204" pitchFamily="50" charset="-128"/>
                        </a:rPr>
                        <a:t>川脇 一晃</a:t>
                      </a:r>
                      <a:endParaRPr lang="ja-JP" altLang="en-US" sz="1050" b="1" i="0" u="none" strike="noStrike" dirty="0">
                        <a:effectLst/>
                        <a:latin typeface="Meiryo UI" panose="020B0604030504040204" pitchFamily="50" charset="-128"/>
                        <a:ea typeface="Meiryo UI" panose="020B0604030504040204" pitchFamily="50" charset="-128"/>
                      </a:endParaRPr>
                    </a:p>
                  </a:txBody>
                  <a:tcPr marL="7620" marR="7620" marT="7620" marB="0" anchor="ctr">
                    <a:solidFill>
                      <a:schemeClr val="accent3">
                        <a:lumMod val="20000"/>
                        <a:lumOff val="80000"/>
                      </a:schemeClr>
                    </a:solidFill>
                  </a:tcPr>
                </a:tc>
                <a:tc>
                  <a:txBody>
                    <a:bodyPr/>
                    <a:lstStyle/>
                    <a:p>
                      <a:pPr algn="ctr" fontAlgn="b">
                        <a:buNone/>
                      </a:pPr>
                      <a:r>
                        <a:rPr lang="ja-JP" altLang="en-US" sz="1050" u="none" strike="noStrike">
                          <a:effectLst/>
                          <a:latin typeface="Meiryo UI" panose="020B0604030504040204" pitchFamily="50" charset="-128"/>
                          <a:ea typeface="Meiryo UI" panose="020B0604030504040204" pitchFamily="50" charset="-128"/>
                        </a:rPr>
                        <a:t>　</a:t>
                      </a:r>
                      <a:endParaRPr lang="ja-JP" altLang="en-US" sz="1050" b="1" i="0" u="none" strike="noStrike">
                        <a:effectLst/>
                        <a:latin typeface="Meiryo UI" panose="020B0604030504040204" pitchFamily="50" charset="-128"/>
                        <a:ea typeface="Meiryo UI" panose="020B0604030504040204" pitchFamily="50" charset="-128"/>
                      </a:endParaRPr>
                    </a:p>
                  </a:txBody>
                  <a:tcPr marL="7620" marR="7620" marT="7620" marB="0" anchor="b">
                    <a:solidFill>
                      <a:schemeClr val="accent3">
                        <a:lumMod val="20000"/>
                        <a:lumOff val="80000"/>
                      </a:schemeClr>
                    </a:solidFill>
                  </a:tcPr>
                </a:tc>
                <a:tc>
                  <a:txBody>
                    <a:bodyPr/>
                    <a:lstStyle/>
                    <a:p>
                      <a:pPr algn="ctr" fontAlgn="b">
                        <a:buNone/>
                      </a:pPr>
                      <a:r>
                        <a:rPr lang="ja-JP" altLang="en-US" sz="1050" u="none" strike="noStrike" dirty="0">
                          <a:effectLst/>
                          <a:latin typeface="Meiryo UI" panose="020B0604030504040204" pitchFamily="50" charset="-128"/>
                          <a:ea typeface="Meiryo UI" panose="020B0604030504040204" pitchFamily="50" charset="-128"/>
                        </a:rPr>
                        <a:t>詳細　</a:t>
                      </a:r>
                      <a:endParaRPr lang="ja-JP" altLang="en-US" sz="1050" b="1" i="0" u="none" strike="noStrike" dirty="0">
                        <a:effectLst/>
                        <a:latin typeface="Meiryo UI" panose="020B0604030504040204" pitchFamily="50" charset="-128"/>
                        <a:ea typeface="Meiryo UI" panose="020B0604030504040204" pitchFamily="50" charset="-128"/>
                      </a:endParaRPr>
                    </a:p>
                  </a:txBody>
                  <a:tcPr marL="7620" marR="7620" marT="7620" marB="0" anchor="b">
                    <a:solidFill>
                      <a:schemeClr val="accent3">
                        <a:lumMod val="20000"/>
                        <a:lumOff val="80000"/>
                      </a:schemeClr>
                    </a:solidFill>
                  </a:tcPr>
                </a:tc>
                <a:extLst>
                  <a:ext uri="{0D108BD9-81ED-4DB2-BD59-A6C34878D82A}">
                    <a16:rowId xmlns:a16="http://schemas.microsoft.com/office/drawing/2014/main" val="3797612066"/>
                  </a:ext>
                </a:extLst>
              </a:tr>
              <a:tr h="170793">
                <a:tc>
                  <a:txBody>
                    <a:bodyPr/>
                    <a:lstStyle/>
                    <a:p>
                      <a:pPr algn="ctr" fontAlgn="ctr">
                        <a:buNone/>
                      </a:pPr>
                      <a:r>
                        <a:rPr lang="ja-JP" altLang="en-US" sz="1050" b="1" i="0" u="none" strike="noStrike" dirty="0">
                          <a:effectLst/>
                          <a:latin typeface="Meiryo UI" panose="020B0604030504040204" pitchFamily="50" charset="-128"/>
                          <a:ea typeface="Meiryo UI" panose="020B0604030504040204" pitchFamily="50" charset="-128"/>
                        </a:rPr>
                        <a:t>〇</a:t>
                      </a:r>
                    </a:p>
                  </a:txBody>
                  <a:tcPr marL="7620" marR="7620" marT="7620" marB="0" anchor="ctr">
                    <a:solidFill>
                      <a:schemeClr val="accent3">
                        <a:lumMod val="20000"/>
                        <a:lumOff val="80000"/>
                      </a:schemeClr>
                    </a:solidFill>
                  </a:tcPr>
                </a:tc>
                <a:tc>
                  <a:txBody>
                    <a:bodyPr/>
                    <a:lstStyle/>
                    <a:p>
                      <a:pPr algn="ctr" fontAlgn="ctr">
                        <a:buNone/>
                      </a:pPr>
                      <a:r>
                        <a:rPr lang="ja-JP" altLang="en-US" sz="1050" u="none" strike="noStrike" dirty="0">
                          <a:effectLst/>
                          <a:latin typeface="Meiryo UI" panose="020B0604030504040204" pitchFamily="50" charset="-128"/>
                          <a:ea typeface="Meiryo UI" panose="020B0604030504040204" pitchFamily="50" charset="-128"/>
                        </a:rPr>
                        <a:t>西川 佳廣</a:t>
                      </a:r>
                      <a:endParaRPr lang="ja-JP" altLang="en-US" sz="1050" b="1" i="0" u="none" strike="noStrike" dirty="0">
                        <a:effectLst/>
                        <a:latin typeface="Meiryo UI" panose="020B0604030504040204" pitchFamily="50" charset="-128"/>
                        <a:ea typeface="Meiryo UI" panose="020B0604030504040204" pitchFamily="50" charset="-128"/>
                      </a:endParaRPr>
                    </a:p>
                  </a:txBody>
                  <a:tcPr marL="7620" marR="7620" marT="7620" marB="0" anchor="ctr">
                    <a:solidFill>
                      <a:schemeClr val="accent3">
                        <a:lumMod val="20000"/>
                        <a:lumOff val="80000"/>
                      </a:schemeClr>
                    </a:solidFill>
                  </a:tcPr>
                </a:tc>
                <a:tc>
                  <a:txBody>
                    <a:bodyPr/>
                    <a:lstStyle/>
                    <a:p>
                      <a:pPr algn="ctr" fontAlgn="b">
                        <a:buNone/>
                      </a:pPr>
                      <a:r>
                        <a:rPr lang="ja-JP" altLang="en-US" sz="1050" u="none" strike="noStrike">
                          <a:effectLst/>
                          <a:latin typeface="Meiryo UI" panose="020B0604030504040204" pitchFamily="50" charset="-128"/>
                          <a:ea typeface="Meiryo UI" panose="020B0604030504040204" pitchFamily="50" charset="-128"/>
                        </a:rPr>
                        <a:t>　</a:t>
                      </a:r>
                      <a:endParaRPr lang="ja-JP" altLang="en-US" sz="1050" b="1" i="0" u="none" strike="noStrike">
                        <a:effectLst/>
                        <a:latin typeface="Meiryo UI" panose="020B0604030504040204" pitchFamily="50" charset="-128"/>
                        <a:ea typeface="Meiryo UI" panose="020B0604030504040204" pitchFamily="50" charset="-128"/>
                      </a:endParaRPr>
                    </a:p>
                  </a:txBody>
                  <a:tcPr marL="7620" marR="7620" marT="7620" marB="0" anchor="b">
                    <a:solidFill>
                      <a:schemeClr val="accent3">
                        <a:lumMod val="20000"/>
                        <a:lumOff val="80000"/>
                      </a:schemeClr>
                    </a:solidFill>
                  </a:tcPr>
                </a:tc>
                <a:tc>
                  <a:txBody>
                    <a:bodyPr/>
                    <a:lstStyle/>
                    <a:p>
                      <a:pPr algn="ctr" fontAlgn="b">
                        <a:buNone/>
                      </a:pPr>
                      <a:r>
                        <a:rPr lang="ja-JP" altLang="en-US" sz="1050" u="none" strike="noStrike" dirty="0">
                          <a:effectLst/>
                          <a:latin typeface="Meiryo UI" panose="020B0604030504040204" pitchFamily="50" charset="-128"/>
                          <a:ea typeface="Meiryo UI" panose="020B0604030504040204" pitchFamily="50" charset="-128"/>
                        </a:rPr>
                        <a:t>詳細　</a:t>
                      </a:r>
                      <a:endParaRPr lang="ja-JP" altLang="en-US" sz="1050" b="1" i="0" u="none" strike="noStrike" dirty="0">
                        <a:effectLst/>
                        <a:latin typeface="Meiryo UI" panose="020B0604030504040204" pitchFamily="50" charset="-128"/>
                        <a:ea typeface="Meiryo UI" panose="020B0604030504040204" pitchFamily="50" charset="-128"/>
                      </a:endParaRPr>
                    </a:p>
                  </a:txBody>
                  <a:tcPr marL="7620" marR="7620" marT="7620" marB="0" anchor="b">
                    <a:solidFill>
                      <a:schemeClr val="accent3">
                        <a:lumMod val="20000"/>
                        <a:lumOff val="80000"/>
                      </a:schemeClr>
                    </a:solidFill>
                  </a:tcPr>
                </a:tc>
                <a:extLst>
                  <a:ext uri="{0D108BD9-81ED-4DB2-BD59-A6C34878D82A}">
                    <a16:rowId xmlns:a16="http://schemas.microsoft.com/office/drawing/2014/main" val="3051026405"/>
                  </a:ext>
                </a:extLst>
              </a:tr>
              <a:tr h="170793">
                <a:tc>
                  <a:txBody>
                    <a:bodyPr/>
                    <a:lstStyle/>
                    <a:p>
                      <a:pPr algn="ctr" fontAlgn="ctr">
                        <a:buNone/>
                      </a:pPr>
                      <a:r>
                        <a:rPr lang="ja-JP" altLang="en-US" sz="1050" b="1" i="0" u="none" strike="noStrike" dirty="0">
                          <a:effectLst/>
                          <a:latin typeface="Meiryo UI" panose="020B0604030504040204" pitchFamily="50" charset="-128"/>
                          <a:ea typeface="Meiryo UI" panose="020B0604030504040204" pitchFamily="50" charset="-128"/>
                        </a:rPr>
                        <a:t>〇</a:t>
                      </a:r>
                    </a:p>
                  </a:txBody>
                  <a:tcPr marL="7620" marR="7620" marT="7620" marB="0" anchor="ctr">
                    <a:solidFill>
                      <a:schemeClr val="accent3">
                        <a:lumMod val="20000"/>
                        <a:lumOff val="80000"/>
                      </a:schemeClr>
                    </a:solidFill>
                  </a:tcPr>
                </a:tc>
                <a:tc>
                  <a:txBody>
                    <a:bodyPr/>
                    <a:lstStyle/>
                    <a:p>
                      <a:pPr algn="ctr" fontAlgn="ctr">
                        <a:buNone/>
                      </a:pPr>
                      <a:r>
                        <a:rPr lang="ja-JP" altLang="en-US" sz="1050" u="none" strike="noStrike" dirty="0">
                          <a:effectLst/>
                          <a:latin typeface="Meiryo UI" panose="020B0604030504040204" pitchFamily="50" charset="-128"/>
                          <a:ea typeface="Meiryo UI" panose="020B0604030504040204" pitchFamily="50" charset="-128"/>
                        </a:rPr>
                        <a:t>鈴木 瑛士</a:t>
                      </a:r>
                      <a:endParaRPr lang="ja-JP" altLang="en-US" sz="1050" b="1" i="0" u="none" strike="noStrike" dirty="0">
                        <a:effectLst/>
                        <a:latin typeface="Meiryo UI" panose="020B0604030504040204" pitchFamily="50" charset="-128"/>
                        <a:ea typeface="Meiryo UI" panose="020B0604030504040204" pitchFamily="50" charset="-128"/>
                      </a:endParaRPr>
                    </a:p>
                  </a:txBody>
                  <a:tcPr marL="7620" marR="7620" marT="7620" marB="0" anchor="ctr">
                    <a:solidFill>
                      <a:schemeClr val="accent3">
                        <a:lumMod val="20000"/>
                        <a:lumOff val="80000"/>
                      </a:schemeClr>
                    </a:solidFill>
                  </a:tcPr>
                </a:tc>
                <a:tc>
                  <a:txBody>
                    <a:bodyPr/>
                    <a:lstStyle/>
                    <a:p>
                      <a:pPr algn="ctr" fontAlgn="b">
                        <a:buNone/>
                      </a:pPr>
                      <a:r>
                        <a:rPr lang="ja-JP" altLang="en-US" sz="1050" u="none" strike="noStrike" dirty="0">
                          <a:effectLst/>
                          <a:latin typeface="Meiryo UI" panose="020B0604030504040204" pitchFamily="50" charset="-128"/>
                          <a:ea typeface="Meiryo UI" panose="020B0604030504040204" pitchFamily="50" charset="-128"/>
                        </a:rPr>
                        <a:t>　</a:t>
                      </a:r>
                      <a:endParaRPr lang="ja-JP" altLang="en-US" sz="1050" b="1" i="0" u="none" strike="noStrike" dirty="0">
                        <a:effectLst/>
                        <a:latin typeface="Meiryo UI" panose="020B0604030504040204" pitchFamily="50" charset="-128"/>
                        <a:ea typeface="Meiryo UI" panose="020B0604030504040204" pitchFamily="50" charset="-128"/>
                      </a:endParaRPr>
                    </a:p>
                  </a:txBody>
                  <a:tcPr marL="7620" marR="7620" marT="7620" marB="0" anchor="b">
                    <a:solidFill>
                      <a:schemeClr val="accent3">
                        <a:lumMod val="20000"/>
                        <a:lumOff val="80000"/>
                      </a:schemeClr>
                    </a:solidFill>
                  </a:tcPr>
                </a:tc>
                <a:tc>
                  <a:txBody>
                    <a:bodyPr/>
                    <a:lstStyle/>
                    <a:p>
                      <a:pPr algn="ctr" fontAlgn="b">
                        <a:buNone/>
                      </a:pPr>
                      <a:r>
                        <a:rPr lang="ja-JP" altLang="en-US" sz="1050" u="none" strike="noStrike" dirty="0">
                          <a:effectLst/>
                          <a:latin typeface="Meiryo UI" panose="020B0604030504040204" pitchFamily="50" charset="-128"/>
                          <a:ea typeface="Meiryo UI" panose="020B0604030504040204" pitchFamily="50" charset="-128"/>
                        </a:rPr>
                        <a:t>詳細　</a:t>
                      </a:r>
                      <a:endParaRPr lang="ja-JP" altLang="en-US" sz="1050" b="1" i="0" u="none" strike="noStrike" dirty="0">
                        <a:effectLst/>
                        <a:latin typeface="Meiryo UI" panose="020B0604030504040204" pitchFamily="50" charset="-128"/>
                        <a:ea typeface="Meiryo UI" panose="020B0604030504040204" pitchFamily="50" charset="-128"/>
                      </a:endParaRPr>
                    </a:p>
                  </a:txBody>
                  <a:tcPr marL="7620" marR="7620" marT="7620" marB="0" anchor="b">
                    <a:solidFill>
                      <a:schemeClr val="accent3">
                        <a:lumMod val="20000"/>
                        <a:lumOff val="80000"/>
                      </a:schemeClr>
                    </a:solidFill>
                  </a:tcPr>
                </a:tc>
                <a:extLst>
                  <a:ext uri="{0D108BD9-81ED-4DB2-BD59-A6C34878D82A}">
                    <a16:rowId xmlns:a16="http://schemas.microsoft.com/office/drawing/2014/main" val="535557930"/>
                  </a:ext>
                </a:extLst>
              </a:tr>
              <a:tr h="170793">
                <a:tc>
                  <a:txBody>
                    <a:bodyPr/>
                    <a:lstStyle/>
                    <a:p>
                      <a:pPr algn="ctr" fontAlgn="ctr">
                        <a:buNone/>
                      </a:pPr>
                      <a:r>
                        <a:rPr lang="ja-JP" altLang="en-US" sz="1050" b="1" i="0" u="none" strike="noStrike" dirty="0">
                          <a:effectLst/>
                          <a:latin typeface="Meiryo UI" panose="020B0604030504040204" pitchFamily="50" charset="-128"/>
                          <a:ea typeface="Meiryo UI" panose="020B0604030504040204" pitchFamily="50" charset="-128"/>
                        </a:rPr>
                        <a:t>〇</a:t>
                      </a:r>
                    </a:p>
                  </a:txBody>
                  <a:tcPr marL="7620" marR="7620" marT="7620" marB="0" anchor="ctr">
                    <a:solidFill>
                      <a:schemeClr val="accent3">
                        <a:lumMod val="20000"/>
                        <a:lumOff val="80000"/>
                      </a:schemeClr>
                    </a:solidFill>
                  </a:tcPr>
                </a:tc>
                <a:tc>
                  <a:txBody>
                    <a:bodyPr/>
                    <a:lstStyle/>
                    <a:p>
                      <a:pPr algn="ctr" fontAlgn="ctr">
                        <a:buNone/>
                      </a:pPr>
                      <a:r>
                        <a:rPr lang="ja-JP" altLang="en-US" sz="1050" u="none" strike="noStrike">
                          <a:effectLst/>
                          <a:latin typeface="Meiryo UI" panose="020B0604030504040204" pitchFamily="50" charset="-128"/>
                          <a:ea typeface="Meiryo UI" panose="020B0604030504040204" pitchFamily="50" charset="-128"/>
                        </a:rPr>
                        <a:t>井上 拓己</a:t>
                      </a:r>
                      <a:endParaRPr lang="ja-JP" altLang="en-US" sz="1050" b="1" i="0" u="none" strike="noStrike">
                        <a:effectLst/>
                        <a:latin typeface="Meiryo UI" panose="020B0604030504040204" pitchFamily="50" charset="-128"/>
                        <a:ea typeface="Meiryo UI" panose="020B0604030504040204" pitchFamily="50" charset="-128"/>
                      </a:endParaRPr>
                    </a:p>
                  </a:txBody>
                  <a:tcPr marL="7620" marR="7620" marT="7620" marB="0" anchor="ctr">
                    <a:solidFill>
                      <a:schemeClr val="accent3">
                        <a:lumMod val="20000"/>
                        <a:lumOff val="80000"/>
                      </a:schemeClr>
                    </a:solidFill>
                  </a:tcPr>
                </a:tc>
                <a:tc>
                  <a:txBody>
                    <a:bodyPr/>
                    <a:lstStyle/>
                    <a:p>
                      <a:pPr algn="ctr" fontAlgn="b">
                        <a:buNone/>
                      </a:pPr>
                      <a:r>
                        <a:rPr lang="ja-JP" altLang="en-US" sz="1050" u="none" strike="noStrike" dirty="0">
                          <a:effectLst/>
                          <a:latin typeface="Meiryo UI" panose="020B0604030504040204" pitchFamily="50" charset="-128"/>
                          <a:ea typeface="Meiryo UI" panose="020B0604030504040204" pitchFamily="50" charset="-128"/>
                        </a:rPr>
                        <a:t>　</a:t>
                      </a:r>
                      <a:endParaRPr lang="ja-JP" altLang="en-US" sz="1050" b="1" i="0" u="none" strike="noStrike" dirty="0">
                        <a:effectLst/>
                        <a:latin typeface="Meiryo UI" panose="020B0604030504040204" pitchFamily="50" charset="-128"/>
                        <a:ea typeface="Meiryo UI" panose="020B0604030504040204" pitchFamily="50" charset="-128"/>
                      </a:endParaRPr>
                    </a:p>
                  </a:txBody>
                  <a:tcPr marL="7620" marR="7620" marT="7620" marB="0" anchor="b">
                    <a:solidFill>
                      <a:schemeClr val="accent3">
                        <a:lumMod val="20000"/>
                        <a:lumOff val="80000"/>
                      </a:schemeClr>
                    </a:solidFill>
                  </a:tcPr>
                </a:tc>
                <a:tc>
                  <a:txBody>
                    <a:bodyPr/>
                    <a:lstStyle/>
                    <a:p>
                      <a:pPr algn="ctr" fontAlgn="b">
                        <a:buNone/>
                      </a:pPr>
                      <a:r>
                        <a:rPr lang="ja-JP" altLang="en-US" sz="1050" u="none" strike="noStrike" dirty="0">
                          <a:effectLst/>
                          <a:latin typeface="Meiryo UI" panose="020B0604030504040204" pitchFamily="50" charset="-128"/>
                          <a:ea typeface="Meiryo UI" panose="020B0604030504040204" pitchFamily="50" charset="-128"/>
                        </a:rPr>
                        <a:t>詳細　</a:t>
                      </a:r>
                      <a:endParaRPr lang="ja-JP" altLang="en-US" sz="1050" b="1" i="0" u="none" strike="noStrike" dirty="0">
                        <a:effectLst/>
                        <a:latin typeface="Meiryo UI" panose="020B0604030504040204" pitchFamily="50" charset="-128"/>
                        <a:ea typeface="Meiryo UI" panose="020B0604030504040204" pitchFamily="50" charset="-128"/>
                      </a:endParaRPr>
                    </a:p>
                  </a:txBody>
                  <a:tcPr marL="7620" marR="7620" marT="7620" marB="0" anchor="b">
                    <a:solidFill>
                      <a:schemeClr val="accent3">
                        <a:lumMod val="20000"/>
                        <a:lumOff val="80000"/>
                      </a:schemeClr>
                    </a:solidFill>
                  </a:tcPr>
                </a:tc>
                <a:extLst>
                  <a:ext uri="{0D108BD9-81ED-4DB2-BD59-A6C34878D82A}">
                    <a16:rowId xmlns:a16="http://schemas.microsoft.com/office/drawing/2014/main" val="4072576346"/>
                  </a:ext>
                </a:extLst>
              </a:tr>
              <a:tr h="170793">
                <a:tc>
                  <a:txBody>
                    <a:bodyPr/>
                    <a:lstStyle/>
                    <a:p>
                      <a:pPr algn="ctr" fontAlgn="b">
                        <a:buNone/>
                      </a:pPr>
                      <a:endParaRPr lang="ja-JP" altLang="en-US" sz="1050" b="1" i="0" u="none" strike="noStrike" dirty="0">
                        <a:effectLst/>
                        <a:latin typeface="Meiryo UI" panose="020B0604030504040204" pitchFamily="50" charset="-128"/>
                        <a:ea typeface="Meiryo UI" panose="020B0604030504040204" pitchFamily="50" charset="-128"/>
                      </a:endParaRPr>
                    </a:p>
                  </a:txBody>
                  <a:tcPr marL="7620" marR="7620" marT="7620" marB="0" anchor="b">
                    <a:solidFill>
                      <a:schemeClr val="accent3">
                        <a:lumMod val="20000"/>
                        <a:lumOff val="80000"/>
                      </a:schemeClr>
                    </a:solidFill>
                  </a:tcPr>
                </a:tc>
                <a:tc>
                  <a:txBody>
                    <a:bodyPr/>
                    <a:lstStyle/>
                    <a:p>
                      <a:pPr algn="ctr" fontAlgn="b">
                        <a:buNone/>
                      </a:pPr>
                      <a:r>
                        <a:rPr lang="ja-JP" altLang="en-US" sz="1050" u="none" strike="noStrike">
                          <a:effectLst/>
                          <a:latin typeface="Meiryo UI" panose="020B0604030504040204" pitchFamily="50" charset="-128"/>
                          <a:ea typeface="Meiryo UI" panose="020B0604030504040204" pitchFamily="50" charset="-128"/>
                        </a:rPr>
                        <a:t>　</a:t>
                      </a:r>
                      <a:endParaRPr lang="ja-JP" altLang="en-US" sz="1050" b="1" i="0" u="none" strike="noStrike">
                        <a:effectLst/>
                        <a:latin typeface="Meiryo UI" panose="020B0604030504040204" pitchFamily="50" charset="-128"/>
                        <a:ea typeface="Meiryo UI" panose="020B0604030504040204" pitchFamily="50" charset="-128"/>
                      </a:endParaRPr>
                    </a:p>
                  </a:txBody>
                  <a:tcPr marL="7620" marR="7620" marT="7620" marB="0" anchor="b">
                    <a:solidFill>
                      <a:schemeClr val="accent3">
                        <a:lumMod val="20000"/>
                        <a:lumOff val="80000"/>
                      </a:schemeClr>
                    </a:solidFill>
                  </a:tcPr>
                </a:tc>
                <a:tc>
                  <a:txBody>
                    <a:bodyPr/>
                    <a:lstStyle/>
                    <a:p>
                      <a:pPr algn="ctr" fontAlgn="b">
                        <a:buNone/>
                      </a:pPr>
                      <a:r>
                        <a:rPr lang="ja-JP" altLang="en-US" sz="1050" u="none" strike="noStrike">
                          <a:effectLst/>
                          <a:latin typeface="Meiryo UI" panose="020B0604030504040204" pitchFamily="50" charset="-128"/>
                          <a:ea typeface="Meiryo UI" panose="020B0604030504040204" pitchFamily="50" charset="-128"/>
                        </a:rPr>
                        <a:t>　</a:t>
                      </a:r>
                      <a:endParaRPr lang="ja-JP" altLang="en-US" sz="1050" b="1" i="0" u="none" strike="noStrike">
                        <a:effectLst/>
                        <a:latin typeface="Meiryo UI" panose="020B0604030504040204" pitchFamily="50" charset="-128"/>
                        <a:ea typeface="Meiryo UI" panose="020B0604030504040204" pitchFamily="50" charset="-128"/>
                      </a:endParaRPr>
                    </a:p>
                  </a:txBody>
                  <a:tcPr marL="7620" marR="7620" marT="7620" marB="0" anchor="b">
                    <a:solidFill>
                      <a:schemeClr val="accent3">
                        <a:lumMod val="20000"/>
                        <a:lumOff val="80000"/>
                      </a:schemeClr>
                    </a:solidFill>
                  </a:tcPr>
                </a:tc>
                <a:tc>
                  <a:txBody>
                    <a:bodyPr/>
                    <a:lstStyle/>
                    <a:p>
                      <a:pPr algn="ctr" fontAlgn="b">
                        <a:buNone/>
                      </a:pPr>
                      <a:r>
                        <a:rPr lang="ja-JP" altLang="en-US" sz="1050" u="none" strike="noStrike" dirty="0">
                          <a:effectLst/>
                          <a:latin typeface="Meiryo UI" panose="020B0604030504040204" pitchFamily="50" charset="-128"/>
                          <a:ea typeface="Meiryo UI" panose="020B0604030504040204" pitchFamily="50" charset="-128"/>
                        </a:rPr>
                        <a:t>　</a:t>
                      </a:r>
                      <a:endParaRPr lang="ja-JP" altLang="en-US" sz="1050" b="1" i="0" u="none" strike="noStrike" dirty="0">
                        <a:effectLst/>
                        <a:latin typeface="Meiryo UI" panose="020B0604030504040204" pitchFamily="50" charset="-128"/>
                        <a:ea typeface="Meiryo UI" panose="020B0604030504040204" pitchFamily="50" charset="-128"/>
                      </a:endParaRPr>
                    </a:p>
                  </a:txBody>
                  <a:tcPr marL="7620" marR="7620" marT="7620" marB="0" anchor="b">
                    <a:solidFill>
                      <a:schemeClr val="accent3">
                        <a:lumMod val="20000"/>
                        <a:lumOff val="80000"/>
                      </a:schemeClr>
                    </a:solidFill>
                  </a:tcPr>
                </a:tc>
                <a:extLst>
                  <a:ext uri="{0D108BD9-81ED-4DB2-BD59-A6C34878D82A}">
                    <a16:rowId xmlns:a16="http://schemas.microsoft.com/office/drawing/2014/main" val="2571831437"/>
                  </a:ext>
                </a:extLst>
              </a:tr>
              <a:tr h="170793">
                <a:tc>
                  <a:txBody>
                    <a:bodyPr/>
                    <a:lstStyle/>
                    <a:p>
                      <a:pPr algn="ctr" fontAlgn="b">
                        <a:buNone/>
                      </a:pPr>
                      <a:endParaRPr lang="ja-JP" altLang="en-US" sz="1050" b="1" i="0" u="none" strike="noStrike" dirty="0">
                        <a:effectLst/>
                        <a:latin typeface="Meiryo UI" panose="020B0604030504040204" pitchFamily="50" charset="-128"/>
                        <a:ea typeface="Meiryo UI" panose="020B0604030504040204" pitchFamily="50" charset="-128"/>
                      </a:endParaRPr>
                    </a:p>
                  </a:txBody>
                  <a:tcPr marL="7620" marR="7620" marT="7620" marB="0" anchor="b">
                    <a:solidFill>
                      <a:schemeClr val="accent3">
                        <a:lumMod val="20000"/>
                        <a:lumOff val="80000"/>
                      </a:schemeClr>
                    </a:solidFill>
                  </a:tcPr>
                </a:tc>
                <a:tc>
                  <a:txBody>
                    <a:bodyPr/>
                    <a:lstStyle/>
                    <a:p>
                      <a:pPr algn="ctr" fontAlgn="b">
                        <a:buNone/>
                      </a:pPr>
                      <a:r>
                        <a:rPr lang="ja-JP" altLang="en-US" sz="1050" u="none" strike="noStrike" dirty="0">
                          <a:effectLst/>
                          <a:latin typeface="Meiryo UI" panose="020B0604030504040204" pitchFamily="50" charset="-128"/>
                          <a:ea typeface="Meiryo UI" panose="020B0604030504040204" pitchFamily="50" charset="-128"/>
                        </a:rPr>
                        <a:t>　</a:t>
                      </a:r>
                      <a:endParaRPr lang="ja-JP" altLang="en-US" sz="1050" b="1" i="0" u="none" strike="noStrike" dirty="0">
                        <a:effectLst/>
                        <a:latin typeface="Meiryo UI" panose="020B0604030504040204" pitchFamily="50" charset="-128"/>
                        <a:ea typeface="Meiryo UI" panose="020B0604030504040204" pitchFamily="50" charset="-128"/>
                      </a:endParaRPr>
                    </a:p>
                  </a:txBody>
                  <a:tcPr marL="7620" marR="7620" marT="7620" marB="0" anchor="b">
                    <a:solidFill>
                      <a:schemeClr val="accent3">
                        <a:lumMod val="20000"/>
                        <a:lumOff val="80000"/>
                      </a:schemeClr>
                    </a:solidFill>
                  </a:tcPr>
                </a:tc>
                <a:tc>
                  <a:txBody>
                    <a:bodyPr/>
                    <a:lstStyle/>
                    <a:p>
                      <a:pPr algn="ctr" fontAlgn="b">
                        <a:buNone/>
                      </a:pPr>
                      <a:r>
                        <a:rPr lang="ja-JP" altLang="en-US" sz="1050" u="none" strike="noStrike" dirty="0">
                          <a:effectLst/>
                          <a:latin typeface="Meiryo UI" panose="020B0604030504040204" pitchFamily="50" charset="-128"/>
                          <a:ea typeface="Meiryo UI" panose="020B0604030504040204" pitchFamily="50" charset="-128"/>
                        </a:rPr>
                        <a:t>　</a:t>
                      </a:r>
                      <a:endParaRPr lang="ja-JP" altLang="en-US" sz="1050" b="1" i="0" u="none" strike="noStrike" dirty="0">
                        <a:effectLst/>
                        <a:latin typeface="Meiryo UI" panose="020B0604030504040204" pitchFamily="50" charset="-128"/>
                        <a:ea typeface="Meiryo UI" panose="020B0604030504040204" pitchFamily="50" charset="-128"/>
                      </a:endParaRPr>
                    </a:p>
                  </a:txBody>
                  <a:tcPr marL="7620" marR="7620" marT="7620" marB="0" anchor="b">
                    <a:solidFill>
                      <a:schemeClr val="accent3">
                        <a:lumMod val="20000"/>
                        <a:lumOff val="80000"/>
                      </a:schemeClr>
                    </a:solidFill>
                  </a:tcPr>
                </a:tc>
                <a:tc>
                  <a:txBody>
                    <a:bodyPr/>
                    <a:lstStyle/>
                    <a:p>
                      <a:pPr algn="ctr" fontAlgn="b">
                        <a:buNone/>
                      </a:pPr>
                      <a:r>
                        <a:rPr lang="ja-JP" altLang="en-US" sz="1050" u="none" strike="noStrike" dirty="0">
                          <a:effectLst/>
                          <a:latin typeface="Meiryo UI" panose="020B0604030504040204" pitchFamily="50" charset="-128"/>
                          <a:ea typeface="Meiryo UI" panose="020B0604030504040204" pitchFamily="50" charset="-128"/>
                        </a:rPr>
                        <a:t>　</a:t>
                      </a:r>
                      <a:endParaRPr lang="ja-JP" altLang="en-US" sz="1050" b="1" i="0" u="none" strike="noStrike" dirty="0">
                        <a:effectLst/>
                        <a:latin typeface="Meiryo UI" panose="020B0604030504040204" pitchFamily="50" charset="-128"/>
                        <a:ea typeface="Meiryo UI" panose="020B0604030504040204" pitchFamily="50" charset="-128"/>
                      </a:endParaRPr>
                    </a:p>
                  </a:txBody>
                  <a:tcPr marL="7620" marR="7620" marT="7620" marB="0" anchor="b">
                    <a:solidFill>
                      <a:schemeClr val="accent3">
                        <a:lumMod val="20000"/>
                        <a:lumOff val="80000"/>
                      </a:schemeClr>
                    </a:solidFill>
                  </a:tcPr>
                </a:tc>
                <a:extLst>
                  <a:ext uri="{0D108BD9-81ED-4DB2-BD59-A6C34878D82A}">
                    <a16:rowId xmlns:a16="http://schemas.microsoft.com/office/drawing/2014/main" val="2131987128"/>
                  </a:ext>
                </a:extLst>
              </a:tr>
            </a:tbl>
          </a:graphicData>
        </a:graphic>
      </p:graphicFrame>
      <p:graphicFrame>
        <p:nvGraphicFramePr>
          <p:cNvPr id="13" name="表 12">
            <a:extLst>
              <a:ext uri="{FF2B5EF4-FFF2-40B4-BE49-F238E27FC236}">
                <a16:creationId xmlns:a16="http://schemas.microsoft.com/office/drawing/2014/main" id="{7CF6AA79-7FCF-4779-8E28-0C76C12EFD90}"/>
              </a:ext>
            </a:extLst>
          </p:cNvPr>
          <p:cNvGraphicFramePr>
            <a:graphicFrameLocks noGrp="1"/>
          </p:cNvGraphicFramePr>
          <p:nvPr>
            <p:extLst>
              <p:ext uri="{D42A27DB-BD31-4B8C-83A1-F6EECF244321}">
                <p14:modId xmlns:p14="http://schemas.microsoft.com/office/powerpoint/2010/main" val="764365619"/>
              </p:ext>
            </p:extLst>
          </p:nvPr>
        </p:nvGraphicFramePr>
        <p:xfrm>
          <a:off x="4070114" y="3113172"/>
          <a:ext cx="4679605" cy="490810"/>
        </p:xfrm>
        <a:graphic>
          <a:graphicData uri="http://schemas.openxmlformats.org/drawingml/2006/table">
            <a:tbl>
              <a:tblPr firstRow="1">
                <a:tableStyleId>{5C22544A-7EE6-4342-B048-85BDC9FD1C3A}</a:tableStyleId>
              </a:tblPr>
              <a:tblGrid>
                <a:gridCol w="866031">
                  <a:extLst>
                    <a:ext uri="{9D8B030D-6E8A-4147-A177-3AD203B41FA5}">
                      <a16:colId xmlns:a16="http://schemas.microsoft.com/office/drawing/2014/main" val="1255667630"/>
                    </a:ext>
                  </a:extLst>
                </a:gridCol>
                <a:gridCol w="1033159">
                  <a:extLst>
                    <a:ext uri="{9D8B030D-6E8A-4147-A177-3AD203B41FA5}">
                      <a16:colId xmlns:a16="http://schemas.microsoft.com/office/drawing/2014/main" val="838351586"/>
                    </a:ext>
                  </a:extLst>
                </a:gridCol>
                <a:gridCol w="987579">
                  <a:extLst>
                    <a:ext uri="{9D8B030D-6E8A-4147-A177-3AD203B41FA5}">
                      <a16:colId xmlns:a16="http://schemas.microsoft.com/office/drawing/2014/main" val="3182637151"/>
                    </a:ext>
                  </a:extLst>
                </a:gridCol>
                <a:gridCol w="987579">
                  <a:extLst>
                    <a:ext uri="{9D8B030D-6E8A-4147-A177-3AD203B41FA5}">
                      <a16:colId xmlns:a16="http://schemas.microsoft.com/office/drawing/2014/main" val="1019788112"/>
                    </a:ext>
                  </a:extLst>
                </a:gridCol>
                <a:gridCol w="805257">
                  <a:extLst>
                    <a:ext uri="{9D8B030D-6E8A-4147-A177-3AD203B41FA5}">
                      <a16:colId xmlns:a16="http://schemas.microsoft.com/office/drawing/2014/main" val="3427785552"/>
                    </a:ext>
                  </a:extLst>
                </a:gridCol>
              </a:tblGrid>
              <a:tr h="245405">
                <a:tc>
                  <a:txBody>
                    <a:bodyPr/>
                    <a:lstStyle/>
                    <a:p>
                      <a:pPr algn="ctr" fontAlgn="b">
                        <a:buNone/>
                      </a:pPr>
                      <a:r>
                        <a:rPr lang="ja-JP" altLang="en-US" sz="1050" u="none" strike="noStrike" dirty="0">
                          <a:effectLst/>
                          <a:latin typeface="Meiryo UI" panose="020B0604030504040204" pitchFamily="50" charset="-128"/>
                          <a:ea typeface="Meiryo UI" panose="020B0604030504040204" pitchFamily="50" charset="-128"/>
                        </a:rPr>
                        <a:t>免許証番号</a:t>
                      </a:r>
                      <a:endParaRPr lang="ja-JP" altLang="en-US" sz="1050" b="1" i="0" u="none" strike="noStrike" dirty="0">
                        <a:effectLst/>
                        <a:latin typeface="Meiryo UI" panose="020B0604030504040204" pitchFamily="50" charset="-128"/>
                        <a:ea typeface="Meiryo UI" panose="020B0604030504040204" pitchFamily="50" charset="-128"/>
                      </a:endParaRPr>
                    </a:p>
                  </a:txBody>
                  <a:tcPr marL="7620" marR="7620" marT="7620" marB="0" anchor="b"/>
                </a:tc>
                <a:tc>
                  <a:txBody>
                    <a:bodyPr/>
                    <a:lstStyle/>
                    <a:p>
                      <a:pPr algn="ctr" fontAlgn="b">
                        <a:buNone/>
                      </a:pPr>
                      <a:r>
                        <a:rPr lang="zh-TW" altLang="en-US" sz="1050" u="none" strike="noStrike" dirty="0">
                          <a:effectLst/>
                          <a:latin typeface="Meiryo UI" panose="020B0604030504040204" pitchFamily="50" charset="-128"/>
                          <a:ea typeface="Meiryo UI" panose="020B0604030504040204" pitchFamily="50" charset="-128"/>
                        </a:rPr>
                        <a:t>免許有効期限</a:t>
                      </a:r>
                      <a:endParaRPr lang="zh-TW" altLang="en-US" sz="1050" b="1" i="0" u="none" strike="noStrike" dirty="0">
                        <a:effectLst/>
                        <a:latin typeface="Meiryo UI" panose="020B0604030504040204" pitchFamily="50" charset="-128"/>
                        <a:ea typeface="Meiryo UI" panose="020B0604030504040204" pitchFamily="50" charset="-128"/>
                      </a:endParaRPr>
                    </a:p>
                  </a:txBody>
                  <a:tcPr marL="7620" marR="7620" marT="7620" marB="0" anchor="b"/>
                </a:tc>
                <a:tc>
                  <a:txBody>
                    <a:bodyPr/>
                    <a:lstStyle/>
                    <a:p>
                      <a:pPr algn="ctr" fontAlgn="b">
                        <a:buNone/>
                      </a:pPr>
                      <a:r>
                        <a:rPr lang="ja-JP" altLang="en-US" sz="1050" u="none" strike="noStrike">
                          <a:effectLst/>
                          <a:latin typeface="Meiryo UI" panose="020B0604030504040204" pitchFamily="50" charset="-128"/>
                          <a:ea typeface="Meiryo UI" panose="020B0604030504040204" pitchFamily="50" charset="-128"/>
                        </a:rPr>
                        <a:t>ライセンス番号</a:t>
                      </a:r>
                      <a:endParaRPr lang="ja-JP" altLang="en-US" sz="1050" b="1" i="0" u="none" strike="noStrike">
                        <a:effectLst/>
                        <a:latin typeface="Meiryo UI" panose="020B0604030504040204" pitchFamily="50" charset="-128"/>
                        <a:ea typeface="Meiryo UI" panose="020B0604030504040204" pitchFamily="50" charset="-128"/>
                      </a:endParaRPr>
                    </a:p>
                  </a:txBody>
                  <a:tcPr marL="7620" marR="7620" marT="7620" marB="0" anchor="b"/>
                </a:tc>
                <a:tc>
                  <a:txBody>
                    <a:bodyPr/>
                    <a:lstStyle/>
                    <a:p>
                      <a:pPr algn="ctr" fontAlgn="b">
                        <a:buNone/>
                      </a:pPr>
                      <a:r>
                        <a:rPr lang="ja-JP" altLang="en-US" sz="1050" u="none" strike="noStrike">
                          <a:effectLst/>
                          <a:latin typeface="Meiryo UI" panose="020B0604030504040204" pitchFamily="50" charset="-128"/>
                          <a:ea typeface="Meiryo UI" panose="020B0604030504040204" pitchFamily="50" charset="-128"/>
                        </a:rPr>
                        <a:t>ライセンス種別</a:t>
                      </a:r>
                      <a:endParaRPr lang="ja-JP" altLang="en-US" sz="1050" b="1" i="0" u="none" strike="noStrike">
                        <a:effectLst/>
                        <a:latin typeface="Meiryo UI" panose="020B0604030504040204" pitchFamily="50" charset="-128"/>
                        <a:ea typeface="Meiryo UI" panose="020B0604030504040204" pitchFamily="50" charset="-128"/>
                      </a:endParaRPr>
                    </a:p>
                  </a:txBody>
                  <a:tcPr marL="7620" marR="7620" marT="7620" marB="0" anchor="b"/>
                </a:tc>
                <a:tc>
                  <a:txBody>
                    <a:bodyPr/>
                    <a:lstStyle/>
                    <a:p>
                      <a:pPr algn="ctr" fontAlgn="b">
                        <a:buNone/>
                      </a:pPr>
                      <a:r>
                        <a:rPr lang="ja-JP" altLang="en-US" sz="1050" u="none" strike="noStrike">
                          <a:effectLst/>
                          <a:latin typeface="Meiryo UI" panose="020B0604030504040204" pitchFamily="50" charset="-128"/>
                          <a:ea typeface="Meiryo UI" panose="020B0604030504040204" pitchFamily="50" charset="-128"/>
                        </a:rPr>
                        <a:t>スポ安加入</a:t>
                      </a:r>
                      <a:endParaRPr lang="ja-JP" altLang="en-US" sz="1050" b="1" i="0" u="none" strike="noStrike">
                        <a:effectLst/>
                        <a:latin typeface="Meiryo UI" panose="020B0604030504040204" pitchFamily="50" charset="-128"/>
                        <a:ea typeface="Meiryo UI" panose="020B0604030504040204" pitchFamily="50" charset="-128"/>
                      </a:endParaRPr>
                    </a:p>
                  </a:txBody>
                  <a:tcPr marL="7620" marR="7620" marT="7620" marB="0" anchor="b"/>
                </a:tc>
                <a:extLst>
                  <a:ext uri="{0D108BD9-81ED-4DB2-BD59-A6C34878D82A}">
                    <a16:rowId xmlns:a16="http://schemas.microsoft.com/office/drawing/2014/main" val="4041907858"/>
                  </a:ext>
                </a:extLst>
              </a:tr>
              <a:tr h="245405">
                <a:tc>
                  <a:txBody>
                    <a:bodyPr/>
                    <a:lstStyle/>
                    <a:p>
                      <a:pPr algn="ctr" fontAlgn="b">
                        <a:buNone/>
                      </a:pPr>
                      <a:r>
                        <a:rPr lang="ja-JP" altLang="en-US" sz="1050" u="none" strike="noStrike">
                          <a:effectLst/>
                          <a:latin typeface="Meiryo UI" panose="020B0604030504040204" pitchFamily="50" charset="-128"/>
                          <a:ea typeface="Meiryo UI" panose="020B0604030504040204" pitchFamily="50" charset="-128"/>
                        </a:rPr>
                        <a:t>　</a:t>
                      </a:r>
                      <a:endParaRPr lang="ja-JP" altLang="en-US" sz="1050" b="1" i="0" u="none" strike="noStrike">
                        <a:effectLst/>
                        <a:latin typeface="Meiryo UI" panose="020B0604030504040204" pitchFamily="50" charset="-128"/>
                        <a:ea typeface="Meiryo UI" panose="020B0604030504040204" pitchFamily="50" charset="-128"/>
                      </a:endParaRPr>
                    </a:p>
                  </a:txBody>
                  <a:tcPr marL="7620" marR="7620" marT="7620" marB="0" anchor="b"/>
                </a:tc>
                <a:tc>
                  <a:txBody>
                    <a:bodyPr/>
                    <a:lstStyle/>
                    <a:p>
                      <a:pPr algn="ctr" fontAlgn="b">
                        <a:buNone/>
                      </a:pPr>
                      <a:r>
                        <a:rPr lang="ja-JP" altLang="en-US" sz="1050" u="none" strike="noStrike">
                          <a:effectLst/>
                          <a:latin typeface="Meiryo UI" panose="020B0604030504040204" pitchFamily="50" charset="-128"/>
                          <a:ea typeface="Meiryo UI" panose="020B0604030504040204" pitchFamily="50" charset="-128"/>
                        </a:rPr>
                        <a:t>　</a:t>
                      </a:r>
                      <a:endParaRPr lang="ja-JP" altLang="en-US" sz="1050" b="1" i="0" u="none" strike="noStrike">
                        <a:effectLst/>
                        <a:latin typeface="Meiryo UI" panose="020B0604030504040204" pitchFamily="50" charset="-128"/>
                        <a:ea typeface="Meiryo UI" panose="020B0604030504040204" pitchFamily="50" charset="-128"/>
                      </a:endParaRPr>
                    </a:p>
                  </a:txBody>
                  <a:tcPr marL="7620" marR="7620" marT="7620" marB="0" anchor="b"/>
                </a:tc>
                <a:tc>
                  <a:txBody>
                    <a:bodyPr/>
                    <a:lstStyle/>
                    <a:p>
                      <a:pPr algn="ctr" fontAlgn="b">
                        <a:buNone/>
                      </a:pPr>
                      <a:r>
                        <a:rPr lang="ja-JP" altLang="en-US" sz="1050" u="none" strike="noStrike" dirty="0">
                          <a:effectLst/>
                          <a:latin typeface="Meiryo UI" panose="020B0604030504040204" pitchFamily="50" charset="-128"/>
                          <a:ea typeface="Meiryo UI" panose="020B0604030504040204" pitchFamily="50" charset="-128"/>
                        </a:rPr>
                        <a:t>　</a:t>
                      </a:r>
                      <a:endParaRPr lang="ja-JP" altLang="en-US" sz="1050" b="1" i="0" u="none" strike="noStrike" dirty="0">
                        <a:effectLst/>
                        <a:latin typeface="Meiryo UI" panose="020B0604030504040204" pitchFamily="50" charset="-128"/>
                        <a:ea typeface="Meiryo UI" panose="020B0604030504040204" pitchFamily="50" charset="-128"/>
                      </a:endParaRPr>
                    </a:p>
                  </a:txBody>
                  <a:tcPr marL="7620" marR="7620" marT="7620" marB="0" anchor="b"/>
                </a:tc>
                <a:tc>
                  <a:txBody>
                    <a:bodyPr/>
                    <a:lstStyle/>
                    <a:p>
                      <a:pPr algn="ctr" fontAlgn="b">
                        <a:buNone/>
                      </a:pPr>
                      <a:r>
                        <a:rPr lang="ja-JP" altLang="en-US" sz="1050" u="none" strike="noStrike">
                          <a:effectLst/>
                          <a:latin typeface="Meiryo UI" panose="020B0604030504040204" pitchFamily="50" charset="-128"/>
                          <a:ea typeface="Meiryo UI" panose="020B0604030504040204" pitchFamily="50" charset="-128"/>
                        </a:rPr>
                        <a:t>　</a:t>
                      </a:r>
                      <a:endParaRPr lang="ja-JP" altLang="en-US" sz="1050" b="1" i="0" u="none" strike="noStrike">
                        <a:effectLst/>
                        <a:latin typeface="Meiryo UI" panose="020B0604030504040204" pitchFamily="50" charset="-128"/>
                        <a:ea typeface="Meiryo UI" panose="020B0604030504040204" pitchFamily="50" charset="-128"/>
                      </a:endParaRPr>
                    </a:p>
                  </a:txBody>
                  <a:tcPr marL="7620" marR="7620" marT="7620" marB="0" anchor="b"/>
                </a:tc>
                <a:tc>
                  <a:txBody>
                    <a:bodyPr/>
                    <a:lstStyle/>
                    <a:p>
                      <a:pPr algn="ctr" fontAlgn="b">
                        <a:buNone/>
                      </a:pPr>
                      <a:r>
                        <a:rPr lang="ja-JP" altLang="en-US" sz="1050" u="none" strike="noStrike" dirty="0">
                          <a:effectLst/>
                          <a:latin typeface="Meiryo UI" panose="020B0604030504040204" pitchFamily="50" charset="-128"/>
                          <a:ea typeface="Meiryo UI" panose="020B0604030504040204" pitchFamily="50" charset="-128"/>
                        </a:rPr>
                        <a:t>　</a:t>
                      </a:r>
                      <a:endParaRPr lang="ja-JP" altLang="en-US" sz="1050" b="1" i="0" u="none" strike="noStrike" dirty="0">
                        <a:effectLst/>
                        <a:latin typeface="Meiryo UI" panose="020B0604030504040204" pitchFamily="50" charset="-128"/>
                        <a:ea typeface="Meiryo UI" panose="020B0604030504040204" pitchFamily="50" charset="-128"/>
                      </a:endParaRPr>
                    </a:p>
                  </a:txBody>
                  <a:tcPr marL="7620" marR="7620" marT="7620" marB="0" anchor="b"/>
                </a:tc>
                <a:extLst>
                  <a:ext uri="{0D108BD9-81ED-4DB2-BD59-A6C34878D82A}">
                    <a16:rowId xmlns:a16="http://schemas.microsoft.com/office/drawing/2014/main" val="2284231042"/>
                  </a:ext>
                </a:extLst>
              </a:tr>
            </a:tbl>
          </a:graphicData>
        </a:graphic>
      </p:graphicFrame>
      <p:graphicFrame>
        <p:nvGraphicFramePr>
          <p:cNvPr id="15" name="表 14">
            <a:extLst>
              <a:ext uri="{FF2B5EF4-FFF2-40B4-BE49-F238E27FC236}">
                <a16:creationId xmlns:a16="http://schemas.microsoft.com/office/drawing/2014/main" id="{FE90853B-30B2-4602-2390-30D884C358B4}"/>
              </a:ext>
            </a:extLst>
          </p:cNvPr>
          <p:cNvGraphicFramePr>
            <a:graphicFrameLocks noGrp="1"/>
          </p:cNvGraphicFramePr>
          <p:nvPr>
            <p:extLst>
              <p:ext uri="{D42A27DB-BD31-4B8C-83A1-F6EECF244321}">
                <p14:modId xmlns:p14="http://schemas.microsoft.com/office/powerpoint/2010/main" val="3991656249"/>
              </p:ext>
            </p:extLst>
          </p:nvPr>
        </p:nvGraphicFramePr>
        <p:xfrm>
          <a:off x="4070114" y="3686760"/>
          <a:ext cx="4679603" cy="498185"/>
        </p:xfrm>
        <a:graphic>
          <a:graphicData uri="http://schemas.openxmlformats.org/drawingml/2006/table">
            <a:tbl>
              <a:tblPr firstRow="1">
                <a:tableStyleId>{5C22544A-7EE6-4342-B048-85BDC9FD1C3A}</a:tableStyleId>
              </a:tblPr>
              <a:tblGrid>
                <a:gridCol w="376520">
                  <a:extLst>
                    <a:ext uri="{9D8B030D-6E8A-4147-A177-3AD203B41FA5}">
                      <a16:colId xmlns:a16="http://schemas.microsoft.com/office/drawing/2014/main" val="1932318286"/>
                    </a:ext>
                  </a:extLst>
                </a:gridCol>
                <a:gridCol w="632015">
                  <a:extLst>
                    <a:ext uri="{9D8B030D-6E8A-4147-A177-3AD203B41FA5}">
                      <a16:colId xmlns:a16="http://schemas.microsoft.com/office/drawing/2014/main" val="4253100321"/>
                    </a:ext>
                  </a:extLst>
                </a:gridCol>
                <a:gridCol w="632015">
                  <a:extLst>
                    <a:ext uri="{9D8B030D-6E8A-4147-A177-3AD203B41FA5}">
                      <a16:colId xmlns:a16="http://schemas.microsoft.com/office/drawing/2014/main" val="246949876"/>
                    </a:ext>
                  </a:extLst>
                </a:gridCol>
                <a:gridCol w="1721234">
                  <a:extLst>
                    <a:ext uri="{9D8B030D-6E8A-4147-A177-3AD203B41FA5}">
                      <a16:colId xmlns:a16="http://schemas.microsoft.com/office/drawing/2014/main" val="2687389615"/>
                    </a:ext>
                  </a:extLst>
                </a:gridCol>
                <a:gridCol w="497544">
                  <a:extLst>
                    <a:ext uri="{9D8B030D-6E8A-4147-A177-3AD203B41FA5}">
                      <a16:colId xmlns:a16="http://schemas.microsoft.com/office/drawing/2014/main" val="3025164113"/>
                    </a:ext>
                  </a:extLst>
                </a:gridCol>
                <a:gridCol w="820275">
                  <a:extLst>
                    <a:ext uri="{9D8B030D-6E8A-4147-A177-3AD203B41FA5}">
                      <a16:colId xmlns:a16="http://schemas.microsoft.com/office/drawing/2014/main" val="3328790045"/>
                    </a:ext>
                  </a:extLst>
                </a:gridCol>
              </a:tblGrid>
              <a:tr h="268603">
                <a:tc>
                  <a:txBody>
                    <a:bodyPr/>
                    <a:lstStyle/>
                    <a:p>
                      <a:pPr algn="ctr" fontAlgn="b">
                        <a:buNone/>
                      </a:pPr>
                      <a:r>
                        <a:rPr lang="ja-JP" altLang="en-US" sz="1050" u="none" strike="noStrike">
                          <a:effectLst/>
                          <a:latin typeface="Meiryo UI" panose="020B0604030504040204" pitchFamily="50" charset="-128"/>
                          <a:ea typeface="Meiryo UI" panose="020B0604030504040204" pitchFamily="50" charset="-128"/>
                        </a:rPr>
                        <a:t>性別</a:t>
                      </a:r>
                      <a:endParaRPr lang="ja-JP" altLang="en-US" sz="1050" b="1" i="0" u="none" strike="noStrike">
                        <a:effectLst/>
                        <a:latin typeface="Meiryo UI" panose="020B0604030504040204" pitchFamily="50" charset="-128"/>
                        <a:ea typeface="Meiryo UI" panose="020B0604030504040204" pitchFamily="50" charset="-128"/>
                      </a:endParaRPr>
                    </a:p>
                  </a:txBody>
                  <a:tcPr marL="7620" marR="7620" marT="7620" marB="0" anchor="b"/>
                </a:tc>
                <a:tc>
                  <a:txBody>
                    <a:bodyPr/>
                    <a:lstStyle/>
                    <a:p>
                      <a:pPr algn="ctr" fontAlgn="b">
                        <a:buNone/>
                      </a:pPr>
                      <a:r>
                        <a:rPr lang="ja-JP" altLang="en-US" sz="1050" u="none" strike="noStrike">
                          <a:effectLst/>
                          <a:latin typeface="Meiryo UI" panose="020B0604030504040204" pitchFamily="50" charset="-128"/>
                          <a:ea typeface="Meiryo UI" panose="020B0604030504040204" pitchFamily="50" charset="-128"/>
                        </a:rPr>
                        <a:t>生年月日</a:t>
                      </a:r>
                      <a:endParaRPr lang="ja-JP" altLang="en-US" sz="1050" b="1" i="0" u="none" strike="noStrike">
                        <a:effectLst/>
                        <a:latin typeface="Meiryo UI" panose="020B0604030504040204" pitchFamily="50" charset="-128"/>
                        <a:ea typeface="Meiryo UI" panose="020B0604030504040204" pitchFamily="50" charset="-128"/>
                      </a:endParaRPr>
                    </a:p>
                  </a:txBody>
                  <a:tcPr marL="7620" marR="7620" marT="7620" marB="0" anchor="b"/>
                </a:tc>
                <a:tc>
                  <a:txBody>
                    <a:bodyPr/>
                    <a:lstStyle/>
                    <a:p>
                      <a:pPr algn="ctr" fontAlgn="b">
                        <a:buNone/>
                      </a:pPr>
                      <a:r>
                        <a:rPr lang="ja-JP" altLang="en-US" sz="1050" u="none" strike="noStrike">
                          <a:effectLst/>
                          <a:latin typeface="Meiryo UI" panose="020B0604030504040204" pitchFamily="50" charset="-128"/>
                          <a:ea typeface="Meiryo UI" panose="020B0604030504040204" pitchFamily="50" charset="-128"/>
                        </a:rPr>
                        <a:t>郵便番号</a:t>
                      </a:r>
                      <a:endParaRPr lang="ja-JP" altLang="en-US" sz="1050" b="1" i="0" u="none" strike="noStrike">
                        <a:effectLst/>
                        <a:latin typeface="Meiryo UI" panose="020B0604030504040204" pitchFamily="50" charset="-128"/>
                        <a:ea typeface="Meiryo UI" panose="020B0604030504040204" pitchFamily="50" charset="-128"/>
                      </a:endParaRPr>
                    </a:p>
                  </a:txBody>
                  <a:tcPr marL="7620" marR="7620" marT="7620" marB="0" anchor="b"/>
                </a:tc>
                <a:tc>
                  <a:txBody>
                    <a:bodyPr/>
                    <a:lstStyle/>
                    <a:p>
                      <a:pPr algn="ctr" fontAlgn="b">
                        <a:buNone/>
                      </a:pPr>
                      <a:r>
                        <a:rPr lang="ja-JP" altLang="en-US" sz="1050" u="none" strike="noStrike" dirty="0">
                          <a:effectLst/>
                          <a:latin typeface="Meiryo UI" panose="020B0604030504040204" pitchFamily="50" charset="-128"/>
                          <a:ea typeface="Meiryo UI" panose="020B0604030504040204" pitchFamily="50" charset="-128"/>
                        </a:rPr>
                        <a:t>住所</a:t>
                      </a:r>
                      <a:endParaRPr lang="ja-JP" altLang="en-US" sz="1050" b="1" i="0" u="none" strike="noStrike" dirty="0">
                        <a:effectLst/>
                        <a:latin typeface="Meiryo UI" panose="020B0604030504040204" pitchFamily="50" charset="-128"/>
                        <a:ea typeface="Meiryo UI" panose="020B0604030504040204" pitchFamily="50" charset="-128"/>
                      </a:endParaRPr>
                    </a:p>
                  </a:txBody>
                  <a:tcPr marL="7620" marR="7620" marT="7620" marB="0" anchor="b"/>
                </a:tc>
                <a:tc>
                  <a:txBody>
                    <a:bodyPr/>
                    <a:lstStyle/>
                    <a:p>
                      <a:pPr algn="ctr" fontAlgn="b">
                        <a:buNone/>
                      </a:pPr>
                      <a:r>
                        <a:rPr lang="ja-JP" altLang="en-US" sz="1050" u="none" strike="noStrike">
                          <a:effectLst/>
                          <a:latin typeface="Meiryo UI" panose="020B0604030504040204" pitchFamily="50" charset="-128"/>
                          <a:ea typeface="Meiryo UI" panose="020B0604030504040204" pitchFamily="50" charset="-128"/>
                        </a:rPr>
                        <a:t>連絡先</a:t>
                      </a:r>
                      <a:endParaRPr lang="ja-JP" altLang="en-US" sz="1050" b="1" i="0" u="none" strike="noStrike">
                        <a:effectLst/>
                        <a:latin typeface="Meiryo UI" panose="020B0604030504040204" pitchFamily="50" charset="-128"/>
                        <a:ea typeface="Meiryo UI" panose="020B0604030504040204" pitchFamily="50" charset="-128"/>
                      </a:endParaRPr>
                    </a:p>
                  </a:txBody>
                  <a:tcPr marL="7620" marR="7620" marT="7620" marB="0" anchor="b"/>
                </a:tc>
                <a:tc>
                  <a:txBody>
                    <a:bodyPr/>
                    <a:lstStyle/>
                    <a:p>
                      <a:pPr algn="ctr" fontAlgn="b">
                        <a:buNone/>
                      </a:pPr>
                      <a:r>
                        <a:rPr lang="ja-JP" altLang="en-US" sz="1050" u="none" strike="noStrike">
                          <a:effectLst/>
                          <a:latin typeface="Meiryo UI" panose="020B0604030504040204" pitchFamily="50" charset="-128"/>
                          <a:ea typeface="Meiryo UI" panose="020B0604030504040204" pitchFamily="50" charset="-128"/>
                        </a:rPr>
                        <a:t>メールアドレス</a:t>
                      </a:r>
                      <a:endParaRPr lang="ja-JP" altLang="en-US" sz="1050" b="1" i="0" u="none" strike="noStrike">
                        <a:effectLst/>
                        <a:latin typeface="Meiryo UI" panose="020B0604030504040204" pitchFamily="50" charset="-128"/>
                        <a:ea typeface="Meiryo UI" panose="020B0604030504040204" pitchFamily="50" charset="-128"/>
                      </a:endParaRPr>
                    </a:p>
                  </a:txBody>
                  <a:tcPr marL="7620" marR="7620" marT="7620" marB="0" anchor="b"/>
                </a:tc>
                <a:extLst>
                  <a:ext uri="{0D108BD9-81ED-4DB2-BD59-A6C34878D82A}">
                    <a16:rowId xmlns:a16="http://schemas.microsoft.com/office/drawing/2014/main" val="1930057082"/>
                  </a:ext>
                </a:extLst>
              </a:tr>
              <a:tr h="229582">
                <a:tc>
                  <a:txBody>
                    <a:bodyPr/>
                    <a:lstStyle/>
                    <a:p>
                      <a:pPr algn="ctr" fontAlgn="b">
                        <a:buNone/>
                      </a:pPr>
                      <a:r>
                        <a:rPr lang="ja-JP" altLang="en-US" sz="1050" u="none" strike="noStrike">
                          <a:effectLst/>
                          <a:latin typeface="Meiryo UI" panose="020B0604030504040204" pitchFamily="50" charset="-128"/>
                          <a:ea typeface="Meiryo UI" panose="020B0604030504040204" pitchFamily="50" charset="-128"/>
                        </a:rPr>
                        <a:t>　</a:t>
                      </a:r>
                      <a:endParaRPr lang="ja-JP" altLang="en-US" sz="1050" b="1" i="0" u="none" strike="noStrike">
                        <a:effectLst/>
                        <a:latin typeface="Meiryo UI" panose="020B0604030504040204" pitchFamily="50" charset="-128"/>
                        <a:ea typeface="Meiryo UI" panose="020B0604030504040204" pitchFamily="50" charset="-128"/>
                      </a:endParaRPr>
                    </a:p>
                  </a:txBody>
                  <a:tcPr marL="7620" marR="7620" marT="7620" marB="0" anchor="b"/>
                </a:tc>
                <a:tc>
                  <a:txBody>
                    <a:bodyPr/>
                    <a:lstStyle/>
                    <a:p>
                      <a:pPr algn="ctr" fontAlgn="b">
                        <a:buNone/>
                      </a:pPr>
                      <a:r>
                        <a:rPr lang="ja-JP" altLang="en-US" sz="1050" u="none" strike="noStrike">
                          <a:effectLst/>
                          <a:latin typeface="Meiryo UI" panose="020B0604030504040204" pitchFamily="50" charset="-128"/>
                          <a:ea typeface="Meiryo UI" panose="020B0604030504040204" pitchFamily="50" charset="-128"/>
                        </a:rPr>
                        <a:t>　</a:t>
                      </a:r>
                      <a:endParaRPr lang="ja-JP" altLang="en-US" sz="1050" b="1" i="0" u="none" strike="noStrike">
                        <a:effectLst/>
                        <a:latin typeface="Meiryo UI" panose="020B0604030504040204" pitchFamily="50" charset="-128"/>
                        <a:ea typeface="Meiryo UI" panose="020B0604030504040204" pitchFamily="50" charset="-128"/>
                      </a:endParaRPr>
                    </a:p>
                  </a:txBody>
                  <a:tcPr marL="7620" marR="7620" marT="7620" marB="0" anchor="b"/>
                </a:tc>
                <a:tc>
                  <a:txBody>
                    <a:bodyPr/>
                    <a:lstStyle/>
                    <a:p>
                      <a:pPr algn="ctr" fontAlgn="b">
                        <a:buNone/>
                      </a:pPr>
                      <a:r>
                        <a:rPr lang="ja-JP" altLang="en-US" sz="1050" u="none" strike="noStrike">
                          <a:effectLst/>
                          <a:latin typeface="Meiryo UI" panose="020B0604030504040204" pitchFamily="50" charset="-128"/>
                          <a:ea typeface="Meiryo UI" panose="020B0604030504040204" pitchFamily="50" charset="-128"/>
                        </a:rPr>
                        <a:t>　</a:t>
                      </a:r>
                      <a:endParaRPr lang="ja-JP" altLang="en-US" sz="1050" b="1" i="0" u="none" strike="noStrike">
                        <a:effectLst/>
                        <a:latin typeface="Meiryo UI" panose="020B0604030504040204" pitchFamily="50" charset="-128"/>
                        <a:ea typeface="Meiryo UI" panose="020B0604030504040204" pitchFamily="50" charset="-128"/>
                      </a:endParaRPr>
                    </a:p>
                  </a:txBody>
                  <a:tcPr marL="7620" marR="7620" marT="7620" marB="0" anchor="b"/>
                </a:tc>
                <a:tc>
                  <a:txBody>
                    <a:bodyPr/>
                    <a:lstStyle/>
                    <a:p>
                      <a:pPr algn="ctr" fontAlgn="b">
                        <a:buNone/>
                      </a:pPr>
                      <a:r>
                        <a:rPr lang="ja-JP" altLang="en-US" sz="1050" u="none" strike="noStrike" dirty="0">
                          <a:effectLst/>
                          <a:latin typeface="Meiryo UI" panose="020B0604030504040204" pitchFamily="50" charset="-128"/>
                          <a:ea typeface="Meiryo UI" panose="020B0604030504040204" pitchFamily="50" charset="-128"/>
                        </a:rPr>
                        <a:t>　</a:t>
                      </a:r>
                      <a:endParaRPr lang="ja-JP" altLang="en-US" sz="1050" b="1" i="0" u="none" strike="noStrike" dirty="0">
                        <a:effectLst/>
                        <a:latin typeface="Meiryo UI" panose="020B0604030504040204" pitchFamily="50" charset="-128"/>
                        <a:ea typeface="Meiryo UI" panose="020B0604030504040204" pitchFamily="50" charset="-128"/>
                      </a:endParaRPr>
                    </a:p>
                  </a:txBody>
                  <a:tcPr marL="7620" marR="7620" marT="7620" marB="0" anchor="b"/>
                </a:tc>
                <a:tc>
                  <a:txBody>
                    <a:bodyPr/>
                    <a:lstStyle/>
                    <a:p>
                      <a:pPr algn="ctr" fontAlgn="b">
                        <a:buNone/>
                      </a:pPr>
                      <a:r>
                        <a:rPr lang="ja-JP" altLang="en-US" sz="1050" u="none" strike="noStrike">
                          <a:effectLst/>
                          <a:latin typeface="Meiryo UI" panose="020B0604030504040204" pitchFamily="50" charset="-128"/>
                          <a:ea typeface="Meiryo UI" panose="020B0604030504040204" pitchFamily="50" charset="-128"/>
                        </a:rPr>
                        <a:t>　</a:t>
                      </a:r>
                      <a:endParaRPr lang="ja-JP" altLang="en-US" sz="1050" b="1" i="0" u="none" strike="noStrike">
                        <a:effectLst/>
                        <a:latin typeface="Meiryo UI" panose="020B0604030504040204" pitchFamily="50" charset="-128"/>
                        <a:ea typeface="Meiryo UI" panose="020B0604030504040204" pitchFamily="50" charset="-128"/>
                      </a:endParaRPr>
                    </a:p>
                  </a:txBody>
                  <a:tcPr marL="7620" marR="7620" marT="7620" marB="0" anchor="b"/>
                </a:tc>
                <a:tc>
                  <a:txBody>
                    <a:bodyPr/>
                    <a:lstStyle/>
                    <a:p>
                      <a:pPr algn="ctr" fontAlgn="b">
                        <a:buNone/>
                      </a:pPr>
                      <a:r>
                        <a:rPr lang="ja-JP" altLang="en-US" sz="1050" u="none" strike="noStrike" dirty="0">
                          <a:effectLst/>
                          <a:latin typeface="Meiryo UI" panose="020B0604030504040204" pitchFamily="50" charset="-128"/>
                          <a:ea typeface="Meiryo UI" panose="020B0604030504040204" pitchFamily="50" charset="-128"/>
                        </a:rPr>
                        <a:t>　</a:t>
                      </a:r>
                      <a:endParaRPr lang="ja-JP" altLang="en-US" sz="1050" b="1" i="0" u="none" strike="noStrike" dirty="0">
                        <a:effectLst/>
                        <a:latin typeface="Meiryo UI" panose="020B0604030504040204" pitchFamily="50" charset="-128"/>
                        <a:ea typeface="Meiryo UI" panose="020B0604030504040204" pitchFamily="50" charset="-128"/>
                      </a:endParaRPr>
                    </a:p>
                  </a:txBody>
                  <a:tcPr marL="7620" marR="7620" marT="7620" marB="0" anchor="b"/>
                </a:tc>
                <a:extLst>
                  <a:ext uri="{0D108BD9-81ED-4DB2-BD59-A6C34878D82A}">
                    <a16:rowId xmlns:a16="http://schemas.microsoft.com/office/drawing/2014/main" val="1716818613"/>
                  </a:ext>
                </a:extLst>
              </a:tr>
            </a:tbl>
          </a:graphicData>
        </a:graphic>
      </p:graphicFrame>
      <p:sp>
        <p:nvSpPr>
          <p:cNvPr id="16" name="正方形/長方形 15">
            <a:extLst>
              <a:ext uri="{FF2B5EF4-FFF2-40B4-BE49-F238E27FC236}">
                <a16:creationId xmlns:a16="http://schemas.microsoft.com/office/drawing/2014/main" id="{20A3B754-DD03-C094-B1D9-30F31C8FCEFB}"/>
              </a:ext>
            </a:extLst>
          </p:cNvPr>
          <p:cNvSpPr/>
          <p:nvPr/>
        </p:nvSpPr>
        <p:spPr>
          <a:xfrm>
            <a:off x="3848630" y="2615121"/>
            <a:ext cx="3610137" cy="440574"/>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ja-JP" altLang="en-US" sz="1600" b="1" u="sng" dirty="0">
                <a:solidFill>
                  <a:schemeClr val="tx1"/>
                </a:solidFill>
                <a:latin typeface="BIZ UDPゴシック" panose="020B0400000000000000" pitchFamily="50" charset="-128"/>
                <a:ea typeface="BIZ UDPゴシック" panose="020B0400000000000000" pitchFamily="50" charset="-128"/>
              </a:rPr>
              <a:t>・選択したクラブ員の情報</a:t>
            </a:r>
            <a:endParaRPr kumimoji="1" lang="ja-JP" altLang="en-US" sz="1600" b="1" u="sng" dirty="0">
              <a:solidFill>
                <a:schemeClr val="tx1"/>
              </a:solidFill>
              <a:latin typeface="BIZ UDPゴシック" panose="020B0400000000000000" pitchFamily="50" charset="-128"/>
              <a:ea typeface="BIZ UDPゴシック" panose="020B0400000000000000" pitchFamily="50" charset="-128"/>
            </a:endParaRPr>
          </a:p>
        </p:txBody>
      </p:sp>
      <p:sp>
        <p:nvSpPr>
          <p:cNvPr id="17" name="正方形/長方形 16">
            <a:extLst>
              <a:ext uri="{FF2B5EF4-FFF2-40B4-BE49-F238E27FC236}">
                <a16:creationId xmlns:a16="http://schemas.microsoft.com/office/drawing/2014/main" id="{603AEB5D-38A1-8185-B680-70035520398D}"/>
              </a:ext>
            </a:extLst>
          </p:cNvPr>
          <p:cNvSpPr/>
          <p:nvPr/>
        </p:nvSpPr>
        <p:spPr>
          <a:xfrm>
            <a:off x="3848630" y="4353420"/>
            <a:ext cx="3610137" cy="440574"/>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ja-JP" altLang="en-US" sz="1600" b="1" u="sng" dirty="0">
                <a:solidFill>
                  <a:schemeClr val="tx1"/>
                </a:solidFill>
                <a:latin typeface="BIZ UDPゴシック" panose="020B0400000000000000" pitchFamily="50" charset="-128"/>
                <a:ea typeface="BIZ UDPゴシック" panose="020B0400000000000000" pitchFamily="50" charset="-128"/>
              </a:rPr>
              <a:t>・スポーツ安全保険加入者一覧</a:t>
            </a:r>
            <a:endParaRPr kumimoji="1" lang="ja-JP" altLang="en-US" sz="1600" b="1" u="sng" dirty="0">
              <a:solidFill>
                <a:schemeClr val="tx1"/>
              </a:solidFill>
              <a:latin typeface="BIZ UDPゴシック" panose="020B0400000000000000" pitchFamily="50" charset="-128"/>
              <a:ea typeface="BIZ UDPゴシック" panose="020B0400000000000000" pitchFamily="50" charset="-128"/>
            </a:endParaRPr>
          </a:p>
        </p:txBody>
      </p:sp>
      <p:graphicFrame>
        <p:nvGraphicFramePr>
          <p:cNvPr id="18" name="表 17">
            <a:extLst>
              <a:ext uri="{FF2B5EF4-FFF2-40B4-BE49-F238E27FC236}">
                <a16:creationId xmlns:a16="http://schemas.microsoft.com/office/drawing/2014/main" id="{8B64F701-2A39-35CD-3B21-0973EFAAA803}"/>
              </a:ext>
            </a:extLst>
          </p:cNvPr>
          <p:cNvGraphicFramePr>
            <a:graphicFrameLocks noGrp="1"/>
          </p:cNvGraphicFramePr>
          <p:nvPr>
            <p:extLst>
              <p:ext uri="{D42A27DB-BD31-4B8C-83A1-F6EECF244321}">
                <p14:modId xmlns:p14="http://schemas.microsoft.com/office/powerpoint/2010/main" val="3147011717"/>
              </p:ext>
            </p:extLst>
          </p:nvPr>
        </p:nvGraphicFramePr>
        <p:xfrm>
          <a:off x="4070114" y="4821809"/>
          <a:ext cx="3051941" cy="1321722"/>
        </p:xfrm>
        <a:graphic>
          <a:graphicData uri="http://schemas.openxmlformats.org/drawingml/2006/table">
            <a:tbl>
              <a:tblPr firstRow="1">
                <a:tableStyleId>{5C22544A-7EE6-4342-B048-85BDC9FD1C3A}</a:tableStyleId>
              </a:tblPr>
              <a:tblGrid>
                <a:gridCol w="770918">
                  <a:extLst>
                    <a:ext uri="{9D8B030D-6E8A-4147-A177-3AD203B41FA5}">
                      <a16:colId xmlns:a16="http://schemas.microsoft.com/office/drawing/2014/main" val="1910877828"/>
                    </a:ext>
                  </a:extLst>
                </a:gridCol>
                <a:gridCol w="1001425">
                  <a:extLst>
                    <a:ext uri="{9D8B030D-6E8A-4147-A177-3AD203B41FA5}">
                      <a16:colId xmlns:a16="http://schemas.microsoft.com/office/drawing/2014/main" val="1614926522"/>
                    </a:ext>
                  </a:extLst>
                </a:gridCol>
                <a:gridCol w="1279598">
                  <a:extLst>
                    <a:ext uri="{9D8B030D-6E8A-4147-A177-3AD203B41FA5}">
                      <a16:colId xmlns:a16="http://schemas.microsoft.com/office/drawing/2014/main" val="2149047582"/>
                    </a:ext>
                  </a:extLst>
                </a:gridCol>
              </a:tblGrid>
              <a:tr h="220287">
                <a:tc>
                  <a:txBody>
                    <a:bodyPr/>
                    <a:lstStyle/>
                    <a:p>
                      <a:pPr algn="ctr" fontAlgn="b">
                        <a:buNone/>
                      </a:pPr>
                      <a:r>
                        <a:rPr lang="ja-JP" altLang="en-US" sz="1050" b="0" i="0" u="none" strike="noStrike" dirty="0">
                          <a:effectLst/>
                          <a:latin typeface="Meiryo UI" panose="020B0604030504040204" pitchFamily="50" charset="-128"/>
                          <a:ea typeface="Meiryo UI" panose="020B0604030504040204" pitchFamily="50" charset="-128"/>
                        </a:rPr>
                        <a:t>今回申請</a:t>
                      </a:r>
                    </a:p>
                  </a:txBody>
                  <a:tcPr marL="7620" marR="7620" marT="7620" marB="0" anchor="b"/>
                </a:tc>
                <a:tc>
                  <a:txBody>
                    <a:bodyPr/>
                    <a:lstStyle/>
                    <a:p>
                      <a:pPr algn="ctr" fontAlgn="b">
                        <a:buNone/>
                      </a:pPr>
                      <a:r>
                        <a:rPr lang="ja-JP" altLang="en-US" sz="1050" b="0" u="none" strike="noStrike" dirty="0">
                          <a:effectLst/>
                          <a:latin typeface="Meiryo UI" panose="020B0604030504040204" pitchFamily="50" charset="-128"/>
                          <a:ea typeface="Meiryo UI" panose="020B0604030504040204" pitchFamily="50" charset="-128"/>
                        </a:rPr>
                        <a:t>名前</a:t>
                      </a:r>
                      <a:endParaRPr lang="ja-JP" altLang="en-US" sz="1050" b="0" i="0" u="none" strike="noStrike" dirty="0">
                        <a:effectLst/>
                        <a:latin typeface="Meiryo UI" panose="020B0604030504040204" pitchFamily="50" charset="-128"/>
                        <a:ea typeface="Meiryo UI" panose="020B0604030504040204" pitchFamily="50" charset="-128"/>
                      </a:endParaRPr>
                    </a:p>
                  </a:txBody>
                  <a:tcPr marL="7620" marR="7620" marT="7620" marB="0" anchor="b"/>
                </a:tc>
                <a:tc>
                  <a:txBody>
                    <a:bodyPr/>
                    <a:lstStyle/>
                    <a:p>
                      <a:pPr algn="ctr" fontAlgn="b">
                        <a:buNone/>
                      </a:pPr>
                      <a:r>
                        <a:rPr lang="ja-JP" altLang="en-US" sz="1050" b="0" u="none" strike="noStrike" dirty="0">
                          <a:effectLst/>
                          <a:latin typeface="Meiryo UI" panose="020B0604030504040204" pitchFamily="50" charset="-128"/>
                          <a:ea typeface="Meiryo UI" panose="020B0604030504040204" pitchFamily="50" charset="-128"/>
                        </a:rPr>
                        <a:t>加入年月</a:t>
                      </a:r>
                      <a:endParaRPr lang="ja-JP" altLang="en-US" sz="1050" b="0" i="0" u="none" strike="noStrike" dirty="0">
                        <a:effectLst/>
                        <a:latin typeface="Meiryo UI" panose="020B0604030504040204" pitchFamily="50" charset="-128"/>
                        <a:ea typeface="Meiryo UI" panose="020B0604030504040204" pitchFamily="50" charset="-128"/>
                      </a:endParaRPr>
                    </a:p>
                  </a:txBody>
                  <a:tcPr marL="7620" marR="7620" marT="7620" marB="0" anchor="b"/>
                </a:tc>
                <a:extLst>
                  <a:ext uri="{0D108BD9-81ED-4DB2-BD59-A6C34878D82A}">
                    <a16:rowId xmlns:a16="http://schemas.microsoft.com/office/drawing/2014/main" val="3809143328"/>
                  </a:ext>
                </a:extLst>
              </a:tr>
              <a:tr h="220287">
                <a:tc>
                  <a:txBody>
                    <a:bodyPr/>
                    <a:lstStyle/>
                    <a:p>
                      <a:pPr algn="ctr" fontAlgn="ctr">
                        <a:buNone/>
                      </a:pPr>
                      <a:r>
                        <a:rPr lang="ja-JP" altLang="en-US" sz="1050" b="0" i="0" u="none" strike="noStrike" dirty="0">
                          <a:effectLst/>
                          <a:latin typeface="Meiryo UI" panose="020B0604030504040204" pitchFamily="50" charset="-128"/>
                          <a:ea typeface="Meiryo UI" panose="020B0604030504040204" pitchFamily="50" charset="-128"/>
                        </a:rPr>
                        <a:t>〇</a:t>
                      </a:r>
                    </a:p>
                  </a:txBody>
                  <a:tcPr marL="7620" marR="7620" marT="7620" marB="0" anchor="ctr"/>
                </a:tc>
                <a:tc>
                  <a:txBody>
                    <a:bodyPr/>
                    <a:lstStyle/>
                    <a:p>
                      <a:pPr algn="ctr" fontAlgn="ctr">
                        <a:buNone/>
                      </a:pPr>
                      <a:r>
                        <a:rPr lang="ja-JP" altLang="en-US" sz="1050" b="0" i="0" u="none" strike="noStrike" dirty="0">
                          <a:effectLst/>
                          <a:latin typeface="Meiryo UI" panose="020B0604030504040204" pitchFamily="50" charset="-128"/>
                          <a:ea typeface="Meiryo UI" panose="020B0604030504040204" pitchFamily="50" charset="-128"/>
                        </a:rPr>
                        <a:t>段上 泰之</a:t>
                      </a:r>
                    </a:p>
                  </a:txBody>
                  <a:tcPr marL="7620" marR="7620" marT="7620" marB="0" anchor="ctr"/>
                </a:tc>
                <a:tc>
                  <a:txBody>
                    <a:bodyPr/>
                    <a:lstStyle/>
                    <a:p>
                      <a:pPr algn="ctr" fontAlgn="ctr">
                        <a:buNone/>
                      </a:pPr>
                      <a:endParaRPr lang="ja-JP" altLang="en-US" sz="1050" b="0" i="0" u="none" strike="noStrike" dirty="0">
                        <a:effectLst/>
                        <a:latin typeface="Meiryo UI" panose="020B0604030504040204" pitchFamily="50" charset="-128"/>
                        <a:ea typeface="Meiryo UI" panose="020B0604030504040204" pitchFamily="50" charset="-128"/>
                      </a:endParaRPr>
                    </a:p>
                  </a:txBody>
                  <a:tcPr marL="7620" marR="7620" marT="7620" marB="0" anchor="ctr"/>
                </a:tc>
                <a:extLst>
                  <a:ext uri="{0D108BD9-81ED-4DB2-BD59-A6C34878D82A}">
                    <a16:rowId xmlns:a16="http://schemas.microsoft.com/office/drawing/2014/main" val="1371476291"/>
                  </a:ext>
                </a:extLst>
              </a:tr>
              <a:tr h="220287">
                <a:tc>
                  <a:txBody>
                    <a:bodyPr/>
                    <a:lstStyle/>
                    <a:p>
                      <a:pPr algn="ctr" fontAlgn="ctr">
                        <a:buNone/>
                      </a:pPr>
                      <a:endParaRPr lang="ja-JP" altLang="en-US" sz="1050" b="0" i="0" u="none" strike="noStrike" dirty="0">
                        <a:effectLst/>
                        <a:latin typeface="Meiryo UI" panose="020B0604030504040204" pitchFamily="50" charset="-128"/>
                        <a:ea typeface="Meiryo UI" panose="020B0604030504040204" pitchFamily="50" charset="-128"/>
                      </a:endParaRPr>
                    </a:p>
                  </a:txBody>
                  <a:tcPr marL="7620" marR="7620" marT="7620" marB="0" anchor="ctr"/>
                </a:tc>
                <a:tc>
                  <a:txBody>
                    <a:bodyPr/>
                    <a:lstStyle/>
                    <a:p>
                      <a:pPr algn="ctr" fontAlgn="ctr">
                        <a:buNone/>
                      </a:pPr>
                      <a:endParaRPr lang="ja-JP" altLang="en-US" sz="1050" b="0" i="0" u="none" strike="noStrike" dirty="0">
                        <a:effectLst/>
                        <a:latin typeface="Meiryo UI" panose="020B0604030504040204" pitchFamily="50" charset="-128"/>
                        <a:ea typeface="Meiryo UI" panose="020B0604030504040204" pitchFamily="50" charset="-128"/>
                      </a:endParaRPr>
                    </a:p>
                  </a:txBody>
                  <a:tcPr marL="7620" marR="7620" marT="7620" marB="0" anchor="ctr"/>
                </a:tc>
                <a:tc>
                  <a:txBody>
                    <a:bodyPr/>
                    <a:lstStyle/>
                    <a:p>
                      <a:pPr algn="ctr" fontAlgn="ctr">
                        <a:buNone/>
                      </a:pPr>
                      <a:endParaRPr lang="ja-JP" altLang="en-US" sz="1050" b="0" i="0" u="none" strike="noStrike" dirty="0">
                        <a:effectLst/>
                        <a:latin typeface="Meiryo UI" panose="020B0604030504040204" pitchFamily="50" charset="-128"/>
                        <a:ea typeface="Meiryo UI" panose="020B0604030504040204" pitchFamily="50" charset="-128"/>
                      </a:endParaRPr>
                    </a:p>
                  </a:txBody>
                  <a:tcPr marL="7620" marR="7620" marT="7620" marB="0" anchor="ctr"/>
                </a:tc>
                <a:extLst>
                  <a:ext uri="{0D108BD9-81ED-4DB2-BD59-A6C34878D82A}">
                    <a16:rowId xmlns:a16="http://schemas.microsoft.com/office/drawing/2014/main" val="1616298472"/>
                  </a:ext>
                </a:extLst>
              </a:tr>
              <a:tr h="220287">
                <a:tc>
                  <a:txBody>
                    <a:bodyPr/>
                    <a:lstStyle/>
                    <a:p>
                      <a:pPr algn="ctr" fontAlgn="ctr">
                        <a:buNone/>
                      </a:pPr>
                      <a:endParaRPr lang="ja-JP" altLang="en-US" sz="1050" b="0" i="0" u="none" strike="noStrike" dirty="0">
                        <a:effectLst/>
                        <a:latin typeface="Meiryo UI" panose="020B0604030504040204" pitchFamily="50" charset="-128"/>
                        <a:ea typeface="Meiryo UI" panose="020B0604030504040204" pitchFamily="50" charset="-128"/>
                      </a:endParaRPr>
                    </a:p>
                  </a:txBody>
                  <a:tcPr marL="7620" marR="7620" marT="7620" marB="0" anchor="ctr"/>
                </a:tc>
                <a:tc>
                  <a:txBody>
                    <a:bodyPr/>
                    <a:lstStyle/>
                    <a:p>
                      <a:pPr algn="ctr" fontAlgn="ctr">
                        <a:buNone/>
                      </a:pPr>
                      <a:endParaRPr lang="ja-JP" altLang="en-US" sz="1050" b="0" i="0" u="none" strike="noStrike" dirty="0">
                        <a:effectLst/>
                        <a:latin typeface="Meiryo UI" panose="020B0604030504040204" pitchFamily="50" charset="-128"/>
                        <a:ea typeface="Meiryo UI" panose="020B0604030504040204" pitchFamily="50" charset="-128"/>
                      </a:endParaRPr>
                    </a:p>
                  </a:txBody>
                  <a:tcPr marL="7620" marR="7620" marT="7620" marB="0" anchor="ctr"/>
                </a:tc>
                <a:tc>
                  <a:txBody>
                    <a:bodyPr/>
                    <a:lstStyle/>
                    <a:p>
                      <a:pPr algn="ctr" fontAlgn="ctr">
                        <a:buNone/>
                      </a:pPr>
                      <a:endParaRPr lang="ja-JP" altLang="en-US" sz="1050" b="0" i="0" u="none" strike="noStrike" dirty="0">
                        <a:effectLst/>
                        <a:latin typeface="Meiryo UI" panose="020B0604030504040204" pitchFamily="50" charset="-128"/>
                        <a:ea typeface="Meiryo UI" panose="020B0604030504040204" pitchFamily="50" charset="-128"/>
                      </a:endParaRPr>
                    </a:p>
                  </a:txBody>
                  <a:tcPr marL="7620" marR="7620" marT="7620" marB="0" anchor="ctr"/>
                </a:tc>
                <a:extLst>
                  <a:ext uri="{0D108BD9-81ED-4DB2-BD59-A6C34878D82A}">
                    <a16:rowId xmlns:a16="http://schemas.microsoft.com/office/drawing/2014/main" val="3561384023"/>
                  </a:ext>
                </a:extLst>
              </a:tr>
              <a:tr h="220287">
                <a:tc>
                  <a:txBody>
                    <a:bodyPr/>
                    <a:lstStyle/>
                    <a:p>
                      <a:pPr algn="ctr" fontAlgn="ctr">
                        <a:buNone/>
                      </a:pPr>
                      <a:endParaRPr lang="ja-JP" altLang="en-US" sz="1050" b="0" i="0" u="none" strike="noStrike" dirty="0">
                        <a:effectLst/>
                        <a:latin typeface="Meiryo UI" panose="020B0604030504040204" pitchFamily="50" charset="-128"/>
                        <a:ea typeface="Meiryo UI" panose="020B0604030504040204" pitchFamily="50" charset="-128"/>
                      </a:endParaRPr>
                    </a:p>
                  </a:txBody>
                  <a:tcPr marL="7620" marR="7620" marT="7620" marB="0" anchor="ctr"/>
                </a:tc>
                <a:tc>
                  <a:txBody>
                    <a:bodyPr/>
                    <a:lstStyle/>
                    <a:p>
                      <a:pPr algn="ctr" fontAlgn="ctr">
                        <a:buNone/>
                      </a:pPr>
                      <a:endParaRPr lang="ja-JP" altLang="en-US" sz="1050" b="0" i="0" u="none" strike="noStrike" dirty="0">
                        <a:effectLst/>
                        <a:latin typeface="Meiryo UI" panose="020B0604030504040204" pitchFamily="50" charset="-128"/>
                        <a:ea typeface="Meiryo UI" panose="020B0604030504040204" pitchFamily="50" charset="-128"/>
                      </a:endParaRPr>
                    </a:p>
                  </a:txBody>
                  <a:tcPr marL="7620" marR="7620" marT="7620" marB="0" anchor="ctr"/>
                </a:tc>
                <a:tc>
                  <a:txBody>
                    <a:bodyPr/>
                    <a:lstStyle/>
                    <a:p>
                      <a:pPr algn="ctr" fontAlgn="ctr">
                        <a:buNone/>
                      </a:pPr>
                      <a:endParaRPr lang="ja-JP" altLang="en-US" sz="1050" b="0" i="0" u="none" strike="noStrike" dirty="0">
                        <a:effectLst/>
                        <a:latin typeface="Meiryo UI" panose="020B0604030504040204" pitchFamily="50" charset="-128"/>
                        <a:ea typeface="Meiryo UI" panose="020B0604030504040204" pitchFamily="50" charset="-128"/>
                      </a:endParaRPr>
                    </a:p>
                  </a:txBody>
                  <a:tcPr marL="7620" marR="7620" marT="7620" marB="0" anchor="ctr"/>
                </a:tc>
                <a:extLst>
                  <a:ext uri="{0D108BD9-81ED-4DB2-BD59-A6C34878D82A}">
                    <a16:rowId xmlns:a16="http://schemas.microsoft.com/office/drawing/2014/main" val="3683899500"/>
                  </a:ext>
                </a:extLst>
              </a:tr>
              <a:tr h="220287">
                <a:tc>
                  <a:txBody>
                    <a:bodyPr/>
                    <a:lstStyle/>
                    <a:p>
                      <a:pPr algn="ctr" fontAlgn="ctr">
                        <a:buNone/>
                      </a:pPr>
                      <a:endParaRPr lang="ja-JP" altLang="en-US" sz="1050" b="0" i="0" u="none" strike="noStrike" dirty="0">
                        <a:effectLst/>
                        <a:latin typeface="Meiryo UI" panose="020B0604030504040204" pitchFamily="50" charset="-128"/>
                        <a:ea typeface="Meiryo UI" panose="020B0604030504040204" pitchFamily="50" charset="-128"/>
                      </a:endParaRPr>
                    </a:p>
                  </a:txBody>
                  <a:tcPr marL="7620" marR="7620" marT="7620" marB="0" anchor="ctr"/>
                </a:tc>
                <a:tc>
                  <a:txBody>
                    <a:bodyPr/>
                    <a:lstStyle/>
                    <a:p>
                      <a:pPr algn="ctr" fontAlgn="ctr">
                        <a:buNone/>
                      </a:pPr>
                      <a:endParaRPr lang="ja-JP" altLang="en-US" sz="1050" b="0" i="0" u="none" strike="noStrike" dirty="0">
                        <a:effectLst/>
                        <a:latin typeface="Meiryo UI" panose="020B0604030504040204" pitchFamily="50" charset="-128"/>
                        <a:ea typeface="Meiryo UI" panose="020B0604030504040204" pitchFamily="50" charset="-128"/>
                      </a:endParaRPr>
                    </a:p>
                  </a:txBody>
                  <a:tcPr marL="7620" marR="7620" marT="7620" marB="0" anchor="ctr"/>
                </a:tc>
                <a:tc>
                  <a:txBody>
                    <a:bodyPr/>
                    <a:lstStyle/>
                    <a:p>
                      <a:pPr algn="ctr" fontAlgn="ctr">
                        <a:buNone/>
                      </a:pPr>
                      <a:r>
                        <a:rPr lang="ja-JP" altLang="en-US" sz="1050" b="0" u="none" strike="noStrike" dirty="0">
                          <a:effectLst/>
                          <a:latin typeface="Meiryo UI" panose="020B0604030504040204" pitchFamily="50" charset="-128"/>
                          <a:ea typeface="Meiryo UI" panose="020B0604030504040204" pitchFamily="50" charset="-128"/>
                        </a:rPr>
                        <a:t>　</a:t>
                      </a:r>
                      <a:endParaRPr lang="ja-JP" altLang="en-US" sz="1050" b="0" i="0" u="none" strike="noStrike" dirty="0">
                        <a:effectLst/>
                        <a:latin typeface="Meiryo UI" panose="020B0604030504040204" pitchFamily="50" charset="-128"/>
                        <a:ea typeface="Meiryo UI" panose="020B0604030504040204" pitchFamily="50" charset="-128"/>
                      </a:endParaRPr>
                    </a:p>
                  </a:txBody>
                  <a:tcPr marL="7620" marR="7620" marT="7620" marB="0" anchor="ctr"/>
                </a:tc>
                <a:extLst>
                  <a:ext uri="{0D108BD9-81ED-4DB2-BD59-A6C34878D82A}">
                    <a16:rowId xmlns:a16="http://schemas.microsoft.com/office/drawing/2014/main" val="2638016831"/>
                  </a:ext>
                </a:extLst>
              </a:tr>
            </a:tbl>
          </a:graphicData>
        </a:graphic>
      </p:graphicFrame>
      <p:sp>
        <p:nvSpPr>
          <p:cNvPr id="19" name="正方形/長方形 18">
            <a:extLst>
              <a:ext uri="{FF2B5EF4-FFF2-40B4-BE49-F238E27FC236}">
                <a16:creationId xmlns:a16="http://schemas.microsoft.com/office/drawing/2014/main" id="{EB3FF0CE-38A9-F08A-1068-DF45E8C693BD}"/>
              </a:ext>
            </a:extLst>
          </p:cNvPr>
          <p:cNvSpPr/>
          <p:nvPr/>
        </p:nvSpPr>
        <p:spPr>
          <a:xfrm>
            <a:off x="7458767" y="4821809"/>
            <a:ext cx="1289652" cy="498185"/>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1400" dirty="0">
                <a:latin typeface="Meiryo UI" panose="020B0604030504040204" pitchFamily="50" charset="-128"/>
                <a:ea typeface="Meiryo UI" panose="020B0604030504040204" pitchFamily="50" charset="-128"/>
              </a:rPr>
              <a:t>加入申請書</a:t>
            </a:r>
            <a:endParaRPr kumimoji="1" lang="en-US" altLang="ja-JP" sz="1400" dirty="0">
              <a:latin typeface="Meiryo UI" panose="020B0604030504040204" pitchFamily="50" charset="-128"/>
              <a:ea typeface="Meiryo UI" panose="020B0604030504040204" pitchFamily="50" charset="-128"/>
            </a:endParaRPr>
          </a:p>
          <a:p>
            <a:pPr algn="ctr"/>
            <a:r>
              <a:rPr kumimoji="1" lang="ja-JP" altLang="en-US" sz="1400" dirty="0">
                <a:latin typeface="Meiryo UI" panose="020B0604030504040204" pitchFamily="50" charset="-128"/>
                <a:ea typeface="Meiryo UI" panose="020B0604030504040204" pitchFamily="50" charset="-128"/>
              </a:rPr>
              <a:t>作成</a:t>
            </a:r>
          </a:p>
        </p:txBody>
      </p:sp>
      <p:sp>
        <p:nvSpPr>
          <p:cNvPr id="20" name="正方形/長方形 19">
            <a:extLst>
              <a:ext uri="{FF2B5EF4-FFF2-40B4-BE49-F238E27FC236}">
                <a16:creationId xmlns:a16="http://schemas.microsoft.com/office/drawing/2014/main" id="{5A22B74A-F5C3-9C6D-8AF4-D418DDF1AA6C}"/>
              </a:ext>
            </a:extLst>
          </p:cNvPr>
          <p:cNvSpPr/>
          <p:nvPr/>
        </p:nvSpPr>
        <p:spPr>
          <a:xfrm>
            <a:off x="631682" y="5786406"/>
            <a:ext cx="1464150" cy="351774"/>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ja-JP" altLang="en-US" sz="1400" dirty="0">
                <a:latin typeface="Meiryo UI" panose="020B0604030504040204" pitchFamily="50" charset="-128"/>
                <a:ea typeface="Meiryo UI" panose="020B0604030504040204" pitchFamily="50" charset="-128"/>
              </a:rPr>
              <a:t>加入申請承認</a:t>
            </a:r>
            <a:endParaRPr kumimoji="1" lang="ja-JP" altLang="en-US" sz="1400" dirty="0">
              <a:latin typeface="Meiryo UI" panose="020B0604030504040204" pitchFamily="50" charset="-128"/>
              <a:ea typeface="Meiryo UI" panose="020B0604030504040204" pitchFamily="50" charset="-128"/>
            </a:endParaRPr>
          </a:p>
        </p:txBody>
      </p:sp>
      <p:pic>
        <p:nvPicPr>
          <p:cNvPr id="10" name="図 9">
            <a:extLst>
              <a:ext uri="{FF2B5EF4-FFF2-40B4-BE49-F238E27FC236}">
                <a16:creationId xmlns:a16="http://schemas.microsoft.com/office/drawing/2014/main" id="{BD937D33-8B03-C803-D92A-98661B09D9A8}"/>
              </a:ext>
            </a:extLst>
          </p:cNvPr>
          <p:cNvPicPr>
            <a:picLocks noChangeAspect="1"/>
          </p:cNvPicPr>
          <p:nvPr/>
        </p:nvPicPr>
        <p:blipFill>
          <a:blip r:embed="rId3"/>
          <a:stretch>
            <a:fillRect/>
          </a:stretch>
        </p:blipFill>
        <p:spPr>
          <a:xfrm>
            <a:off x="9699709" y="2822555"/>
            <a:ext cx="2414567" cy="3410216"/>
          </a:xfrm>
          <a:prstGeom prst="rect">
            <a:avLst/>
          </a:prstGeom>
          <a:ln w="25400">
            <a:solidFill>
              <a:schemeClr val="tx1"/>
            </a:solidFill>
          </a:ln>
        </p:spPr>
      </p:pic>
      <p:sp>
        <p:nvSpPr>
          <p:cNvPr id="23" name="吹き出し: 四角形 22">
            <a:extLst>
              <a:ext uri="{FF2B5EF4-FFF2-40B4-BE49-F238E27FC236}">
                <a16:creationId xmlns:a16="http://schemas.microsoft.com/office/drawing/2014/main" id="{703AE5C2-1441-ADCC-3078-1C409C904127}"/>
              </a:ext>
            </a:extLst>
          </p:cNvPr>
          <p:cNvSpPr/>
          <p:nvPr/>
        </p:nvSpPr>
        <p:spPr>
          <a:xfrm>
            <a:off x="3178809" y="1247012"/>
            <a:ext cx="3163641" cy="1362474"/>
          </a:xfrm>
          <a:prstGeom prst="wedgeRectCallout">
            <a:avLst>
              <a:gd name="adj1" fmla="val -35086"/>
              <a:gd name="adj2" fmla="val 70552"/>
            </a:avLst>
          </a:prstGeom>
          <a:solidFill>
            <a:schemeClr val="bg1"/>
          </a:solidFill>
          <a:ln w="19050"/>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dirty="0">
                <a:solidFill>
                  <a:schemeClr val="tx1"/>
                </a:solidFill>
                <a:latin typeface="Meiryo UI" panose="020B0604030504040204" pitchFamily="50" charset="-128"/>
                <a:ea typeface="Meiryo UI" panose="020B0604030504040204" pitchFamily="50" charset="-128"/>
              </a:rPr>
              <a:t>■クラブ員の登録は各自が個人会員の登録を行うと氏名他が表示され「加入申請」に〇が表示されるので、承認を行う</a:t>
            </a:r>
            <a:endParaRPr lang="en-US" altLang="ja-JP" dirty="0">
              <a:solidFill>
                <a:schemeClr val="tx1"/>
              </a:solidFill>
              <a:latin typeface="Meiryo UI" panose="020B0604030504040204" pitchFamily="50" charset="-128"/>
              <a:ea typeface="Meiryo UI" panose="020B0604030504040204" pitchFamily="50" charset="-128"/>
            </a:endParaRPr>
          </a:p>
        </p:txBody>
      </p:sp>
      <p:sp>
        <p:nvSpPr>
          <p:cNvPr id="24" name="正方形/長方形 23">
            <a:extLst>
              <a:ext uri="{FF2B5EF4-FFF2-40B4-BE49-F238E27FC236}">
                <a16:creationId xmlns:a16="http://schemas.microsoft.com/office/drawing/2014/main" id="{AF3A752A-E93B-3F47-A892-66F56BBE5170}"/>
              </a:ext>
            </a:extLst>
          </p:cNvPr>
          <p:cNvSpPr/>
          <p:nvPr/>
        </p:nvSpPr>
        <p:spPr>
          <a:xfrm>
            <a:off x="2182265" y="5788746"/>
            <a:ext cx="1464150" cy="351774"/>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ja-JP" altLang="en-US" sz="1400" dirty="0">
                <a:latin typeface="Meiryo UI" panose="020B0604030504040204" pitchFamily="50" charset="-128"/>
                <a:ea typeface="Meiryo UI" panose="020B0604030504040204" pitchFamily="50" charset="-128"/>
              </a:rPr>
              <a:t>加入申請却下</a:t>
            </a:r>
            <a:endParaRPr kumimoji="1" lang="ja-JP" altLang="en-US" sz="1400" dirty="0">
              <a:latin typeface="Meiryo UI" panose="020B0604030504040204" pitchFamily="50" charset="-128"/>
              <a:ea typeface="Meiryo UI" panose="020B0604030504040204" pitchFamily="50" charset="-128"/>
            </a:endParaRPr>
          </a:p>
        </p:txBody>
      </p:sp>
      <p:sp>
        <p:nvSpPr>
          <p:cNvPr id="25" name="吹き出し: 四角形 24">
            <a:extLst>
              <a:ext uri="{FF2B5EF4-FFF2-40B4-BE49-F238E27FC236}">
                <a16:creationId xmlns:a16="http://schemas.microsoft.com/office/drawing/2014/main" id="{79D4DDB5-7F62-E864-B142-1D5AF7B73B7F}"/>
              </a:ext>
            </a:extLst>
          </p:cNvPr>
          <p:cNvSpPr/>
          <p:nvPr/>
        </p:nvSpPr>
        <p:spPr>
          <a:xfrm>
            <a:off x="3788021" y="5621627"/>
            <a:ext cx="5608369" cy="1033106"/>
          </a:xfrm>
          <a:prstGeom prst="wedgeRectCallout">
            <a:avLst>
              <a:gd name="adj1" fmla="val -34825"/>
              <a:gd name="adj2" fmla="val -76442"/>
            </a:avLst>
          </a:prstGeom>
          <a:solidFill>
            <a:schemeClr val="bg1"/>
          </a:solidFill>
          <a:ln w="19050"/>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dirty="0">
                <a:solidFill>
                  <a:schemeClr val="tx1"/>
                </a:solidFill>
                <a:latin typeface="Meiryo UI" panose="020B0604030504040204" pitchFamily="50" charset="-128"/>
                <a:ea typeface="Meiryo UI" panose="020B0604030504040204" pitchFamily="50" charset="-128"/>
              </a:rPr>
              <a:t>■クラブ員の個人会員登録時に「スポーツ安全保険に加入する」の申請を受けた場合、こちらに表示されるので、初回は</a:t>
            </a:r>
            <a:r>
              <a:rPr kumimoji="1" lang="en-US" altLang="ja-JP" dirty="0">
                <a:solidFill>
                  <a:schemeClr val="tx1"/>
                </a:solidFill>
                <a:latin typeface="Meiryo UI" panose="020B0604030504040204" pitchFamily="50" charset="-128"/>
                <a:ea typeface="Meiryo UI" panose="020B0604030504040204" pitchFamily="50" charset="-128"/>
              </a:rPr>
              <a:t>4</a:t>
            </a:r>
            <a:r>
              <a:rPr kumimoji="1" lang="ja-JP" altLang="en-US" dirty="0">
                <a:solidFill>
                  <a:schemeClr val="tx1"/>
                </a:solidFill>
                <a:latin typeface="Meiryo UI" panose="020B0604030504040204" pitchFamily="50" charset="-128"/>
                <a:ea typeface="Meiryo UI" panose="020B0604030504040204" pitchFamily="50" charset="-128"/>
              </a:rPr>
              <a:t>名以上で加入申請書の作成を行い、事務局に提出する</a:t>
            </a:r>
            <a:endParaRPr lang="en-US" altLang="ja-JP" dirty="0">
              <a:solidFill>
                <a:schemeClr val="tx1"/>
              </a:solidFill>
              <a:latin typeface="Meiryo UI" panose="020B0604030504040204" pitchFamily="50" charset="-128"/>
              <a:ea typeface="Meiryo UI" panose="020B0604030504040204" pitchFamily="50" charset="-128"/>
            </a:endParaRPr>
          </a:p>
        </p:txBody>
      </p:sp>
    </p:spTree>
    <p:extLst>
      <p:ext uri="{BB962C8B-B14F-4D97-AF65-F5344CB8AC3E}">
        <p14:creationId xmlns:p14="http://schemas.microsoft.com/office/powerpoint/2010/main" val="1233630741"/>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1C94DF8-9276-E434-3731-73F90405DBC2}"/>
            </a:ext>
          </a:extLst>
        </p:cNvPr>
        <p:cNvGrpSpPr/>
        <p:nvPr/>
      </p:nvGrpSpPr>
      <p:grpSpPr>
        <a:xfrm>
          <a:off x="0" y="0"/>
          <a:ext cx="0" cy="0"/>
          <a:chOff x="0" y="0"/>
          <a:chExt cx="0" cy="0"/>
        </a:xfrm>
      </p:grpSpPr>
      <p:grpSp>
        <p:nvGrpSpPr>
          <p:cNvPr id="12" name="グループ化 11">
            <a:extLst>
              <a:ext uri="{FF2B5EF4-FFF2-40B4-BE49-F238E27FC236}">
                <a16:creationId xmlns:a16="http://schemas.microsoft.com/office/drawing/2014/main" id="{466DF538-D303-D4ED-03F6-C44FB1946383}"/>
              </a:ext>
            </a:extLst>
          </p:cNvPr>
          <p:cNvGrpSpPr/>
          <p:nvPr/>
        </p:nvGrpSpPr>
        <p:grpSpPr>
          <a:xfrm>
            <a:off x="1396052" y="1352584"/>
            <a:ext cx="9399896" cy="5289284"/>
            <a:chOff x="224291" y="1385835"/>
            <a:chExt cx="9399896" cy="5289284"/>
          </a:xfrm>
        </p:grpSpPr>
        <p:pic>
          <p:nvPicPr>
            <p:cNvPr id="6" name="図 5">
              <a:extLst>
                <a:ext uri="{FF2B5EF4-FFF2-40B4-BE49-F238E27FC236}">
                  <a16:creationId xmlns:a16="http://schemas.microsoft.com/office/drawing/2014/main" id="{35EF441C-3333-68DD-AC59-17A8C86BDA23}"/>
                </a:ext>
              </a:extLst>
            </p:cNvPr>
            <p:cNvPicPr>
              <a:picLocks noChangeAspect="1"/>
            </p:cNvPicPr>
            <p:nvPr/>
          </p:nvPicPr>
          <p:blipFill>
            <a:blip r:embed="rId2"/>
            <a:stretch>
              <a:fillRect/>
            </a:stretch>
          </p:blipFill>
          <p:spPr>
            <a:xfrm>
              <a:off x="224291" y="1385835"/>
              <a:ext cx="9399896" cy="5289284"/>
            </a:xfrm>
            <a:prstGeom prst="rect">
              <a:avLst/>
            </a:prstGeom>
            <a:ln>
              <a:solidFill>
                <a:schemeClr val="tx1"/>
              </a:solidFill>
            </a:ln>
          </p:spPr>
        </p:pic>
        <p:sp>
          <p:nvSpPr>
            <p:cNvPr id="7" name="正方形/長方形 6">
              <a:extLst>
                <a:ext uri="{FF2B5EF4-FFF2-40B4-BE49-F238E27FC236}">
                  <a16:creationId xmlns:a16="http://schemas.microsoft.com/office/drawing/2014/main" id="{DF4BD416-C653-CB6C-F4C0-2AEF249D8AE8}"/>
                </a:ext>
              </a:extLst>
            </p:cNvPr>
            <p:cNvSpPr/>
            <p:nvPr/>
          </p:nvSpPr>
          <p:spPr>
            <a:xfrm>
              <a:off x="224291" y="2106351"/>
              <a:ext cx="4877808" cy="275630"/>
            </a:xfrm>
            <a:prstGeom prst="rect">
              <a:avLst/>
            </a:prstGeom>
            <a:solidFill>
              <a:schemeClr val="tx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kumimoji="1" lang="en-US" altLang="ja-JP" sz="1400" dirty="0">
                  <a:latin typeface="Meiryo UI" panose="020B0604030504040204" pitchFamily="50" charset="-128"/>
                  <a:ea typeface="Meiryo UI" panose="020B0604030504040204" pitchFamily="50" charset="-128"/>
                </a:rPr>
                <a:t>JMRC</a:t>
              </a:r>
              <a:r>
                <a:rPr lang="ja-JP" altLang="en-US" sz="1400" dirty="0">
                  <a:latin typeface="Meiryo UI" panose="020B0604030504040204" pitchFamily="50" charset="-128"/>
                  <a:ea typeface="Meiryo UI" panose="020B0604030504040204" pitchFamily="50" charset="-128"/>
                </a:rPr>
                <a:t>近畿オンライン</a:t>
              </a:r>
              <a:r>
                <a:rPr kumimoji="1" lang="ja-JP" altLang="en-US" sz="1400" dirty="0">
                  <a:latin typeface="Meiryo UI" panose="020B0604030504040204" pitchFamily="50" charset="-128"/>
                  <a:ea typeface="Meiryo UI" panose="020B0604030504040204" pitchFamily="50" charset="-128"/>
                </a:rPr>
                <a:t>事務局（ポータル）</a:t>
              </a:r>
            </a:p>
          </p:txBody>
        </p:sp>
        <p:sp>
          <p:nvSpPr>
            <p:cNvPr id="8" name="正方形/長方形 7">
              <a:extLst>
                <a:ext uri="{FF2B5EF4-FFF2-40B4-BE49-F238E27FC236}">
                  <a16:creationId xmlns:a16="http://schemas.microsoft.com/office/drawing/2014/main" id="{CB5F51B9-B80C-B3A8-47D1-A257F1EFF2A5}"/>
                </a:ext>
              </a:extLst>
            </p:cNvPr>
            <p:cNvSpPr/>
            <p:nvPr/>
          </p:nvSpPr>
          <p:spPr>
            <a:xfrm>
              <a:off x="291110" y="2440448"/>
              <a:ext cx="9212708" cy="3917280"/>
            </a:xfrm>
            <a:prstGeom prst="rect">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dirty="0"/>
            </a:p>
          </p:txBody>
        </p:sp>
      </p:grpSp>
      <p:sp>
        <p:nvSpPr>
          <p:cNvPr id="2" name="テキスト ボックス 1">
            <a:extLst>
              <a:ext uri="{FF2B5EF4-FFF2-40B4-BE49-F238E27FC236}">
                <a16:creationId xmlns:a16="http://schemas.microsoft.com/office/drawing/2014/main" id="{7881DA47-B5B0-8814-7E4D-E845077084BC}"/>
              </a:ext>
            </a:extLst>
          </p:cNvPr>
          <p:cNvSpPr txBox="1"/>
          <p:nvPr/>
        </p:nvSpPr>
        <p:spPr>
          <a:xfrm>
            <a:off x="224291" y="0"/>
            <a:ext cx="11488497" cy="646331"/>
          </a:xfrm>
          <a:prstGeom prst="rect">
            <a:avLst/>
          </a:prstGeom>
          <a:noFill/>
        </p:spPr>
        <p:txBody>
          <a:bodyPr wrap="square" rtlCol="0">
            <a:spAutoFit/>
          </a:bodyPr>
          <a:lstStyle/>
          <a:p>
            <a:r>
              <a:rPr lang="ja-JP" altLang="en-US" sz="3600" dirty="0">
                <a:latin typeface="Meiryo UI" panose="020B0604030504040204" pitchFamily="50" charset="-128"/>
                <a:ea typeface="Meiryo UI" panose="020B0604030504040204" pitchFamily="50" charset="-128"/>
              </a:rPr>
              <a:t>２．</a:t>
            </a:r>
            <a:r>
              <a:rPr lang="en-US" altLang="ja-JP" sz="3600" dirty="0">
                <a:latin typeface="Meiryo UI" panose="020B0604030504040204" pitchFamily="50" charset="-128"/>
                <a:ea typeface="Meiryo UI" panose="020B0604030504040204" pitchFamily="50" charset="-128"/>
              </a:rPr>
              <a:t>JMRC</a:t>
            </a:r>
            <a:r>
              <a:rPr lang="ja-JP" altLang="en-US" sz="3600" dirty="0">
                <a:latin typeface="Meiryo UI" panose="020B0604030504040204" pitchFamily="50" charset="-128"/>
                <a:ea typeface="Meiryo UI" panose="020B0604030504040204" pitchFamily="50" charset="-128"/>
              </a:rPr>
              <a:t>近畿事務局ポータル案</a:t>
            </a:r>
            <a:endParaRPr kumimoji="1" lang="ja-JP" altLang="en-US" sz="3600" dirty="0">
              <a:latin typeface="Meiryo UI" panose="020B0604030504040204" pitchFamily="50" charset="-128"/>
              <a:ea typeface="Meiryo UI" panose="020B0604030504040204" pitchFamily="50" charset="-128"/>
            </a:endParaRPr>
          </a:p>
        </p:txBody>
      </p:sp>
      <p:sp>
        <p:nvSpPr>
          <p:cNvPr id="3" name="正方形/長方形 2">
            <a:extLst>
              <a:ext uri="{FF2B5EF4-FFF2-40B4-BE49-F238E27FC236}">
                <a16:creationId xmlns:a16="http://schemas.microsoft.com/office/drawing/2014/main" id="{5AF6DA47-1EC5-EC01-BEBF-12C77038B0E9}"/>
              </a:ext>
            </a:extLst>
          </p:cNvPr>
          <p:cNvSpPr/>
          <p:nvPr/>
        </p:nvSpPr>
        <p:spPr>
          <a:xfrm>
            <a:off x="390545" y="845491"/>
            <a:ext cx="11214021" cy="440574"/>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ja-JP" altLang="en-US" sz="2000" b="1" u="sng" dirty="0">
                <a:solidFill>
                  <a:schemeClr val="tx1"/>
                </a:solidFill>
                <a:latin typeface="BIZ UDPゴシック" panose="020B0400000000000000" pitchFamily="50" charset="-128"/>
                <a:ea typeface="BIZ UDPゴシック" panose="020B0400000000000000" pitchFamily="50" charset="-128"/>
              </a:rPr>
              <a:t>正会員クラブ（オートテスト等のイベント主催者の追加ページ　正会員クラブからの申請で表示追加）</a:t>
            </a:r>
            <a:endParaRPr kumimoji="1" lang="ja-JP" altLang="en-US" sz="2000" b="1" u="sng" dirty="0">
              <a:solidFill>
                <a:schemeClr val="tx1"/>
              </a:solidFill>
              <a:latin typeface="BIZ UDPゴシック" panose="020B0400000000000000" pitchFamily="50" charset="-128"/>
              <a:ea typeface="BIZ UDPゴシック" panose="020B0400000000000000" pitchFamily="50" charset="-128"/>
            </a:endParaRPr>
          </a:p>
        </p:txBody>
      </p:sp>
      <p:sp>
        <p:nvSpPr>
          <p:cNvPr id="4" name="正方形/長方形 3">
            <a:extLst>
              <a:ext uri="{FF2B5EF4-FFF2-40B4-BE49-F238E27FC236}">
                <a16:creationId xmlns:a16="http://schemas.microsoft.com/office/drawing/2014/main" id="{A8986C38-8E4C-E56C-80A2-8127AC279A27}"/>
              </a:ext>
            </a:extLst>
          </p:cNvPr>
          <p:cNvSpPr/>
          <p:nvPr/>
        </p:nvSpPr>
        <p:spPr>
          <a:xfrm>
            <a:off x="1638911" y="2348730"/>
            <a:ext cx="3388003" cy="440574"/>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kumimoji="1" lang="ja-JP" altLang="en-US" sz="1600" b="1" u="sng" dirty="0">
                <a:solidFill>
                  <a:schemeClr val="tx1"/>
                </a:solidFill>
                <a:latin typeface="BIZ UDPゴシック" panose="020B0400000000000000" pitchFamily="50" charset="-128"/>
                <a:ea typeface="BIZ UDPゴシック" panose="020B0400000000000000" pitchFamily="50" charset="-128"/>
              </a:rPr>
              <a:t>イベント当日のみのクラブ員一覧</a:t>
            </a:r>
          </a:p>
        </p:txBody>
      </p:sp>
      <p:graphicFrame>
        <p:nvGraphicFramePr>
          <p:cNvPr id="11" name="表 10">
            <a:extLst>
              <a:ext uri="{FF2B5EF4-FFF2-40B4-BE49-F238E27FC236}">
                <a16:creationId xmlns:a16="http://schemas.microsoft.com/office/drawing/2014/main" id="{1D271CAE-5FE9-B93F-0213-2615E40A002B}"/>
              </a:ext>
            </a:extLst>
          </p:cNvPr>
          <p:cNvGraphicFramePr>
            <a:graphicFrameLocks noGrp="1"/>
          </p:cNvGraphicFramePr>
          <p:nvPr>
            <p:extLst>
              <p:ext uri="{D42A27DB-BD31-4B8C-83A1-F6EECF244321}">
                <p14:modId xmlns:p14="http://schemas.microsoft.com/office/powerpoint/2010/main" val="2637200573"/>
              </p:ext>
            </p:extLst>
          </p:nvPr>
        </p:nvGraphicFramePr>
        <p:xfrm>
          <a:off x="1832054" y="2889719"/>
          <a:ext cx="3228119" cy="2764511"/>
        </p:xfrm>
        <a:graphic>
          <a:graphicData uri="http://schemas.openxmlformats.org/drawingml/2006/table">
            <a:tbl>
              <a:tblPr firstRow="1">
                <a:tableStyleId>{5C22544A-7EE6-4342-B048-85BDC9FD1C3A}</a:tableStyleId>
              </a:tblPr>
              <a:tblGrid>
                <a:gridCol w="697894">
                  <a:extLst>
                    <a:ext uri="{9D8B030D-6E8A-4147-A177-3AD203B41FA5}">
                      <a16:colId xmlns:a16="http://schemas.microsoft.com/office/drawing/2014/main" val="2462663412"/>
                    </a:ext>
                  </a:extLst>
                </a:gridCol>
                <a:gridCol w="849668">
                  <a:extLst>
                    <a:ext uri="{9D8B030D-6E8A-4147-A177-3AD203B41FA5}">
                      <a16:colId xmlns:a16="http://schemas.microsoft.com/office/drawing/2014/main" val="2268523075"/>
                    </a:ext>
                  </a:extLst>
                </a:gridCol>
                <a:gridCol w="797962">
                  <a:extLst>
                    <a:ext uri="{9D8B030D-6E8A-4147-A177-3AD203B41FA5}">
                      <a16:colId xmlns:a16="http://schemas.microsoft.com/office/drawing/2014/main" val="1145403978"/>
                    </a:ext>
                  </a:extLst>
                </a:gridCol>
                <a:gridCol w="882595">
                  <a:extLst>
                    <a:ext uri="{9D8B030D-6E8A-4147-A177-3AD203B41FA5}">
                      <a16:colId xmlns:a16="http://schemas.microsoft.com/office/drawing/2014/main" val="2352260137"/>
                    </a:ext>
                  </a:extLst>
                </a:gridCol>
              </a:tblGrid>
              <a:tr h="202616">
                <a:tc>
                  <a:txBody>
                    <a:bodyPr/>
                    <a:lstStyle/>
                    <a:p>
                      <a:pPr algn="ctr" fontAlgn="b">
                        <a:buNone/>
                      </a:pPr>
                      <a:r>
                        <a:rPr lang="ja-JP" altLang="en-US" sz="1050" b="1" i="0" u="none" strike="noStrike" dirty="0">
                          <a:effectLst/>
                          <a:latin typeface="Meiryo UI" panose="020B0604030504040204" pitchFamily="50" charset="-128"/>
                          <a:ea typeface="Meiryo UI" panose="020B0604030504040204" pitchFamily="50" charset="-128"/>
                        </a:rPr>
                        <a:t>番号</a:t>
                      </a:r>
                    </a:p>
                  </a:txBody>
                  <a:tcPr marL="7620" marR="7620" marT="7620" marB="0" anchor="b"/>
                </a:tc>
                <a:tc>
                  <a:txBody>
                    <a:bodyPr/>
                    <a:lstStyle/>
                    <a:p>
                      <a:pPr algn="ctr" fontAlgn="b">
                        <a:buNone/>
                      </a:pPr>
                      <a:r>
                        <a:rPr lang="ja-JP" altLang="en-US" sz="1050" u="none" strike="noStrike" dirty="0">
                          <a:effectLst/>
                          <a:latin typeface="Meiryo UI" panose="020B0604030504040204" pitchFamily="50" charset="-128"/>
                          <a:ea typeface="Meiryo UI" panose="020B0604030504040204" pitchFamily="50" charset="-128"/>
                        </a:rPr>
                        <a:t>名前</a:t>
                      </a:r>
                      <a:endParaRPr lang="ja-JP" altLang="en-US" sz="1050" b="1" i="0" u="none" strike="noStrike" dirty="0">
                        <a:effectLst/>
                        <a:latin typeface="Meiryo UI" panose="020B0604030504040204" pitchFamily="50" charset="-128"/>
                        <a:ea typeface="Meiryo UI" panose="020B0604030504040204" pitchFamily="50" charset="-128"/>
                      </a:endParaRPr>
                    </a:p>
                  </a:txBody>
                  <a:tcPr marL="7620" marR="7620" marT="7620" marB="0" anchor="b"/>
                </a:tc>
                <a:tc>
                  <a:txBody>
                    <a:bodyPr/>
                    <a:lstStyle/>
                    <a:p>
                      <a:pPr algn="ctr" fontAlgn="b">
                        <a:buNone/>
                      </a:pPr>
                      <a:r>
                        <a:rPr lang="ja-JP" altLang="en-US" sz="1050" u="none" strike="noStrike">
                          <a:effectLst/>
                          <a:latin typeface="Meiryo UI" panose="020B0604030504040204" pitchFamily="50" charset="-128"/>
                          <a:ea typeface="Meiryo UI" panose="020B0604030504040204" pitchFamily="50" charset="-128"/>
                        </a:rPr>
                        <a:t>フリガナ</a:t>
                      </a:r>
                      <a:endParaRPr lang="ja-JP" altLang="en-US" sz="1050" b="1" i="0" u="none" strike="noStrike">
                        <a:effectLst/>
                        <a:latin typeface="Meiryo UI" panose="020B0604030504040204" pitchFamily="50" charset="-128"/>
                        <a:ea typeface="Meiryo UI" panose="020B0604030504040204" pitchFamily="50" charset="-128"/>
                      </a:endParaRPr>
                    </a:p>
                  </a:txBody>
                  <a:tcPr marL="7620" marR="7620" marT="7620" marB="0" anchor="b"/>
                </a:tc>
                <a:tc>
                  <a:txBody>
                    <a:bodyPr/>
                    <a:lstStyle/>
                    <a:p>
                      <a:pPr algn="ctr" fontAlgn="b">
                        <a:buNone/>
                      </a:pPr>
                      <a:r>
                        <a:rPr lang="ja-JP" altLang="en-US" sz="1000" b="1" i="0" u="none" strike="noStrike" dirty="0">
                          <a:effectLst/>
                          <a:latin typeface="Meiryo UI" panose="020B0604030504040204" pitchFamily="50" charset="-128"/>
                          <a:ea typeface="Meiryo UI" panose="020B0604030504040204" pitchFamily="50" charset="-128"/>
                        </a:rPr>
                        <a:t>詳細リンク</a:t>
                      </a:r>
                    </a:p>
                  </a:txBody>
                  <a:tcPr marL="7620" marR="7620" marT="7620" marB="0" anchor="b"/>
                </a:tc>
                <a:extLst>
                  <a:ext uri="{0D108BD9-81ED-4DB2-BD59-A6C34878D82A}">
                    <a16:rowId xmlns:a16="http://schemas.microsoft.com/office/drawing/2014/main" val="2568289191"/>
                  </a:ext>
                </a:extLst>
              </a:tr>
              <a:tr h="170793">
                <a:tc>
                  <a:txBody>
                    <a:bodyPr/>
                    <a:lstStyle/>
                    <a:p>
                      <a:pPr algn="ctr" fontAlgn="ctr">
                        <a:buNone/>
                      </a:pPr>
                      <a:r>
                        <a:rPr lang="ja-JP" altLang="en-US" sz="1050" b="1" i="0" u="none" strike="noStrike" dirty="0">
                          <a:effectLst/>
                          <a:latin typeface="Meiryo UI" panose="020B0604030504040204" pitchFamily="50" charset="-128"/>
                          <a:ea typeface="Meiryo UI" panose="020B0604030504040204" pitchFamily="50" charset="-128"/>
                        </a:rPr>
                        <a:t>１</a:t>
                      </a:r>
                    </a:p>
                  </a:txBody>
                  <a:tcPr marL="7620" marR="7620" marT="7620" marB="0" anchor="ctr">
                    <a:solidFill>
                      <a:schemeClr val="accent3">
                        <a:lumMod val="20000"/>
                        <a:lumOff val="80000"/>
                      </a:schemeClr>
                    </a:solidFill>
                  </a:tcPr>
                </a:tc>
                <a:tc>
                  <a:txBody>
                    <a:bodyPr/>
                    <a:lstStyle/>
                    <a:p>
                      <a:pPr algn="ctr" fontAlgn="ctr">
                        <a:buNone/>
                      </a:pPr>
                      <a:r>
                        <a:rPr lang="ja-JP" altLang="en-US" sz="1050" u="none" strike="noStrike" dirty="0">
                          <a:effectLst/>
                          <a:latin typeface="Meiryo UI" panose="020B0604030504040204" pitchFamily="50" charset="-128"/>
                          <a:ea typeface="Meiryo UI" panose="020B0604030504040204" pitchFamily="50" charset="-128"/>
                        </a:rPr>
                        <a:t>段上 泰之</a:t>
                      </a:r>
                      <a:endParaRPr lang="ja-JP" altLang="en-US" sz="1050" b="1" i="0" u="none" strike="noStrike" dirty="0">
                        <a:effectLst/>
                        <a:latin typeface="Meiryo UI" panose="020B0604030504040204" pitchFamily="50" charset="-128"/>
                        <a:ea typeface="Meiryo UI" panose="020B0604030504040204" pitchFamily="50" charset="-128"/>
                      </a:endParaRPr>
                    </a:p>
                  </a:txBody>
                  <a:tcPr marL="7620" marR="7620" marT="7620" marB="0" anchor="ctr">
                    <a:solidFill>
                      <a:schemeClr val="accent3">
                        <a:lumMod val="20000"/>
                        <a:lumOff val="80000"/>
                      </a:schemeClr>
                    </a:solidFill>
                  </a:tcPr>
                </a:tc>
                <a:tc>
                  <a:txBody>
                    <a:bodyPr/>
                    <a:lstStyle/>
                    <a:p>
                      <a:pPr algn="ctr" fontAlgn="b">
                        <a:buNone/>
                      </a:pPr>
                      <a:r>
                        <a:rPr lang="ja-JP" altLang="en-US" sz="1050" u="none" strike="noStrike" dirty="0">
                          <a:effectLst/>
                          <a:latin typeface="Meiryo UI" panose="020B0604030504040204" pitchFamily="50" charset="-128"/>
                          <a:ea typeface="Meiryo UI" panose="020B0604030504040204" pitchFamily="50" charset="-128"/>
                        </a:rPr>
                        <a:t>　</a:t>
                      </a:r>
                      <a:endParaRPr lang="ja-JP" altLang="en-US" sz="1050" b="1" i="0" u="none" strike="noStrike" dirty="0">
                        <a:effectLst/>
                        <a:latin typeface="Meiryo UI" panose="020B0604030504040204" pitchFamily="50" charset="-128"/>
                        <a:ea typeface="Meiryo UI" panose="020B0604030504040204" pitchFamily="50" charset="-128"/>
                      </a:endParaRPr>
                    </a:p>
                  </a:txBody>
                  <a:tcPr marL="7620" marR="7620" marT="7620" marB="0" anchor="b">
                    <a:solidFill>
                      <a:schemeClr val="accent3">
                        <a:lumMod val="20000"/>
                        <a:lumOff val="80000"/>
                      </a:schemeClr>
                    </a:solidFill>
                  </a:tcPr>
                </a:tc>
                <a:tc>
                  <a:txBody>
                    <a:bodyPr/>
                    <a:lstStyle/>
                    <a:p>
                      <a:pPr algn="ctr" fontAlgn="b">
                        <a:buNone/>
                      </a:pPr>
                      <a:r>
                        <a:rPr lang="ja-JP" altLang="en-US" sz="1050" u="sng" strike="noStrike" dirty="0">
                          <a:effectLst/>
                          <a:latin typeface="Meiryo UI" panose="020B0604030504040204" pitchFamily="50" charset="-128"/>
                          <a:ea typeface="Meiryo UI" panose="020B0604030504040204" pitchFamily="50" charset="-128"/>
                        </a:rPr>
                        <a:t>詳細</a:t>
                      </a:r>
                      <a:r>
                        <a:rPr lang="ja-JP" altLang="en-US" sz="1050" u="none" strike="noStrike" dirty="0">
                          <a:effectLst/>
                          <a:latin typeface="Meiryo UI" panose="020B0604030504040204" pitchFamily="50" charset="-128"/>
                          <a:ea typeface="Meiryo UI" panose="020B0604030504040204" pitchFamily="50" charset="-128"/>
                        </a:rPr>
                        <a:t>　</a:t>
                      </a:r>
                      <a:endParaRPr lang="ja-JP" altLang="en-US" sz="1050" b="1" i="0" u="none" strike="noStrike" dirty="0">
                        <a:effectLst/>
                        <a:latin typeface="Meiryo UI" panose="020B0604030504040204" pitchFamily="50" charset="-128"/>
                        <a:ea typeface="Meiryo UI" panose="020B0604030504040204" pitchFamily="50" charset="-128"/>
                      </a:endParaRPr>
                    </a:p>
                  </a:txBody>
                  <a:tcPr marL="7620" marR="7620" marT="7620" marB="0" anchor="b">
                    <a:solidFill>
                      <a:schemeClr val="accent3">
                        <a:lumMod val="20000"/>
                        <a:lumOff val="80000"/>
                      </a:schemeClr>
                    </a:solidFill>
                  </a:tcPr>
                </a:tc>
                <a:extLst>
                  <a:ext uri="{0D108BD9-81ED-4DB2-BD59-A6C34878D82A}">
                    <a16:rowId xmlns:a16="http://schemas.microsoft.com/office/drawing/2014/main" val="3450926684"/>
                  </a:ext>
                </a:extLst>
              </a:tr>
              <a:tr h="170793">
                <a:tc>
                  <a:txBody>
                    <a:bodyPr/>
                    <a:lstStyle/>
                    <a:p>
                      <a:pPr algn="ctr" fontAlgn="ctr">
                        <a:buNone/>
                      </a:pPr>
                      <a:r>
                        <a:rPr lang="ja-JP" altLang="en-US" sz="1050" b="1" i="0" u="none" strike="noStrike" dirty="0">
                          <a:effectLst/>
                          <a:latin typeface="Meiryo UI" panose="020B0604030504040204" pitchFamily="50" charset="-128"/>
                          <a:ea typeface="Meiryo UI" panose="020B0604030504040204" pitchFamily="50" charset="-128"/>
                        </a:rPr>
                        <a:t>２</a:t>
                      </a:r>
                    </a:p>
                  </a:txBody>
                  <a:tcPr marL="7620" marR="7620" marT="7620" marB="0" anchor="ctr">
                    <a:solidFill>
                      <a:schemeClr val="accent3">
                        <a:lumMod val="20000"/>
                        <a:lumOff val="80000"/>
                      </a:schemeClr>
                    </a:solidFill>
                  </a:tcPr>
                </a:tc>
                <a:tc>
                  <a:txBody>
                    <a:bodyPr/>
                    <a:lstStyle/>
                    <a:p>
                      <a:pPr algn="ctr" fontAlgn="ctr">
                        <a:buNone/>
                      </a:pPr>
                      <a:r>
                        <a:rPr lang="ja-JP" altLang="en-US" sz="1050" u="none" strike="noStrike">
                          <a:effectLst/>
                          <a:latin typeface="Meiryo UI" panose="020B0604030504040204" pitchFamily="50" charset="-128"/>
                          <a:ea typeface="Meiryo UI" panose="020B0604030504040204" pitchFamily="50" charset="-128"/>
                        </a:rPr>
                        <a:t>武田とも子</a:t>
                      </a:r>
                      <a:endParaRPr lang="ja-JP" altLang="en-US" sz="1050" b="1" i="0" u="none" strike="noStrike">
                        <a:effectLst/>
                        <a:latin typeface="Meiryo UI" panose="020B0604030504040204" pitchFamily="50" charset="-128"/>
                        <a:ea typeface="Meiryo UI" panose="020B0604030504040204" pitchFamily="50" charset="-128"/>
                      </a:endParaRPr>
                    </a:p>
                  </a:txBody>
                  <a:tcPr marL="7620" marR="7620" marT="7620" marB="0" anchor="ctr">
                    <a:solidFill>
                      <a:schemeClr val="accent3">
                        <a:lumMod val="20000"/>
                        <a:lumOff val="80000"/>
                      </a:schemeClr>
                    </a:solidFill>
                  </a:tcPr>
                </a:tc>
                <a:tc>
                  <a:txBody>
                    <a:bodyPr/>
                    <a:lstStyle/>
                    <a:p>
                      <a:pPr algn="ctr" fontAlgn="b">
                        <a:buNone/>
                      </a:pPr>
                      <a:r>
                        <a:rPr lang="ja-JP" altLang="en-US" sz="1050" u="none" strike="noStrike">
                          <a:effectLst/>
                          <a:latin typeface="Meiryo UI" panose="020B0604030504040204" pitchFamily="50" charset="-128"/>
                          <a:ea typeface="Meiryo UI" panose="020B0604030504040204" pitchFamily="50" charset="-128"/>
                        </a:rPr>
                        <a:t>　</a:t>
                      </a:r>
                      <a:endParaRPr lang="ja-JP" altLang="en-US" sz="1050" b="1" i="0" u="none" strike="noStrike">
                        <a:effectLst/>
                        <a:latin typeface="Meiryo UI" panose="020B0604030504040204" pitchFamily="50" charset="-128"/>
                        <a:ea typeface="Meiryo UI" panose="020B0604030504040204" pitchFamily="50" charset="-128"/>
                      </a:endParaRPr>
                    </a:p>
                  </a:txBody>
                  <a:tcPr marL="7620" marR="7620" marT="7620" marB="0" anchor="b">
                    <a:solidFill>
                      <a:schemeClr val="accent3">
                        <a:lumMod val="20000"/>
                        <a:lumOff val="80000"/>
                      </a:schemeClr>
                    </a:solidFill>
                  </a:tcPr>
                </a:tc>
                <a:tc>
                  <a:txBody>
                    <a:bodyPr/>
                    <a:lstStyle/>
                    <a:p>
                      <a:pPr algn="ctr" fontAlgn="b">
                        <a:buNone/>
                      </a:pPr>
                      <a:r>
                        <a:rPr lang="ja-JP" altLang="en-US" sz="1050" u="sng" strike="noStrike">
                          <a:effectLst/>
                          <a:latin typeface="Meiryo UI" panose="020B0604030504040204" pitchFamily="50" charset="-128"/>
                          <a:ea typeface="Meiryo UI" panose="020B0604030504040204" pitchFamily="50" charset="-128"/>
                        </a:rPr>
                        <a:t>詳細</a:t>
                      </a:r>
                      <a:r>
                        <a:rPr lang="ja-JP" altLang="en-US" sz="1050" u="none" strike="noStrike">
                          <a:effectLst/>
                          <a:latin typeface="Meiryo UI" panose="020B0604030504040204" pitchFamily="50" charset="-128"/>
                          <a:ea typeface="Meiryo UI" panose="020B0604030504040204" pitchFamily="50" charset="-128"/>
                        </a:rPr>
                        <a:t>　</a:t>
                      </a:r>
                      <a:endParaRPr lang="ja-JP" altLang="en-US" sz="1050" b="1" i="0" u="none" strike="noStrike" dirty="0">
                        <a:effectLst/>
                        <a:latin typeface="Meiryo UI" panose="020B0604030504040204" pitchFamily="50" charset="-128"/>
                        <a:ea typeface="Meiryo UI" panose="020B0604030504040204" pitchFamily="50" charset="-128"/>
                      </a:endParaRPr>
                    </a:p>
                  </a:txBody>
                  <a:tcPr marL="7620" marR="7620" marT="7620" marB="0" anchor="b">
                    <a:solidFill>
                      <a:schemeClr val="accent3">
                        <a:lumMod val="20000"/>
                        <a:lumOff val="80000"/>
                      </a:schemeClr>
                    </a:solidFill>
                  </a:tcPr>
                </a:tc>
                <a:extLst>
                  <a:ext uri="{0D108BD9-81ED-4DB2-BD59-A6C34878D82A}">
                    <a16:rowId xmlns:a16="http://schemas.microsoft.com/office/drawing/2014/main" val="4262929960"/>
                  </a:ext>
                </a:extLst>
              </a:tr>
              <a:tr h="170793">
                <a:tc>
                  <a:txBody>
                    <a:bodyPr/>
                    <a:lstStyle/>
                    <a:p>
                      <a:pPr algn="ctr" fontAlgn="ctr">
                        <a:buNone/>
                      </a:pPr>
                      <a:r>
                        <a:rPr lang="ja-JP" altLang="en-US" sz="1050" b="1" i="0" u="none" strike="noStrike" dirty="0">
                          <a:effectLst/>
                          <a:latin typeface="Meiryo UI" panose="020B0604030504040204" pitchFamily="50" charset="-128"/>
                          <a:ea typeface="Meiryo UI" panose="020B0604030504040204" pitchFamily="50" charset="-128"/>
                        </a:rPr>
                        <a:t>３</a:t>
                      </a:r>
                    </a:p>
                  </a:txBody>
                  <a:tcPr marL="7620" marR="7620" marT="7620" marB="0" anchor="ctr">
                    <a:solidFill>
                      <a:schemeClr val="accent3">
                        <a:lumMod val="20000"/>
                        <a:lumOff val="80000"/>
                      </a:schemeClr>
                    </a:solidFill>
                  </a:tcPr>
                </a:tc>
                <a:tc>
                  <a:txBody>
                    <a:bodyPr/>
                    <a:lstStyle/>
                    <a:p>
                      <a:pPr algn="ctr" fontAlgn="ctr">
                        <a:buNone/>
                      </a:pPr>
                      <a:r>
                        <a:rPr lang="ja-JP" altLang="en-US" sz="1050" u="none" strike="noStrike">
                          <a:effectLst/>
                          <a:latin typeface="Meiryo UI" panose="020B0604030504040204" pitchFamily="50" charset="-128"/>
                          <a:ea typeface="Meiryo UI" panose="020B0604030504040204" pitchFamily="50" charset="-128"/>
                        </a:rPr>
                        <a:t>定松 舞子</a:t>
                      </a:r>
                      <a:endParaRPr lang="ja-JP" altLang="en-US" sz="1050" b="1" i="0" u="none" strike="noStrike">
                        <a:effectLst/>
                        <a:latin typeface="Meiryo UI" panose="020B0604030504040204" pitchFamily="50" charset="-128"/>
                        <a:ea typeface="Meiryo UI" panose="020B0604030504040204" pitchFamily="50" charset="-128"/>
                      </a:endParaRPr>
                    </a:p>
                  </a:txBody>
                  <a:tcPr marL="7620" marR="7620" marT="7620" marB="0" anchor="ctr">
                    <a:solidFill>
                      <a:schemeClr val="accent3">
                        <a:lumMod val="20000"/>
                        <a:lumOff val="80000"/>
                      </a:schemeClr>
                    </a:solidFill>
                  </a:tcPr>
                </a:tc>
                <a:tc>
                  <a:txBody>
                    <a:bodyPr/>
                    <a:lstStyle/>
                    <a:p>
                      <a:pPr algn="ctr" fontAlgn="b">
                        <a:buNone/>
                      </a:pPr>
                      <a:r>
                        <a:rPr lang="ja-JP" altLang="en-US" sz="1050" u="none" strike="noStrike">
                          <a:effectLst/>
                          <a:latin typeface="Meiryo UI" panose="020B0604030504040204" pitchFamily="50" charset="-128"/>
                          <a:ea typeface="Meiryo UI" panose="020B0604030504040204" pitchFamily="50" charset="-128"/>
                        </a:rPr>
                        <a:t>　</a:t>
                      </a:r>
                      <a:endParaRPr lang="ja-JP" altLang="en-US" sz="1050" b="1" i="0" u="none" strike="noStrike">
                        <a:effectLst/>
                        <a:latin typeface="Meiryo UI" panose="020B0604030504040204" pitchFamily="50" charset="-128"/>
                        <a:ea typeface="Meiryo UI" panose="020B0604030504040204" pitchFamily="50" charset="-128"/>
                      </a:endParaRPr>
                    </a:p>
                  </a:txBody>
                  <a:tcPr marL="7620" marR="7620" marT="7620" marB="0" anchor="b">
                    <a:solidFill>
                      <a:schemeClr val="accent3">
                        <a:lumMod val="20000"/>
                        <a:lumOff val="80000"/>
                      </a:schemeClr>
                    </a:solidFill>
                  </a:tcPr>
                </a:tc>
                <a:tc>
                  <a:txBody>
                    <a:bodyPr/>
                    <a:lstStyle/>
                    <a:p>
                      <a:pPr algn="ctr" fontAlgn="b">
                        <a:buNone/>
                      </a:pPr>
                      <a:r>
                        <a:rPr lang="ja-JP" altLang="en-US" sz="1050" u="sng" strike="noStrike" dirty="0">
                          <a:effectLst/>
                          <a:latin typeface="Meiryo UI" panose="020B0604030504040204" pitchFamily="50" charset="-128"/>
                          <a:ea typeface="Meiryo UI" panose="020B0604030504040204" pitchFamily="50" charset="-128"/>
                        </a:rPr>
                        <a:t>詳細</a:t>
                      </a:r>
                      <a:r>
                        <a:rPr lang="ja-JP" altLang="en-US" sz="1050" u="none" strike="noStrike" dirty="0">
                          <a:effectLst/>
                          <a:latin typeface="Meiryo UI" panose="020B0604030504040204" pitchFamily="50" charset="-128"/>
                          <a:ea typeface="Meiryo UI" panose="020B0604030504040204" pitchFamily="50" charset="-128"/>
                        </a:rPr>
                        <a:t>　</a:t>
                      </a:r>
                      <a:endParaRPr lang="ja-JP" altLang="en-US" sz="1050" b="1" i="0" u="none" strike="noStrike" dirty="0">
                        <a:effectLst/>
                        <a:latin typeface="Meiryo UI" panose="020B0604030504040204" pitchFamily="50" charset="-128"/>
                        <a:ea typeface="Meiryo UI" panose="020B0604030504040204" pitchFamily="50" charset="-128"/>
                      </a:endParaRPr>
                    </a:p>
                  </a:txBody>
                  <a:tcPr marL="7620" marR="7620" marT="7620" marB="0" anchor="b">
                    <a:solidFill>
                      <a:schemeClr val="accent3">
                        <a:lumMod val="20000"/>
                        <a:lumOff val="80000"/>
                      </a:schemeClr>
                    </a:solidFill>
                  </a:tcPr>
                </a:tc>
                <a:extLst>
                  <a:ext uri="{0D108BD9-81ED-4DB2-BD59-A6C34878D82A}">
                    <a16:rowId xmlns:a16="http://schemas.microsoft.com/office/drawing/2014/main" val="3704860544"/>
                  </a:ext>
                </a:extLst>
              </a:tr>
              <a:tr h="170793">
                <a:tc>
                  <a:txBody>
                    <a:bodyPr/>
                    <a:lstStyle/>
                    <a:p>
                      <a:pPr algn="ctr" fontAlgn="ctr">
                        <a:buNone/>
                      </a:pPr>
                      <a:r>
                        <a:rPr lang="ja-JP" altLang="en-US" sz="1050" b="1" i="0" u="none" strike="noStrike" dirty="0">
                          <a:effectLst/>
                          <a:latin typeface="Meiryo UI" panose="020B0604030504040204" pitchFamily="50" charset="-128"/>
                          <a:ea typeface="Meiryo UI" panose="020B0604030504040204" pitchFamily="50" charset="-128"/>
                        </a:rPr>
                        <a:t>４</a:t>
                      </a:r>
                    </a:p>
                  </a:txBody>
                  <a:tcPr marL="7620" marR="7620" marT="7620" marB="0" anchor="ctr">
                    <a:solidFill>
                      <a:schemeClr val="accent3">
                        <a:lumMod val="20000"/>
                        <a:lumOff val="80000"/>
                      </a:schemeClr>
                    </a:solidFill>
                  </a:tcPr>
                </a:tc>
                <a:tc>
                  <a:txBody>
                    <a:bodyPr/>
                    <a:lstStyle/>
                    <a:p>
                      <a:pPr algn="ctr" fontAlgn="ctr">
                        <a:buNone/>
                      </a:pPr>
                      <a:r>
                        <a:rPr lang="ja-JP" altLang="en-US" sz="1050" u="none" strike="noStrike">
                          <a:effectLst/>
                          <a:latin typeface="Meiryo UI" panose="020B0604030504040204" pitchFamily="50" charset="-128"/>
                          <a:ea typeface="Meiryo UI" panose="020B0604030504040204" pitchFamily="50" charset="-128"/>
                        </a:rPr>
                        <a:t>多田 安男</a:t>
                      </a:r>
                      <a:endParaRPr lang="ja-JP" altLang="en-US" sz="1050" b="1" i="0" u="none" strike="noStrike">
                        <a:effectLst/>
                        <a:latin typeface="Meiryo UI" panose="020B0604030504040204" pitchFamily="50" charset="-128"/>
                        <a:ea typeface="Meiryo UI" panose="020B0604030504040204" pitchFamily="50" charset="-128"/>
                      </a:endParaRPr>
                    </a:p>
                  </a:txBody>
                  <a:tcPr marL="7620" marR="7620" marT="7620" marB="0" anchor="ctr">
                    <a:solidFill>
                      <a:schemeClr val="accent3">
                        <a:lumMod val="20000"/>
                        <a:lumOff val="80000"/>
                      </a:schemeClr>
                    </a:solidFill>
                  </a:tcPr>
                </a:tc>
                <a:tc>
                  <a:txBody>
                    <a:bodyPr/>
                    <a:lstStyle/>
                    <a:p>
                      <a:pPr algn="ctr" fontAlgn="b">
                        <a:buNone/>
                      </a:pPr>
                      <a:r>
                        <a:rPr lang="ja-JP" altLang="en-US" sz="1050" u="none" strike="noStrike">
                          <a:effectLst/>
                          <a:latin typeface="Meiryo UI" panose="020B0604030504040204" pitchFamily="50" charset="-128"/>
                          <a:ea typeface="Meiryo UI" panose="020B0604030504040204" pitchFamily="50" charset="-128"/>
                        </a:rPr>
                        <a:t>　</a:t>
                      </a:r>
                      <a:endParaRPr lang="ja-JP" altLang="en-US" sz="1050" b="1" i="0" u="none" strike="noStrike">
                        <a:effectLst/>
                        <a:latin typeface="Meiryo UI" panose="020B0604030504040204" pitchFamily="50" charset="-128"/>
                        <a:ea typeface="Meiryo UI" panose="020B0604030504040204" pitchFamily="50" charset="-128"/>
                      </a:endParaRPr>
                    </a:p>
                  </a:txBody>
                  <a:tcPr marL="7620" marR="7620" marT="7620" marB="0" anchor="b">
                    <a:solidFill>
                      <a:schemeClr val="accent3">
                        <a:lumMod val="20000"/>
                        <a:lumOff val="80000"/>
                      </a:schemeClr>
                    </a:solidFill>
                  </a:tcPr>
                </a:tc>
                <a:tc>
                  <a:txBody>
                    <a:bodyPr/>
                    <a:lstStyle/>
                    <a:p>
                      <a:pPr algn="ctr" fontAlgn="b">
                        <a:buNone/>
                      </a:pPr>
                      <a:r>
                        <a:rPr lang="ja-JP" altLang="en-US" sz="1050" u="sng" strike="noStrike">
                          <a:effectLst/>
                          <a:latin typeface="Meiryo UI" panose="020B0604030504040204" pitchFamily="50" charset="-128"/>
                          <a:ea typeface="Meiryo UI" panose="020B0604030504040204" pitchFamily="50" charset="-128"/>
                        </a:rPr>
                        <a:t>詳細</a:t>
                      </a:r>
                      <a:r>
                        <a:rPr lang="ja-JP" altLang="en-US" sz="1050" u="none" strike="noStrike">
                          <a:effectLst/>
                          <a:latin typeface="Meiryo UI" panose="020B0604030504040204" pitchFamily="50" charset="-128"/>
                          <a:ea typeface="Meiryo UI" panose="020B0604030504040204" pitchFamily="50" charset="-128"/>
                        </a:rPr>
                        <a:t>　</a:t>
                      </a:r>
                      <a:endParaRPr lang="ja-JP" altLang="en-US" sz="1050" b="1" i="0" u="none" strike="noStrike" dirty="0">
                        <a:effectLst/>
                        <a:latin typeface="Meiryo UI" panose="020B0604030504040204" pitchFamily="50" charset="-128"/>
                        <a:ea typeface="Meiryo UI" panose="020B0604030504040204" pitchFamily="50" charset="-128"/>
                      </a:endParaRPr>
                    </a:p>
                  </a:txBody>
                  <a:tcPr marL="7620" marR="7620" marT="7620" marB="0" anchor="b">
                    <a:solidFill>
                      <a:schemeClr val="accent3">
                        <a:lumMod val="20000"/>
                        <a:lumOff val="80000"/>
                      </a:schemeClr>
                    </a:solidFill>
                  </a:tcPr>
                </a:tc>
                <a:extLst>
                  <a:ext uri="{0D108BD9-81ED-4DB2-BD59-A6C34878D82A}">
                    <a16:rowId xmlns:a16="http://schemas.microsoft.com/office/drawing/2014/main" val="1202824414"/>
                  </a:ext>
                </a:extLst>
              </a:tr>
              <a:tr h="170793">
                <a:tc>
                  <a:txBody>
                    <a:bodyPr/>
                    <a:lstStyle/>
                    <a:p>
                      <a:pPr algn="ctr" fontAlgn="ctr">
                        <a:buNone/>
                      </a:pPr>
                      <a:r>
                        <a:rPr lang="ja-JP" altLang="en-US" sz="1050" b="1" i="0" u="none" strike="noStrike" dirty="0">
                          <a:effectLst/>
                          <a:latin typeface="Meiryo UI" panose="020B0604030504040204" pitchFamily="50" charset="-128"/>
                          <a:ea typeface="Meiryo UI" panose="020B0604030504040204" pitchFamily="50" charset="-128"/>
                        </a:rPr>
                        <a:t>５</a:t>
                      </a:r>
                    </a:p>
                  </a:txBody>
                  <a:tcPr marL="7620" marR="7620" marT="7620" marB="0" anchor="ctr">
                    <a:solidFill>
                      <a:schemeClr val="accent3">
                        <a:lumMod val="20000"/>
                        <a:lumOff val="80000"/>
                      </a:schemeClr>
                    </a:solidFill>
                  </a:tcPr>
                </a:tc>
                <a:tc>
                  <a:txBody>
                    <a:bodyPr/>
                    <a:lstStyle/>
                    <a:p>
                      <a:pPr algn="ctr" fontAlgn="ctr">
                        <a:buNone/>
                      </a:pPr>
                      <a:r>
                        <a:rPr lang="ja-JP" altLang="en-US" sz="1050" u="none" strike="noStrike" dirty="0">
                          <a:effectLst/>
                          <a:latin typeface="Meiryo UI" panose="020B0604030504040204" pitchFamily="50" charset="-128"/>
                          <a:ea typeface="Meiryo UI" panose="020B0604030504040204" pitchFamily="50" charset="-128"/>
                        </a:rPr>
                        <a:t>抱 博高</a:t>
                      </a:r>
                      <a:endParaRPr lang="ja-JP" altLang="en-US" sz="1050" b="1" i="0" u="none" strike="noStrike" dirty="0">
                        <a:effectLst/>
                        <a:latin typeface="Meiryo UI" panose="020B0604030504040204" pitchFamily="50" charset="-128"/>
                        <a:ea typeface="Meiryo UI" panose="020B0604030504040204" pitchFamily="50" charset="-128"/>
                      </a:endParaRPr>
                    </a:p>
                  </a:txBody>
                  <a:tcPr marL="7620" marR="7620" marT="7620" marB="0" anchor="ctr">
                    <a:solidFill>
                      <a:schemeClr val="accent3">
                        <a:lumMod val="20000"/>
                        <a:lumOff val="80000"/>
                      </a:schemeClr>
                    </a:solidFill>
                  </a:tcPr>
                </a:tc>
                <a:tc>
                  <a:txBody>
                    <a:bodyPr/>
                    <a:lstStyle/>
                    <a:p>
                      <a:pPr algn="ctr" fontAlgn="b">
                        <a:buNone/>
                      </a:pPr>
                      <a:r>
                        <a:rPr lang="ja-JP" altLang="en-US" sz="1050" u="none" strike="noStrike" dirty="0">
                          <a:effectLst/>
                          <a:latin typeface="Meiryo UI" panose="020B0604030504040204" pitchFamily="50" charset="-128"/>
                          <a:ea typeface="Meiryo UI" panose="020B0604030504040204" pitchFamily="50" charset="-128"/>
                        </a:rPr>
                        <a:t>　</a:t>
                      </a:r>
                      <a:endParaRPr lang="ja-JP" altLang="en-US" sz="1050" b="1" i="0" u="none" strike="noStrike" dirty="0">
                        <a:effectLst/>
                        <a:latin typeface="Meiryo UI" panose="020B0604030504040204" pitchFamily="50" charset="-128"/>
                        <a:ea typeface="Meiryo UI" panose="020B0604030504040204" pitchFamily="50" charset="-128"/>
                      </a:endParaRPr>
                    </a:p>
                  </a:txBody>
                  <a:tcPr marL="7620" marR="7620" marT="7620" marB="0" anchor="b">
                    <a:solidFill>
                      <a:schemeClr val="accent3">
                        <a:lumMod val="20000"/>
                        <a:lumOff val="80000"/>
                      </a:schemeClr>
                    </a:solidFill>
                  </a:tcPr>
                </a:tc>
                <a:tc>
                  <a:txBody>
                    <a:bodyPr/>
                    <a:lstStyle/>
                    <a:p>
                      <a:pPr algn="ctr" fontAlgn="b">
                        <a:buNone/>
                      </a:pPr>
                      <a:r>
                        <a:rPr lang="ja-JP" altLang="en-US" sz="1050" u="sng" strike="noStrike" dirty="0">
                          <a:effectLst/>
                          <a:latin typeface="Meiryo UI" panose="020B0604030504040204" pitchFamily="50" charset="-128"/>
                          <a:ea typeface="Meiryo UI" panose="020B0604030504040204" pitchFamily="50" charset="-128"/>
                        </a:rPr>
                        <a:t>詳細</a:t>
                      </a:r>
                      <a:r>
                        <a:rPr lang="ja-JP" altLang="en-US" sz="1050" u="none" strike="noStrike" dirty="0">
                          <a:effectLst/>
                          <a:latin typeface="Meiryo UI" panose="020B0604030504040204" pitchFamily="50" charset="-128"/>
                          <a:ea typeface="Meiryo UI" panose="020B0604030504040204" pitchFamily="50" charset="-128"/>
                        </a:rPr>
                        <a:t>　</a:t>
                      </a:r>
                      <a:endParaRPr lang="ja-JP" altLang="en-US" sz="1050" b="1" i="0" u="none" strike="noStrike" dirty="0">
                        <a:effectLst/>
                        <a:latin typeface="Meiryo UI" panose="020B0604030504040204" pitchFamily="50" charset="-128"/>
                        <a:ea typeface="Meiryo UI" panose="020B0604030504040204" pitchFamily="50" charset="-128"/>
                      </a:endParaRPr>
                    </a:p>
                  </a:txBody>
                  <a:tcPr marL="7620" marR="7620" marT="7620" marB="0" anchor="b">
                    <a:solidFill>
                      <a:schemeClr val="accent3">
                        <a:lumMod val="20000"/>
                        <a:lumOff val="80000"/>
                      </a:schemeClr>
                    </a:solidFill>
                  </a:tcPr>
                </a:tc>
                <a:extLst>
                  <a:ext uri="{0D108BD9-81ED-4DB2-BD59-A6C34878D82A}">
                    <a16:rowId xmlns:a16="http://schemas.microsoft.com/office/drawing/2014/main" val="1331551879"/>
                  </a:ext>
                </a:extLst>
              </a:tr>
              <a:tr h="170793">
                <a:tc>
                  <a:txBody>
                    <a:bodyPr/>
                    <a:lstStyle/>
                    <a:p>
                      <a:pPr algn="ctr" fontAlgn="ctr">
                        <a:buNone/>
                      </a:pPr>
                      <a:r>
                        <a:rPr lang="ja-JP" altLang="en-US" sz="1050" b="1" i="0" u="none" strike="noStrike" dirty="0">
                          <a:effectLst/>
                          <a:latin typeface="Meiryo UI" panose="020B0604030504040204" pitchFamily="50" charset="-128"/>
                          <a:ea typeface="Meiryo UI" panose="020B0604030504040204" pitchFamily="50" charset="-128"/>
                        </a:rPr>
                        <a:t>６</a:t>
                      </a:r>
                    </a:p>
                  </a:txBody>
                  <a:tcPr marL="7620" marR="7620" marT="7620" marB="0" anchor="ctr">
                    <a:solidFill>
                      <a:schemeClr val="accent3">
                        <a:lumMod val="20000"/>
                        <a:lumOff val="80000"/>
                      </a:schemeClr>
                    </a:solidFill>
                  </a:tcPr>
                </a:tc>
                <a:tc>
                  <a:txBody>
                    <a:bodyPr/>
                    <a:lstStyle/>
                    <a:p>
                      <a:pPr algn="ctr" fontAlgn="ctr">
                        <a:buNone/>
                      </a:pPr>
                      <a:r>
                        <a:rPr lang="ja-JP" altLang="en-US" sz="1050" u="none" strike="noStrike" dirty="0">
                          <a:effectLst/>
                          <a:latin typeface="Meiryo UI" panose="020B0604030504040204" pitchFamily="50" charset="-128"/>
                          <a:ea typeface="Meiryo UI" panose="020B0604030504040204" pitchFamily="50" charset="-128"/>
                        </a:rPr>
                        <a:t>鈴木 亮</a:t>
                      </a:r>
                      <a:endParaRPr lang="ja-JP" altLang="en-US" sz="1050" b="1" i="0" u="none" strike="noStrike" dirty="0">
                        <a:effectLst/>
                        <a:latin typeface="Meiryo UI" panose="020B0604030504040204" pitchFamily="50" charset="-128"/>
                        <a:ea typeface="Meiryo UI" panose="020B0604030504040204" pitchFamily="50" charset="-128"/>
                      </a:endParaRPr>
                    </a:p>
                  </a:txBody>
                  <a:tcPr marL="7620" marR="7620" marT="7620" marB="0" anchor="ctr">
                    <a:solidFill>
                      <a:schemeClr val="accent3">
                        <a:lumMod val="20000"/>
                        <a:lumOff val="80000"/>
                      </a:schemeClr>
                    </a:solidFill>
                  </a:tcPr>
                </a:tc>
                <a:tc>
                  <a:txBody>
                    <a:bodyPr/>
                    <a:lstStyle/>
                    <a:p>
                      <a:pPr algn="ctr" fontAlgn="b">
                        <a:buNone/>
                      </a:pPr>
                      <a:r>
                        <a:rPr lang="ja-JP" altLang="en-US" sz="1050" u="none" strike="noStrike">
                          <a:effectLst/>
                          <a:latin typeface="Meiryo UI" panose="020B0604030504040204" pitchFamily="50" charset="-128"/>
                          <a:ea typeface="Meiryo UI" panose="020B0604030504040204" pitchFamily="50" charset="-128"/>
                        </a:rPr>
                        <a:t>　</a:t>
                      </a:r>
                      <a:endParaRPr lang="ja-JP" altLang="en-US" sz="1050" b="1" i="0" u="none" strike="noStrike">
                        <a:effectLst/>
                        <a:latin typeface="Meiryo UI" panose="020B0604030504040204" pitchFamily="50" charset="-128"/>
                        <a:ea typeface="Meiryo UI" panose="020B0604030504040204" pitchFamily="50" charset="-128"/>
                      </a:endParaRPr>
                    </a:p>
                  </a:txBody>
                  <a:tcPr marL="7620" marR="7620" marT="7620" marB="0" anchor="b">
                    <a:solidFill>
                      <a:schemeClr val="accent3">
                        <a:lumMod val="20000"/>
                        <a:lumOff val="80000"/>
                      </a:schemeClr>
                    </a:solidFill>
                  </a:tcPr>
                </a:tc>
                <a:tc>
                  <a:txBody>
                    <a:bodyPr/>
                    <a:lstStyle/>
                    <a:p>
                      <a:pPr algn="ctr" fontAlgn="b">
                        <a:buNone/>
                      </a:pPr>
                      <a:r>
                        <a:rPr lang="ja-JP" altLang="en-US" sz="1050" u="sng" strike="noStrike" dirty="0">
                          <a:effectLst/>
                          <a:latin typeface="Meiryo UI" panose="020B0604030504040204" pitchFamily="50" charset="-128"/>
                          <a:ea typeface="Meiryo UI" panose="020B0604030504040204" pitchFamily="50" charset="-128"/>
                        </a:rPr>
                        <a:t>詳細</a:t>
                      </a:r>
                      <a:r>
                        <a:rPr lang="ja-JP" altLang="en-US" sz="1050" u="none" strike="noStrike" dirty="0">
                          <a:effectLst/>
                          <a:latin typeface="Meiryo UI" panose="020B0604030504040204" pitchFamily="50" charset="-128"/>
                          <a:ea typeface="Meiryo UI" panose="020B0604030504040204" pitchFamily="50" charset="-128"/>
                        </a:rPr>
                        <a:t>　</a:t>
                      </a:r>
                      <a:endParaRPr lang="ja-JP" altLang="en-US" sz="1050" b="1" i="0" u="none" strike="noStrike" dirty="0">
                        <a:effectLst/>
                        <a:latin typeface="Meiryo UI" panose="020B0604030504040204" pitchFamily="50" charset="-128"/>
                        <a:ea typeface="Meiryo UI" panose="020B0604030504040204" pitchFamily="50" charset="-128"/>
                      </a:endParaRPr>
                    </a:p>
                  </a:txBody>
                  <a:tcPr marL="7620" marR="7620" marT="7620" marB="0" anchor="b">
                    <a:solidFill>
                      <a:schemeClr val="accent3">
                        <a:lumMod val="20000"/>
                        <a:lumOff val="80000"/>
                      </a:schemeClr>
                    </a:solidFill>
                  </a:tcPr>
                </a:tc>
                <a:extLst>
                  <a:ext uri="{0D108BD9-81ED-4DB2-BD59-A6C34878D82A}">
                    <a16:rowId xmlns:a16="http://schemas.microsoft.com/office/drawing/2014/main" val="1457038890"/>
                  </a:ext>
                </a:extLst>
              </a:tr>
              <a:tr h="170793">
                <a:tc>
                  <a:txBody>
                    <a:bodyPr/>
                    <a:lstStyle/>
                    <a:p>
                      <a:pPr algn="ctr" fontAlgn="ctr">
                        <a:buNone/>
                      </a:pPr>
                      <a:r>
                        <a:rPr lang="ja-JP" altLang="en-US" sz="1050" b="1" i="0" u="none" strike="noStrike" dirty="0">
                          <a:effectLst/>
                          <a:latin typeface="Meiryo UI" panose="020B0604030504040204" pitchFamily="50" charset="-128"/>
                          <a:ea typeface="Meiryo UI" panose="020B0604030504040204" pitchFamily="50" charset="-128"/>
                        </a:rPr>
                        <a:t>７</a:t>
                      </a:r>
                    </a:p>
                  </a:txBody>
                  <a:tcPr marL="7620" marR="7620" marT="7620" marB="0" anchor="ctr">
                    <a:solidFill>
                      <a:schemeClr val="accent3">
                        <a:lumMod val="20000"/>
                        <a:lumOff val="80000"/>
                      </a:schemeClr>
                    </a:solidFill>
                  </a:tcPr>
                </a:tc>
                <a:tc>
                  <a:txBody>
                    <a:bodyPr/>
                    <a:lstStyle/>
                    <a:p>
                      <a:pPr algn="ctr" fontAlgn="ctr">
                        <a:buNone/>
                      </a:pPr>
                      <a:r>
                        <a:rPr lang="ja-JP" altLang="en-US" sz="1050" u="none" strike="noStrike" dirty="0">
                          <a:effectLst/>
                          <a:latin typeface="Meiryo UI" panose="020B0604030504040204" pitchFamily="50" charset="-128"/>
                          <a:ea typeface="Meiryo UI" panose="020B0604030504040204" pitchFamily="50" charset="-128"/>
                        </a:rPr>
                        <a:t>武田あきひと</a:t>
                      </a:r>
                      <a:endParaRPr lang="ja-JP" altLang="en-US" sz="1050" b="1" i="0" u="none" strike="noStrike" dirty="0">
                        <a:effectLst/>
                        <a:latin typeface="Meiryo UI" panose="020B0604030504040204" pitchFamily="50" charset="-128"/>
                        <a:ea typeface="Meiryo UI" panose="020B0604030504040204" pitchFamily="50" charset="-128"/>
                      </a:endParaRPr>
                    </a:p>
                  </a:txBody>
                  <a:tcPr marL="7620" marR="7620" marT="7620" marB="0" anchor="ctr">
                    <a:solidFill>
                      <a:schemeClr val="accent3">
                        <a:lumMod val="20000"/>
                        <a:lumOff val="80000"/>
                      </a:schemeClr>
                    </a:solidFill>
                  </a:tcPr>
                </a:tc>
                <a:tc>
                  <a:txBody>
                    <a:bodyPr/>
                    <a:lstStyle/>
                    <a:p>
                      <a:pPr algn="ctr" fontAlgn="b">
                        <a:buNone/>
                      </a:pPr>
                      <a:r>
                        <a:rPr lang="ja-JP" altLang="en-US" sz="1050" u="none" strike="noStrike">
                          <a:effectLst/>
                          <a:latin typeface="Meiryo UI" panose="020B0604030504040204" pitchFamily="50" charset="-128"/>
                          <a:ea typeface="Meiryo UI" panose="020B0604030504040204" pitchFamily="50" charset="-128"/>
                        </a:rPr>
                        <a:t>　</a:t>
                      </a:r>
                      <a:endParaRPr lang="ja-JP" altLang="en-US" sz="1050" b="1" i="0" u="none" strike="noStrike">
                        <a:effectLst/>
                        <a:latin typeface="Meiryo UI" panose="020B0604030504040204" pitchFamily="50" charset="-128"/>
                        <a:ea typeface="Meiryo UI" panose="020B0604030504040204" pitchFamily="50" charset="-128"/>
                      </a:endParaRPr>
                    </a:p>
                  </a:txBody>
                  <a:tcPr marL="7620" marR="7620" marT="7620" marB="0" anchor="b">
                    <a:solidFill>
                      <a:schemeClr val="accent3">
                        <a:lumMod val="20000"/>
                        <a:lumOff val="80000"/>
                      </a:schemeClr>
                    </a:solidFill>
                  </a:tcPr>
                </a:tc>
                <a:tc>
                  <a:txBody>
                    <a:bodyPr/>
                    <a:lstStyle/>
                    <a:p>
                      <a:pPr algn="ctr" fontAlgn="b">
                        <a:buNone/>
                      </a:pPr>
                      <a:r>
                        <a:rPr lang="ja-JP" altLang="en-US" sz="1050" u="sng" strike="noStrike" dirty="0">
                          <a:effectLst/>
                          <a:latin typeface="Meiryo UI" panose="020B0604030504040204" pitchFamily="50" charset="-128"/>
                          <a:ea typeface="Meiryo UI" panose="020B0604030504040204" pitchFamily="50" charset="-128"/>
                        </a:rPr>
                        <a:t>詳細</a:t>
                      </a:r>
                      <a:r>
                        <a:rPr lang="ja-JP" altLang="en-US" sz="1050" u="none" strike="noStrike" dirty="0">
                          <a:effectLst/>
                          <a:latin typeface="Meiryo UI" panose="020B0604030504040204" pitchFamily="50" charset="-128"/>
                          <a:ea typeface="Meiryo UI" panose="020B0604030504040204" pitchFamily="50" charset="-128"/>
                        </a:rPr>
                        <a:t>　</a:t>
                      </a:r>
                      <a:endParaRPr lang="ja-JP" altLang="en-US" sz="1050" b="1" i="0" u="none" strike="noStrike" dirty="0">
                        <a:effectLst/>
                        <a:latin typeface="Meiryo UI" panose="020B0604030504040204" pitchFamily="50" charset="-128"/>
                        <a:ea typeface="Meiryo UI" panose="020B0604030504040204" pitchFamily="50" charset="-128"/>
                      </a:endParaRPr>
                    </a:p>
                  </a:txBody>
                  <a:tcPr marL="7620" marR="7620" marT="7620" marB="0" anchor="b">
                    <a:solidFill>
                      <a:schemeClr val="accent3">
                        <a:lumMod val="20000"/>
                        <a:lumOff val="80000"/>
                      </a:schemeClr>
                    </a:solidFill>
                  </a:tcPr>
                </a:tc>
                <a:extLst>
                  <a:ext uri="{0D108BD9-81ED-4DB2-BD59-A6C34878D82A}">
                    <a16:rowId xmlns:a16="http://schemas.microsoft.com/office/drawing/2014/main" val="720786565"/>
                  </a:ext>
                </a:extLst>
              </a:tr>
              <a:tr h="170793">
                <a:tc>
                  <a:txBody>
                    <a:bodyPr/>
                    <a:lstStyle/>
                    <a:p>
                      <a:pPr algn="ctr" fontAlgn="ctr">
                        <a:buNone/>
                      </a:pPr>
                      <a:r>
                        <a:rPr lang="ja-JP" altLang="en-US" sz="1050" b="1" i="0" u="none" strike="noStrike" dirty="0">
                          <a:effectLst/>
                          <a:latin typeface="Meiryo UI" panose="020B0604030504040204" pitchFamily="50" charset="-128"/>
                          <a:ea typeface="Meiryo UI" panose="020B0604030504040204" pitchFamily="50" charset="-128"/>
                        </a:rPr>
                        <a:t>８</a:t>
                      </a:r>
                    </a:p>
                  </a:txBody>
                  <a:tcPr marL="7620" marR="7620" marT="7620" marB="0" anchor="ctr">
                    <a:solidFill>
                      <a:schemeClr val="accent3">
                        <a:lumMod val="20000"/>
                        <a:lumOff val="80000"/>
                      </a:schemeClr>
                    </a:solidFill>
                  </a:tcPr>
                </a:tc>
                <a:tc>
                  <a:txBody>
                    <a:bodyPr/>
                    <a:lstStyle/>
                    <a:p>
                      <a:pPr algn="ctr" fontAlgn="ctr">
                        <a:buNone/>
                      </a:pPr>
                      <a:r>
                        <a:rPr lang="ja-JP" altLang="en-US" sz="1050" u="none" strike="noStrike">
                          <a:effectLst/>
                          <a:latin typeface="Meiryo UI" panose="020B0604030504040204" pitchFamily="50" charset="-128"/>
                          <a:ea typeface="Meiryo UI" panose="020B0604030504040204" pitchFamily="50" charset="-128"/>
                        </a:rPr>
                        <a:t>大田 健太郎</a:t>
                      </a:r>
                      <a:endParaRPr lang="ja-JP" altLang="en-US" sz="1050" b="1" i="0" u="none" strike="noStrike">
                        <a:effectLst/>
                        <a:latin typeface="Meiryo UI" panose="020B0604030504040204" pitchFamily="50" charset="-128"/>
                        <a:ea typeface="Meiryo UI" panose="020B0604030504040204" pitchFamily="50" charset="-128"/>
                      </a:endParaRPr>
                    </a:p>
                  </a:txBody>
                  <a:tcPr marL="7620" marR="7620" marT="7620" marB="0" anchor="ctr">
                    <a:solidFill>
                      <a:schemeClr val="accent3">
                        <a:lumMod val="20000"/>
                        <a:lumOff val="80000"/>
                      </a:schemeClr>
                    </a:solidFill>
                  </a:tcPr>
                </a:tc>
                <a:tc>
                  <a:txBody>
                    <a:bodyPr/>
                    <a:lstStyle/>
                    <a:p>
                      <a:pPr algn="ctr" fontAlgn="b">
                        <a:buNone/>
                      </a:pPr>
                      <a:r>
                        <a:rPr lang="ja-JP" altLang="en-US" sz="1050" u="none" strike="noStrike">
                          <a:effectLst/>
                          <a:latin typeface="Meiryo UI" panose="020B0604030504040204" pitchFamily="50" charset="-128"/>
                          <a:ea typeface="Meiryo UI" panose="020B0604030504040204" pitchFamily="50" charset="-128"/>
                        </a:rPr>
                        <a:t>　</a:t>
                      </a:r>
                      <a:endParaRPr lang="ja-JP" altLang="en-US" sz="1050" b="1" i="0" u="none" strike="noStrike">
                        <a:effectLst/>
                        <a:latin typeface="Meiryo UI" panose="020B0604030504040204" pitchFamily="50" charset="-128"/>
                        <a:ea typeface="Meiryo UI" panose="020B0604030504040204" pitchFamily="50" charset="-128"/>
                      </a:endParaRPr>
                    </a:p>
                  </a:txBody>
                  <a:tcPr marL="7620" marR="7620" marT="7620" marB="0" anchor="b">
                    <a:solidFill>
                      <a:schemeClr val="accent3">
                        <a:lumMod val="20000"/>
                        <a:lumOff val="80000"/>
                      </a:schemeClr>
                    </a:solidFill>
                  </a:tcPr>
                </a:tc>
                <a:tc>
                  <a:txBody>
                    <a:bodyPr/>
                    <a:lstStyle/>
                    <a:p>
                      <a:pPr algn="ctr" fontAlgn="b">
                        <a:buNone/>
                      </a:pPr>
                      <a:r>
                        <a:rPr lang="ja-JP" altLang="en-US" sz="1050" u="none" strike="noStrike" dirty="0">
                          <a:effectLst/>
                          <a:latin typeface="Meiryo UI" panose="020B0604030504040204" pitchFamily="50" charset="-128"/>
                          <a:ea typeface="Meiryo UI" panose="020B0604030504040204" pitchFamily="50" charset="-128"/>
                        </a:rPr>
                        <a:t>詳細　</a:t>
                      </a:r>
                      <a:endParaRPr lang="ja-JP" altLang="en-US" sz="1050" b="1" i="0" u="none" strike="noStrike" dirty="0">
                        <a:effectLst/>
                        <a:latin typeface="Meiryo UI" panose="020B0604030504040204" pitchFamily="50" charset="-128"/>
                        <a:ea typeface="Meiryo UI" panose="020B0604030504040204" pitchFamily="50" charset="-128"/>
                      </a:endParaRPr>
                    </a:p>
                  </a:txBody>
                  <a:tcPr marL="7620" marR="7620" marT="7620" marB="0" anchor="b">
                    <a:solidFill>
                      <a:schemeClr val="accent3">
                        <a:lumMod val="20000"/>
                        <a:lumOff val="80000"/>
                      </a:schemeClr>
                    </a:solidFill>
                  </a:tcPr>
                </a:tc>
                <a:extLst>
                  <a:ext uri="{0D108BD9-81ED-4DB2-BD59-A6C34878D82A}">
                    <a16:rowId xmlns:a16="http://schemas.microsoft.com/office/drawing/2014/main" val="3372779491"/>
                  </a:ext>
                </a:extLst>
              </a:tr>
              <a:tr h="170793">
                <a:tc>
                  <a:txBody>
                    <a:bodyPr/>
                    <a:lstStyle/>
                    <a:p>
                      <a:pPr algn="ctr" fontAlgn="ctr">
                        <a:buNone/>
                      </a:pPr>
                      <a:r>
                        <a:rPr lang="ja-JP" altLang="en-US" sz="1050" b="1" i="0" u="none" strike="noStrike" dirty="0">
                          <a:effectLst/>
                          <a:latin typeface="Meiryo UI" panose="020B0604030504040204" pitchFamily="50" charset="-128"/>
                          <a:ea typeface="Meiryo UI" panose="020B0604030504040204" pitchFamily="50" charset="-128"/>
                        </a:rPr>
                        <a:t>９</a:t>
                      </a:r>
                    </a:p>
                  </a:txBody>
                  <a:tcPr marL="7620" marR="7620" marT="7620" marB="0" anchor="ctr">
                    <a:solidFill>
                      <a:schemeClr val="accent3">
                        <a:lumMod val="20000"/>
                        <a:lumOff val="80000"/>
                      </a:schemeClr>
                    </a:solidFill>
                  </a:tcPr>
                </a:tc>
                <a:tc>
                  <a:txBody>
                    <a:bodyPr/>
                    <a:lstStyle/>
                    <a:p>
                      <a:pPr algn="ctr" fontAlgn="ctr">
                        <a:buNone/>
                      </a:pPr>
                      <a:r>
                        <a:rPr lang="ja-JP" altLang="en-US" sz="1050" u="none" strike="noStrike" dirty="0">
                          <a:effectLst/>
                          <a:latin typeface="Meiryo UI" panose="020B0604030504040204" pitchFamily="50" charset="-128"/>
                          <a:ea typeface="Meiryo UI" panose="020B0604030504040204" pitchFamily="50" charset="-128"/>
                        </a:rPr>
                        <a:t>冬野 紘彰</a:t>
                      </a:r>
                      <a:endParaRPr lang="ja-JP" altLang="en-US" sz="1050" b="1" i="0" u="none" strike="noStrike" dirty="0">
                        <a:effectLst/>
                        <a:latin typeface="Meiryo UI" panose="020B0604030504040204" pitchFamily="50" charset="-128"/>
                        <a:ea typeface="Meiryo UI" panose="020B0604030504040204" pitchFamily="50" charset="-128"/>
                      </a:endParaRPr>
                    </a:p>
                  </a:txBody>
                  <a:tcPr marL="7620" marR="7620" marT="7620" marB="0" anchor="ctr">
                    <a:solidFill>
                      <a:schemeClr val="accent3">
                        <a:lumMod val="20000"/>
                        <a:lumOff val="80000"/>
                      </a:schemeClr>
                    </a:solidFill>
                  </a:tcPr>
                </a:tc>
                <a:tc>
                  <a:txBody>
                    <a:bodyPr/>
                    <a:lstStyle/>
                    <a:p>
                      <a:pPr algn="ctr" fontAlgn="b">
                        <a:buNone/>
                      </a:pPr>
                      <a:r>
                        <a:rPr lang="ja-JP" altLang="en-US" sz="1050" u="none" strike="noStrike">
                          <a:effectLst/>
                          <a:latin typeface="Meiryo UI" panose="020B0604030504040204" pitchFamily="50" charset="-128"/>
                          <a:ea typeface="Meiryo UI" panose="020B0604030504040204" pitchFamily="50" charset="-128"/>
                        </a:rPr>
                        <a:t>　</a:t>
                      </a:r>
                      <a:endParaRPr lang="ja-JP" altLang="en-US" sz="1050" b="1" i="0" u="none" strike="noStrike">
                        <a:effectLst/>
                        <a:latin typeface="Meiryo UI" panose="020B0604030504040204" pitchFamily="50" charset="-128"/>
                        <a:ea typeface="Meiryo UI" panose="020B0604030504040204" pitchFamily="50" charset="-128"/>
                      </a:endParaRPr>
                    </a:p>
                  </a:txBody>
                  <a:tcPr marL="7620" marR="7620" marT="7620" marB="0" anchor="b">
                    <a:solidFill>
                      <a:schemeClr val="accent3">
                        <a:lumMod val="20000"/>
                        <a:lumOff val="80000"/>
                      </a:schemeClr>
                    </a:solidFill>
                  </a:tcPr>
                </a:tc>
                <a:tc>
                  <a:txBody>
                    <a:bodyPr/>
                    <a:lstStyle/>
                    <a:p>
                      <a:pPr algn="ctr" fontAlgn="b">
                        <a:buNone/>
                      </a:pPr>
                      <a:r>
                        <a:rPr lang="ja-JP" altLang="en-US" sz="1050" u="none" strike="noStrike" dirty="0">
                          <a:effectLst/>
                          <a:latin typeface="Meiryo UI" panose="020B0604030504040204" pitchFamily="50" charset="-128"/>
                          <a:ea typeface="Meiryo UI" panose="020B0604030504040204" pitchFamily="50" charset="-128"/>
                        </a:rPr>
                        <a:t>詳細　</a:t>
                      </a:r>
                      <a:endParaRPr lang="ja-JP" altLang="en-US" sz="1050" b="1" i="0" u="none" strike="noStrike" dirty="0">
                        <a:effectLst/>
                        <a:latin typeface="Meiryo UI" panose="020B0604030504040204" pitchFamily="50" charset="-128"/>
                        <a:ea typeface="Meiryo UI" panose="020B0604030504040204" pitchFamily="50" charset="-128"/>
                      </a:endParaRPr>
                    </a:p>
                  </a:txBody>
                  <a:tcPr marL="7620" marR="7620" marT="7620" marB="0" anchor="b">
                    <a:solidFill>
                      <a:schemeClr val="accent3">
                        <a:lumMod val="20000"/>
                        <a:lumOff val="80000"/>
                      </a:schemeClr>
                    </a:solidFill>
                  </a:tcPr>
                </a:tc>
                <a:extLst>
                  <a:ext uri="{0D108BD9-81ED-4DB2-BD59-A6C34878D82A}">
                    <a16:rowId xmlns:a16="http://schemas.microsoft.com/office/drawing/2014/main" val="2599633959"/>
                  </a:ext>
                </a:extLst>
              </a:tr>
              <a:tr h="170793">
                <a:tc>
                  <a:txBody>
                    <a:bodyPr/>
                    <a:lstStyle/>
                    <a:p>
                      <a:pPr algn="ctr" fontAlgn="ctr">
                        <a:buNone/>
                      </a:pPr>
                      <a:r>
                        <a:rPr lang="en-US" altLang="ja-JP" sz="1050" b="1" i="0" u="none" strike="noStrike" dirty="0">
                          <a:effectLst/>
                          <a:latin typeface="Meiryo UI" panose="020B0604030504040204" pitchFamily="50" charset="-128"/>
                          <a:ea typeface="Meiryo UI" panose="020B0604030504040204" pitchFamily="50" charset="-128"/>
                        </a:rPr>
                        <a:t>10</a:t>
                      </a:r>
                      <a:endParaRPr lang="ja-JP" altLang="en-US" sz="1050" b="1" i="0" u="none" strike="noStrike" dirty="0">
                        <a:effectLst/>
                        <a:latin typeface="Meiryo UI" panose="020B0604030504040204" pitchFamily="50" charset="-128"/>
                        <a:ea typeface="Meiryo UI" panose="020B0604030504040204" pitchFamily="50" charset="-128"/>
                      </a:endParaRPr>
                    </a:p>
                  </a:txBody>
                  <a:tcPr marL="7620" marR="7620" marT="7620" marB="0" anchor="ctr">
                    <a:solidFill>
                      <a:schemeClr val="accent3">
                        <a:lumMod val="20000"/>
                        <a:lumOff val="80000"/>
                      </a:schemeClr>
                    </a:solidFill>
                  </a:tcPr>
                </a:tc>
                <a:tc>
                  <a:txBody>
                    <a:bodyPr/>
                    <a:lstStyle/>
                    <a:p>
                      <a:pPr algn="ctr" fontAlgn="ctr">
                        <a:buNone/>
                      </a:pPr>
                      <a:r>
                        <a:rPr lang="ja-JP" altLang="en-US" sz="1050" u="none" strike="noStrike" dirty="0">
                          <a:effectLst/>
                          <a:latin typeface="Meiryo UI" panose="020B0604030504040204" pitchFamily="50" charset="-128"/>
                          <a:ea typeface="Meiryo UI" panose="020B0604030504040204" pitchFamily="50" charset="-128"/>
                        </a:rPr>
                        <a:t>川脇 一晃</a:t>
                      </a:r>
                      <a:endParaRPr lang="ja-JP" altLang="en-US" sz="1050" b="1" i="0" u="none" strike="noStrike" dirty="0">
                        <a:effectLst/>
                        <a:latin typeface="Meiryo UI" panose="020B0604030504040204" pitchFamily="50" charset="-128"/>
                        <a:ea typeface="Meiryo UI" panose="020B0604030504040204" pitchFamily="50" charset="-128"/>
                      </a:endParaRPr>
                    </a:p>
                  </a:txBody>
                  <a:tcPr marL="7620" marR="7620" marT="7620" marB="0" anchor="ctr">
                    <a:solidFill>
                      <a:schemeClr val="accent3">
                        <a:lumMod val="20000"/>
                        <a:lumOff val="80000"/>
                      </a:schemeClr>
                    </a:solidFill>
                  </a:tcPr>
                </a:tc>
                <a:tc>
                  <a:txBody>
                    <a:bodyPr/>
                    <a:lstStyle/>
                    <a:p>
                      <a:pPr algn="ctr" fontAlgn="b">
                        <a:buNone/>
                      </a:pPr>
                      <a:r>
                        <a:rPr lang="ja-JP" altLang="en-US" sz="1050" u="none" strike="noStrike">
                          <a:effectLst/>
                          <a:latin typeface="Meiryo UI" panose="020B0604030504040204" pitchFamily="50" charset="-128"/>
                          <a:ea typeface="Meiryo UI" panose="020B0604030504040204" pitchFamily="50" charset="-128"/>
                        </a:rPr>
                        <a:t>　</a:t>
                      </a:r>
                      <a:endParaRPr lang="ja-JP" altLang="en-US" sz="1050" b="1" i="0" u="none" strike="noStrike">
                        <a:effectLst/>
                        <a:latin typeface="Meiryo UI" panose="020B0604030504040204" pitchFamily="50" charset="-128"/>
                        <a:ea typeface="Meiryo UI" panose="020B0604030504040204" pitchFamily="50" charset="-128"/>
                      </a:endParaRPr>
                    </a:p>
                  </a:txBody>
                  <a:tcPr marL="7620" marR="7620" marT="7620" marB="0" anchor="b">
                    <a:solidFill>
                      <a:schemeClr val="accent3">
                        <a:lumMod val="20000"/>
                        <a:lumOff val="80000"/>
                      </a:schemeClr>
                    </a:solidFill>
                  </a:tcPr>
                </a:tc>
                <a:tc>
                  <a:txBody>
                    <a:bodyPr/>
                    <a:lstStyle/>
                    <a:p>
                      <a:pPr algn="ctr" fontAlgn="b">
                        <a:buNone/>
                      </a:pPr>
                      <a:r>
                        <a:rPr lang="ja-JP" altLang="en-US" sz="1050" u="none" strike="noStrike" dirty="0">
                          <a:effectLst/>
                          <a:latin typeface="Meiryo UI" panose="020B0604030504040204" pitchFamily="50" charset="-128"/>
                          <a:ea typeface="Meiryo UI" panose="020B0604030504040204" pitchFamily="50" charset="-128"/>
                        </a:rPr>
                        <a:t>詳細　</a:t>
                      </a:r>
                      <a:endParaRPr lang="ja-JP" altLang="en-US" sz="1050" b="1" i="0" u="none" strike="noStrike" dirty="0">
                        <a:effectLst/>
                        <a:latin typeface="Meiryo UI" panose="020B0604030504040204" pitchFamily="50" charset="-128"/>
                        <a:ea typeface="Meiryo UI" panose="020B0604030504040204" pitchFamily="50" charset="-128"/>
                      </a:endParaRPr>
                    </a:p>
                  </a:txBody>
                  <a:tcPr marL="7620" marR="7620" marT="7620" marB="0" anchor="b">
                    <a:solidFill>
                      <a:schemeClr val="accent3">
                        <a:lumMod val="20000"/>
                        <a:lumOff val="80000"/>
                      </a:schemeClr>
                    </a:solidFill>
                  </a:tcPr>
                </a:tc>
                <a:extLst>
                  <a:ext uri="{0D108BD9-81ED-4DB2-BD59-A6C34878D82A}">
                    <a16:rowId xmlns:a16="http://schemas.microsoft.com/office/drawing/2014/main" val="3797612066"/>
                  </a:ext>
                </a:extLst>
              </a:tr>
              <a:tr h="170793">
                <a:tc>
                  <a:txBody>
                    <a:bodyPr/>
                    <a:lstStyle/>
                    <a:p>
                      <a:pPr algn="ctr" fontAlgn="ctr">
                        <a:buNone/>
                      </a:pPr>
                      <a:r>
                        <a:rPr lang="en-US" altLang="ja-JP" sz="1050" b="1" i="0" u="none" strike="noStrike" dirty="0">
                          <a:effectLst/>
                          <a:latin typeface="Meiryo UI" panose="020B0604030504040204" pitchFamily="50" charset="-128"/>
                          <a:ea typeface="Meiryo UI" panose="020B0604030504040204" pitchFamily="50" charset="-128"/>
                        </a:rPr>
                        <a:t>11</a:t>
                      </a:r>
                      <a:endParaRPr lang="ja-JP" altLang="en-US" sz="1050" b="1" i="0" u="none" strike="noStrike" dirty="0">
                        <a:effectLst/>
                        <a:latin typeface="Meiryo UI" panose="020B0604030504040204" pitchFamily="50" charset="-128"/>
                        <a:ea typeface="Meiryo UI" panose="020B0604030504040204" pitchFamily="50" charset="-128"/>
                      </a:endParaRPr>
                    </a:p>
                  </a:txBody>
                  <a:tcPr marL="7620" marR="7620" marT="7620" marB="0" anchor="ctr">
                    <a:solidFill>
                      <a:schemeClr val="accent3">
                        <a:lumMod val="20000"/>
                        <a:lumOff val="80000"/>
                      </a:schemeClr>
                    </a:solidFill>
                  </a:tcPr>
                </a:tc>
                <a:tc>
                  <a:txBody>
                    <a:bodyPr/>
                    <a:lstStyle/>
                    <a:p>
                      <a:pPr algn="ctr" fontAlgn="ctr">
                        <a:buNone/>
                      </a:pPr>
                      <a:r>
                        <a:rPr lang="ja-JP" altLang="en-US" sz="1050" u="none" strike="noStrike" dirty="0">
                          <a:effectLst/>
                          <a:latin typeface="Meiryo UI" panose="020B0604030504040204" pitchFamily="50" charset="-128"/>
                          <a:ea typeface="Meiryo UI" panose="020B0604030504040204" pitchFamily="50" charset="-128"/>
                        </a:rPr>
                        <a:t>西川 佳廣</a:t>
                      </a:r>
                      <a:endParaRPr lang="ja-JP" altLang="en-US" sz="1050" b="1" i="0" u="none" strike="noStrike" dirty="0">
                        <a:effectLst/>
                        <a:latin typeface="Meiryo UI" panose="020B0604030504040204" pitchFamily="50" charset="-128"/>
                        <a:ea typeface="Meiryo UI" panose="020B0604030504040204" pitchFamily="50" charset="-128"/>
                      </a:endParaRPr>
                    </a:p>
                  </a:txBody>
                  <a:tcPr marL="7620" marR="7620" marT="7620" marB="0" anchor="ctr">
                    <a:solidFill>
                      <a:schemeClr val="accent3">
                        <a:lumMod val="20000"/>
                        <a:lumOff val="80000"/>
                      </a:schemeClr>
                    </a:solidFill>
                  </a:tcPr>
                </a:tc>
                <a:tc>
                  <a:txBody>
                    <a:bodyPr/>
                    <a:lstStyle/>
                    <a:p>
                      <a:pPr algn="ctr" fontAlgn="b">
                        <a:buNone/>
                      </a:pPr>
                      <a:r>
                        <a:rPr lang="ja-JP" altLang="en-US" sz="1050" u="none" strike="noStrike">
                          <a:effectLst/>
                          <a:latin typeface="Meiryo UI" panose="020B0604030504040204" pitchFamily="50" charset="-128"/>
                          <a:ea typeface="Meiryo UI" panose="020B0604030504040204" pitchFamily="50" charset="-128"/>
                        </a:rPr>
                        <a:t>　</a:t>
                      </a:r>
                      <a:endParaRPr lang="ja-JP" altLang="en-US" sz="1050" b="1" i="0" u="none" strike="noStrike">
                        <a:effectLst/>
                        <a:latin typeface="Meiryo UI" panose="020B0604030504040204" pitchFamily="50" charset="-128"/>
                        <a:ea typeface="Meiryo UI" panose="020B0604030504040204" pitchFamily="50" charset="-128"/>
                      </a:endParaRPr>
                    </a:p>
                  </a:txBody>
                  <a:tcPr marL="7620" marR="7620" marT="7620" marB="0" anchor="b">
                    <a:solidFill>
                      <a:schemeClr val="accent3">
                        <a:lumMod val="20000"/>
                        <a:lumOff val="80000"/>
                      </a:schemeClr>
                    </a:solidFill>
                  </a:tcPr>
                </a:tc>
                <a:tc>
                  <a:txBody>
                    <a:bodyPr/>
                    <a:lstStyle/>
                    <a:p>
                      <a:pPr algn="ctr" fontAlgn="b">
                        <a:buNone/>
                      </a:pPr>
                      <a:r>
                        <a:rPr lang="ja-JP" altLang="en-US" sz="1050" u="none" strike="noStrike" dirty="0">
                          <a:effectLst/>
                          <a:latin typeface="Meiryo UI" panose="020B0604030504040204" pitchFamily="50" charset="-128"/>
                          <a:ea typeface="Meiryo UI" panose="020B0604030504040204" pitchFamily="50" charset="-128"/>
                        </a:rPr>
                        <a:t>詳細　</a:t>
                      </a:r>
                      <a:endParaRPr lang="ja-JP" altLang="en-US" sz="1050" b="1" i="0" u="none" strike="noStrike" dirty="0">
                        <a:effectLst/>
                        <a:latin typeface="Meiryo UI" panose="020B0604030504040204" pitchFamily="50" charset="-128"/>
                        <a:ea typeface="Meiryo UI" panose="020B0604030504040204" pitchFamily="50" charset="-128"/>
                      </a:endParaRPr>
                    </a:p>
                  </a:txBody>
                  <a:tcPr marL="7620" marR="7620" marT="7620" marB="0" anchor="b">
                    <a:solidFill>
                      <a:schemeClr val="accent3">
                        <a:lumMod val="20000"/>
                        <a:lumOff val="80000"/>
                      </a:schemeClr>
                    </a:solidFill>
                  </a:tcPr>
                </a:tc>
                <a:extLst>
                  <a:ext uri="{0D108BD9-81ED-4DB2-BD59-A6C34878D82A}">
                    <a16:rowId xmlns:a16="http://schemas.microsoft.com/office/drawing/2014/main" val="3051026405"/>
                  </a:ext>
                </a:extLst>
              </a:tr>
              <a:tr h="170793">
                <a:tc>
                  <a:txBody>
                    <a:bodyPr/>
                    <a:lstStyle/>
                    <a:p>
                      <a:pPr algn="ctr" fontAlgn="ctr">
                        <a:buNone/>
                      </a:pPr>
                      <a:r>
                        <a:rPr lang="en-US" altLang="ja-JP" sz="1050" b="1" i="0" u="none" strike="noStrike" dirty="0">
                          <a:effectLst/>
                          <a:latin typeface="Meiryo UI" panose="020B0604030504040204" pitchFamily="50" charset="-128"/>
                          <a:ea typeface="Meiryo UI" panose="020B0604030504040204" pitchFamily="50" charset="-128"/>
                        </a:rPr>
                        <a:t>12</a:t>
                      </a:r>
                      <a:endParaRPr lang="ja-JP" altLang="en-US" sz="1050" b="1" i="0" u="none" strike="noStrike" dirty="0">
                        <a:effectLst/>
                        <a:latin typeface="Meiryo UI" panose="020B0604030504040204" pitchFamily="50" charset="-128"/>
                        <a:ea typeface="Meiryo UI" panose="020B0604030504040204" pitchFamily="50" charset="-128"/>
                      </a:endParaRPr>
                    </a:p>
                  </a:txBody>
                  <a:tcPr marL="7620" marR="7620" marT="7620" marB="0" anchor="ctr">
                    <a:solidFill>
                      <a:schemeClr val="accent3">
                        <a:lumMod val="20000"/>
                        <a:lumOff val="80000"/>
                      </a:schemeClr>
                    </a:solidFill>
                  </a:tcPr>
                </a:tc>
                <a:tc>
                  <a:txBody>
                    <a:bodyPr/>
                    <a:lstStyle/>
                    <a:p>
                      <a:pPr algn="ctr" fontAlgn="ctr">
                        <a:buNone/>
                      </a:pPr>
                      <a:r>
                        <a:rPr lang="ja-JP" altLang="en-US" sz="1050" u="none" strike="noStrike" dirty="0">
                          <a:effectLst/>
                          <a:latin typeface="Meiryo UI" panose="020B0604030504040204" pitchFamily="50" charset="-128"/>
                          <a:ea typeface="Meiryo UI" panose="020B0604030504040204" pitchFamily="50" charset="-128"/>
                        </a:rPr>
                        <a:t>鈴木 瑛士</a:t>
                      </a:r>
                      <a:endParaRPr lang="ja-JP" altLang="en-US" sz="1050" b="1" i="0" u="none" strike="noStrike" dirty="0">
                        <a:effectLst/>
                        <a:latin typeface="Meiryo UI" panose="020B0604030504040204" pitchFamily="50" charset="-128"/>
                        <a:ea typeface="Meiryo UI" panose="020B0604030504040204" pitchFamily="50" charset="-128"/>
                      </a:endParaRPr>
                    </a:p>
                  </a:txBody>
                  <a:tcPr marL="7620" marR="7620" marT="7620" marB="0" anchor="ctr">
                    <a:solidFill>
                      <a:schemeClr val="accent3">
                        <a:lumMod val="20000"/>
                        <a:lumOff val="80000"/>
                      </a:schemeClr>
                    </a:solidFill>
                  </a:tcPr>
                </a:tc>
                <a:tc>
                  <a:txBody>
                    <a:bodyPr/>
                    <a:lstStyle/>
                    <a:p>
                      <a:pPr algn="ctr" fontAlgn="b">
                        <a:buNone/>
                      </a:pPr>
                      <a:r>
                        <a:rPr lang="ja-JP" altLang="en-US" sz="1050" u="none" strike="noStrike" dirty="0">
                          <a:effectLst/>
                          <a:latin typeface="Meiryo UI" panose="020B0604030504040204" pitchFamily="50" charset="-128"/>
                          <a:ea typeface="Meiryo UI" panose="020B0604030504040204" pitchFamily="50" charset="-128"/>
                        </a:rPr>
                        <a:t>　</a:t>
                      </a:r>
                      <a:endParaRPr lang="ja-JP" altLang="en-US" sz="1050" b="1" i="0" u="none" strike="noStrike" dirty="0">
                        <a:effectLst/>
                        <a:latin typeface="Meiryo UI" panose="020B0604030504040204" pitchFamily="50" charset="-128"/>
                        <a:ea typeface="Meiryo UI" panose="020B0604030504040204" pitchFamily="50" charset="-128"/>
                      </a:endParaRPr>
                    </a:p>
                  </a:txBody>
                  <a:tcPr marL="7620" marR="7620" marT="7620" marB="0" anchor="b">
                    <a:solidFill>
                      <a:schemeClr val="accent3">
                        <a:lumMod val="20000"/>
                        <a:lumOff val="80000"/>
                      </a:schemeClr>
                    </a:solidFill>
                  </a:tcPr>
                </a:tc>
                <a:tc>
                  <a:txBody>
                    <a:bodyPr/>
                    <a:lstStyle/>
                    <a:p>
                      <a:pPr algn="ctr" fontAlgn="b">
                        <a:buNone/>
                      </a:pPr>
                      <a:r>
                        <a:rPr lang="ja-JP" altLang="en-US" sz="1050" u="none" strike="noStrike" dirty="0">
                          <a:effectLst/>
                          <a:latin typeface="Meiryo UI" panose="020B0604030504040204" pitchFamily="50" charset="-128"/>
                          <a:ea typeface="Meiryo UI" panose="020B0604030504040204" pitchFamily="50" charset="-128"/>
                        </a:rPr>
                        <a:t>詳細　</a:t>
                      </a:r>
                      <a:endParaRPr lang="ja-JP" altLang="en-US" sz="1050" b="1" i="0" u="none" strike="noStrike" dirty="0">
                        <a:effectLst/>
                        <a:latin typeface="Meiryo UI" panose="020B0604030504040204" pitchFamily="50" charset="-128"/>
                        <a:ea typeface="Meiryo UI" panose="020B0604030504040204" pitchFamily="50" charset="-128"/>
                      </a:endParaRPr>
                    </a:p>
                  </a:txBody>
                  <a:tcPr marL="7620" marR="7620" marT="7620" marB="0" anchor="b">
                    <a:solidFill>
                      <a:schemeClr val="accent3">
                        <a:lumMod val="20000"/>
                        <a:lumOff val="80000"/>
                      </a:schemeClr>
                    </a:solidFill>
                  </a:tcPr>
                </a:tc>
                <a:extLst>
                  <a:ext uri="{0D108BD9-81ED-4DB2-BD59-A6C34878D82A}">
                    <a16:rowId xmlns:a16="http://schemas.microsoft.com/office/drawing/2014/main" val="535557930"/>
                  </a:ext>
                </a:extLst>
              </a:tr>
              <a:tr h="170793">
                <a:tc>
                  <a:txBody>
                    <a:bodyPr/>
                    <a:lstStyle/>
                    <a:p>
                      <a:pPr algn="ctr" fontAlgn="ctr">
                        <a:buNone/>
                      </a:pPr>
                      <a:r>
                        <a:rPr lang="en-US" altLang="ja-JP" sz="1050" b="1" i="0" u="none" strike="noStrike" dirty="0">
                          <a:effectLst/>
                          <a:latin typeface="Meiryo UI" panose="020B0604030504040204" pitchFamily="50" charset="-128"/>
                          <a:ea typeface="Meiryo UI" panose="020B0604030504040204" pitchFamily="50" charset="-128"/>
                        </a:rPr>
                        <a:t>13</a:t>
                      </a:r>
                      <a:endParaRPr lang="ja-JP" altLang="en-US" sz="1050" b="1" i="0" u="none" strike="noStrike" dirty="0">
                        <a:effectLst/>
                        <a:latin typeface="Meiryo UI" panose="020B0604030504040204" pitchFamily="50" charset="-128"/>
                        <a:ea typeface="Meiryo UI" panose="020B0604030504040204" pitchFamily="50" charset="-128"/>
                      </a:endParaRPr>
                    </a:p>
                  </a:txBody>
                  <a:tcPr marL="7620" marR="7620" marT="7620" marB="0" anchor="ctr">
                    <a:solidFill>
                      <a:schemeClr val="accent3">
                        <a:lumMod val="20000"/>
                        <a:lumOff val="80000"/>
                      </a:schemeClr>
                    </a:solidFill>
                  </a:tcPr>
                </a:tc>
                <a:tc>
                  <a:txBody>
                    <a:bodyPr/>
                    <a:lstStyle/>
                    <a:p>
                      <a:pPr algn="ctr" fontAlgn="ctr">
                        <a:buNone/>
                      </a:pPr>
                      <a:r>
                        <a:rPr lang="ja-JP" altLang="en-US" sz="1050" u="none" strike="noStrike">
                          <a:effectLst/>
                          <a:latin typeface="Meiryo UI" panose="020B0604030504040204" pitchFamily="50" charset="-128"/>
                          <a:ea typeface="Meiryo UI" panose="020B0604030504040204" pitchFamily="50" charset="-128"/>
                        </a:rPr>
                        <a:t>井上 拓己</a:t>
                      </a:r>
                      <a:endParaRPr lang="ja-JP" altLang="en-US" sz="1050" b="1" i="0" u="none" strike="noStrike">
                        <a:effectLst/>
                        <a:latin typeface="Meiryo UI" panose="020B0604030504040204" pitchFamily="50" charset="-128"/>
                        <a:ea typeface="Meiryo UI" panose="020B0604030504040204" pitchFamily="50" charset="-128"/>
                      </a:endParaRPr>
                    </a:p>
                  </a:txBody>
                  <a:tcPr marL="7620" marR="7620" marT="7620" marB="0" anchor="ctr">
                    <a:solidFill>
                      <a:schemeClr val="accent3">
                        <a:lumMod val="20000"/>
                        <a:lumOff val="80000"/>
                      </a:schemeClr>
                    </a:solidFill>
                  </a:tcPr>
                </a:tc>
                <a:tc>
                  <a:txBody>
                    <a:bodyPr/>
                    <a:lstStyle/>
                    <a:p>
                      <a:pPr algn="ctr" fontAlgn="b">
                        <a:buNone/>
                      </a:pPr>
                      <a:r>
                        <a:rPr lang="ja-JP" altLang="en-US" sz="1050" u="none" strike="noStrike" dirty="0">
                          <a:effectLst/>
                          <a:latin typeface="Meiryo UI" panose="020B0604030504040204" pitchFamily="50" charset="-128"/>
                          <a:ea typeface="Meiryo UI" panose="020B0604030504040204" pitchFamily="50" charset="-128"/>
                        </a:rPr>
                        <a:t>　</a:t>
                      </a:r>
                      <a:endParaRPr lang="ja-JP" altLang="en-US" sz="1050" b="1" i="0" u="none" strike="noStrike" dirty="0">
                        <a:effectLst/>
                        <a:latin typeface="Meiryo UI" panose="020B0604030504040204" pitchFamily="50" charset="-128"/>
                        <a:ea typeface="Meiryo UI" panose="020B0604030504040204" pitchFamily="50" charset="-128"/>
                      </a:endParaRPr>
                    </a:p>
                  </a:txBody>
                  <a:tcPr marL="7620" marR="7620" marT="7620" marB="0" anchor="b">
                    <a:solidFill>
                      <a:schemeClr val="accent3">
                        <a:lumMod val="20000"/>
                        <a:lumOff val="80000"/>
                      </a:schemeClr>
                    </a:solidFill>
                  </a:tcPr>
                </a:tc>
                <a:tc>
                  <a:txBody>
                    <a:bodyPr/>
                    <a:lstStyle/>
                    <a:p>
                      <a:pPr algn="ctr" fontAlgn="b">
                        <a:buNone/>
                      </a:pPr>
                      <a:r>
                        <a:rPr lang="ja-JP" altLang="en-US" sz="1050" u="none" strike="noStrike" dirty="0">
                          <a:effectLst/>
                          <a:latin typeface="Meiryo UI" panose="020B0604030504040204" pitchFamily="50" charset="-128"/>
                          <a:ea typeface="Meiryo UI" panose="020B0604030504040204" pitchFamily="50" charset="-128"/>
                        </a:rPr>
                        <a:t>詳細　</a:t>
                      </a:r>
                      <a:endParaRPr lang="ja-JP" altLang="en-US" sz="1050" b="1" i="0" u="none" strike="noStrike" dirty="0">
                        <a:effectLst/>
                        <a:latin typeface="Meiryo UI" panose="020B0604030504040204" pitchFamily="50" charset="-128"/>
                        <a:ea typeface="Meiryo UI" panose="020B0604030504040204" pitchFamily="50" charset="-128"/>
                      </a:endParaRPr>
                    </a:p>
                  </a:txBody>
                  <a:tcPr marL="7620" marR="7620" marT="7620" marB="0" anchor="b">
                    <a:solidFill>
                      <a:schemeClr val="accent3">
                        <a:lumMod val="20000"/>
                        <a:lumOff val="80000"/>
                      </a:schemeClr>
                    </a:solidFill>
                  </a:tcPr>
                </a:tc>
                <a:extLst>
                  <a:ext uri="{0D108BD9-81ED-4DB2-BD59-A6C34878D82A}">
                    <a16:rowId xmlns:a16="http://schemas.microsoft.com/office/drawing/2014/main" val="4072576346"/>
                  </a:ext>
                </a:extLst>
              </a:tr>
              <a:tr h="170793">
                <a:tc>
                  <a:txBody>
                    <a:bodyPr/>
                    <a:lstStyle/>
                    <a:p>
                      <a:pPr algn="ctr" fontAlgn="b">
                        <a:buNone/>
                      </a:pPr>
                      <a:r>
                        <a:rPr lang="en-US" altLang="ja-JP" sz="1050" b="1" i="0" u="none" strike="noStrike" dirty="0">
                          <a:effectLst/>
                          <a:latin typeface="Meiryo UI" panose="020B0604030504040204" pitchFamily="50" charset="-128"/>
                          <a:ea typeface="Meiryo UI" panose="020B0604030504040204" pitchFamily="50" charset="-128"/>
                        </a:rPr>
                        <a:t>14</a:t>
                      </a:r>
                      <a:endParaRPr lang="ja-JP" altLang="en-US" sz="1050" b="1" i="0" u="none" strike="noStrike" dirty="0">
                        <a:effectLst/>
                        <a:latin typeface="Meiryo UI" panose="020B0604030504040204" pitchFamily="50" charset="-128"/>
                        <a:ea typeface="Meiryo UI" panose="020B0604030504040204" pitchFamily="50" charset="-128"/>
                      </a:endParaRPr>
                    </a:p>
                  </a:txBody>
                  <a:tcPr marL="7620" marR="7620" marT="7620" marB="0" anchor="b">
                    <a:solidFill>
                      <a:schemeClr val="accent3">
                        <a:lumMod val="20000"/>
                        <a:lumOff val="80000"/>
                      </a:schemeClr>
                    </a:solidFill>
                  </a:tcPr>
                </a:tc>
                <a:tc>
                  <a:txBody>
                    <a:bodyPr/>
                    <a:lstStyle/>
                    <a:p>
                      <a:pPr algn="ctr" fontAlgn="b">
                        <a:buNone/>
                      </a:pPr>
                      <a:r>
                        <a:rPr lang="ja-JP" altLang="en-US" sz="1050" u="none" strike="noStrike">
                          <a:effectLst/>
                          <a:latin typeface="Meiryo UI" panose="020B0604030504040204" pitchFamily="50" charset="-128"/>
                          <a:ea typeface="Meiryo UI" panose="020B0604030504040204" pitchFamily="50" charset="-128"/>
                        </a:rPr>
                        <a:t>　</a:t>
                      </a:r>
                      <a:endParaRPr lang="ja-JP" altLang="en-US" sz="1050" b="1" i="0" u="none" strike="noStrike">
                        <a:effectLst/>
                        <a:latin typeface="Meiryo UI" panose="020B0604030504040204" pitchFamily="50" charset="-128"/>
                        <a:ea typeface="Meiryo UI" panose="020B0604030504040204" pitchFamily="50" charset="-128"/>
                      </a:endParaRPr>
                    </a:p>
                  </a:txBody>
                  <a:tcPr marL="7620" marR="7620" marT="7620" marB="0" anchor="b">
                    <a:solidFill>
                      <a:schemeClr val="accent3">
                        <a:lumMod val="20000"/>
                        <a:lumOff val="80000"/>
                      </a:schemeClr>
                    </a:solidFill>
                  </a:tcPr>
                </a:tc>
                <a:tc>
                  <a:txBody>
                    <a:bodyPr/>
                    <a:lstStyle/>
                    <a:p>
                      <a:pPr algn="ctr" fontAlgn="b">
                        <a:buNone/>
                      </a:pPr>
                      <a:r>
                        <a:rPr lang="ja-JP" altLang="en-US" sz="1050" u="none" strike="noStrike">
                          <a:effectLst/>
                          <a:latin typeface="Meiryo UI" panose="020B0604030504040204" pitchFamily="50" charset="-128"/>
                          <a:ea typeface="Meiryo UI" panose="020B0604030504040204" pitchFamily="50" charset="-128"/>
                        </a:rPr>
                        <a:t>　</a:t>
                      </a:r>
                      <a:endParaRPr lang="ja-JP" altLang="en-US" sz="1050" b="1" i="0" u="none" strike="noStrike">
                        <a:effectLst/>
                        <a:latin typeface="Meiryo UI" panose="020B0604030504040204" pitchFamily="50" charset="-128"/>
                        <a:ea typeface="Meiryo UI" panose="020B0604030504040204" pitchFamily="50" charset="-128"/>
                      </a:endParaRPr>
                    </a:p>
                  </a:txBody>
                  <a:tcPr marL="7620" marR="7620" marT="7620" marB="0" anchor="b">
                    <a:solidFill>
                      <a:schemeClr val="accent3">
                        <a:lumMod val="20000"/>
                        <a:lumOff val="80000"/>
                      </a:schemeClr>
                    </a:solidFill>
                  </a:tcPr>
                </a:tc>
                <a:tc>
                  <a:txBody>
                    <a:bodyPr/>
                    <a:lstStyle/>
                    <a:p>
                      <a:pPr algn="ctr" fontAlgn="b">
                        <a:buNone/>
                      </a:pPr>
                      <a:r>
                        <a:rPr lang="ja-JP" altLang="en-US" sz="1050" u="none" strike="noStrike" dirty="0">
                          <a:effectLst/>
                          <a:latin typeface="Meiryo UI" panose="020B0604030504040204" pitchFamily="50" charset="-128"/>
                          <a:ea typeface="Meiryo UI" panose="020B0604030504040204" pitchFamily="50" charset="-128"/>
                        </a:rPr>
                        <a:t>　</a:t>
                      </a:r>
                      <a:endParaRPr lang="ja-JP" altLang="en-US" sz="1050" b="1" i="0" u="none" strike="noStrike" dirty="0">
                        <a:effectLst/>
                        <a:latin typeface="Meiryo UI" panose="020B0604030504040204" pitchFamily="50" charset="-128"/>
                        <a:ea typeface="Meiryo UI" panose="020B0604030504040204" pitchFamily="50" charset="-128"/>
                      </a:endParaRPr>
                    </a:p>
                  </a:txBody>
                  <a:tcPr marL="7620" marR="7620" marT="7620" marB="0" anchor="b">
                    <a:solidFill>
                      <a:schemeClr val="accent3">
                        <a:lumMod val="20000"/>
                        <a:lumOff val="80000"/>
                      </a:schemeClr>
                    </a:solidFill>
                  </a:tcPr>
                </a:tc>
                <a:extLst>
                  <a:ext uri="{0D108BD9-81ED-4DB2-BD59-A6C34878D82A}">
                    <a16:rowId xmlns:a16="http://schemas.microsoft.com/office/drawing/2014/main" val="2571831437"/>
                  </a:ext>
                </a:extLst>
              </a:tr>
              <a:tr h="170793">
                <a:tc>
                  <a:txBody>
                    <a:bodyPr/>
                    <a:lstStyle/>
                    <a:p>
                      <a:pPr algn="ctr" fontAlgn="b">
                        <a:buNone/>
                      </a:pPr>
                      <a:r>
                        <a:rPr lang="en-US" altLang="ja-JP" sz="1050" b="1" i="0" u="none" strike="noStrike" dirty="0">
                          <a:effectLst/>
                          <a:latin typeface="Meiryo UI" panose="020B0604030504040204" pitchFamily="50" charset="-128"/>
                          <a:ea typeface="Meiryo UI" panose="020B0604030504040204" pitchFamily="50" charset="-128"/>
                        </a:rPr>
                        <a:t>15</a:t>
                      </a:r>
                      <a:endParaRPr lang="ja-JP" altLang="en-US" sz="1050" b="1" i="0" u="none" strike="noStrike" dirty="0">
                        <a:effectLst/>
                        <a:latin typeface="Meiryo UI" panose="020B0604030504040204" pitchFamily="50" charset="-128"/>
                        <a:ea typeface="Meiryo UI" panose="020B0604030504040204" pitchFamily="50" charset="-128"/>
                      </a:endParaRPr>
                    </a:p>
                  </a:txBody>
                  <a:tcPr marL="7620" marR="7620" marT="7620" marB="0" anchor="b">
                    <a:solidFill>
                      <a:schemeClr val="accent3">
                        <a:lumMod val="20000"/>
                        <a:lumOff val="80000"/>
                      </a:schemeClr>
                    </a:solidFill>
                  </a:tcPr>
                </a:tc>
                <a:tc>
                  <a:txBody>
                    <a:bodyPr/>
                    <a:lstStyle/>
                    <a:p>
                      <a:pPr algn="ctr" fontAlgn="b">
                        <a:buNone/>
                      </a:pPr>
                      <a:r>
                        <a:rPr lang="ja-JP" altLang="en-US" sz="1050" u="none" strike="noStrike" dirty="0">
                          <a:effectLst/>
                          <a:latin typeface="Meiryo UI" panose="020B0604030504040204" pitchFamily="50" charset="-128"/>
                          <a:ea typeface="Meiryo UI" panose="020B0604030504040204" pitchFamily="50" charset="-128"/>
                        </a:rPr>
                        <a:t>　</a:t>
                      </a:r>
                      <a:endParaRPr lang="ja-JP" altLang="en-US" sz="1050" b="1" i="0" u="none" strike="noStrike" dirty="0">
                        <a:effectLst/>
                        <a:latin typeface="Meiryo UI" panose="020B0604030504040204" pitchFamily="50" charset="-128"/>
                        <a:ea typeface="Meiryo UI" panose="020B0604030504040204" pitchFamily="50" charset="-128"/>
                      </a:endParaRPr>
                    </a:p>
                  </a:txBody>
                  <a:tcPr marL="7620" marR="7620" marT="7620" marB="0" anchor="b">
                    <a:solidFill>
                      <a:schemeClr val="accent3">
                        <a:lumMod val="20000"/>
                        <a:lumOff val="80000"/>
                      </a:schemeClr>
                    </a:solidFill>
                  </a:tcPr>
                </a:tc>
                <a:tc>
                  <a:txBody>
                    <a:bodyPr/>
                    <a:lstStyle/>
                    <a:p>
                      <a:pPr algn="ctr" fontAlgn="b">
                        <a:buNone/>
                      </a:pPr>
                      <a:r>
                        <a:rPr lang="ja-JP" altLang="en-US" sz="1050" u="none" strike="noStrike" dirty="0">
                          <a:effectLst/>
                          <a:latin typeface="Meiryo UI" panose="020B0604030504040204" pitchFamily="50" charset="-128"/>
                          <a:ea typeface="Meiryo UI" panose="020B0604030504040204" pitchFamily="50" charset="-128"/>
                        </a:rPr>
                        <a:t>　</a:t>
                      </a:r>
                      <a:endParaRPr lang="ja-JP" altLang="en-US" sz="1050" b="1" i="0" u="none" strike="noStrike" dirty="0">
                        <a:effectLst/>
                        <a:latin typeface="Meiryo UI" panose="020B0604030504040204" pitchFamily="50" charset="-128"/>
                        <a:ea typeface="Meiryo UI" panose="020B0604030504040204" pitchFamily="50" charset="-128"/>
                      </a:endParaRPr>
                    </a:p>
                  </a:txBody>
                  <a:tcPr marL="7620" marR="7620" marT="7620" marB="0" anchor="b">
                    <a:solidFill>
                      <a:schemeClr val="accent3">
                        <a:lumMod val="20000"/>
                        <a:lumOff val="80000"/>
                      </a:schemeClr>
                    </a:solidFill>
                  </a:tcPr>
                </a:tc>
                <a:tc>
                  <a:txBody>
                    <a:bodyPr/>
                    <a:lstStyle/>
                    <a:p>
                      <a:pPr algn="ctr" fontAlgn="b">
                        <a:buNone/>
                      </a:pPr>
                      <a:r>
                        <a:rPr lang="ja-JP" altLang="en-US" sz="1050" u="none" strike="noStrike" dirty="0">
                          <a:effectLst/>
                          <a:latin typeface="Meiryo UI" panose="020B0604030504040204" pitchFamily="50" charset="-128"/>
                          <a:ea typeface="Meiryo UI" panose="020B0604030504040204" pitchFamily="50" charset="-128"/>
                        </a:rPr>
                        <a:t>　</a:t>
                      </a:r>
                      <a:endParaRPr lang="ja-JP" altLang="en-US" sz="1050" b="1" i="0" u="none" strike="noStrike" dirty="0">
                        <a:effectLst/>
                        <a:latin typeface="Meiryo UI" panose="020B0604030504040204" pitchFamily="50" charset="-128"/>
                        <a:ea typeface="Meiryo UI" panose="020B0604030504040204" pitchFamily="50" charset="-128"/>
                      </a:endParaRPr>
                    </a:p>
                  </a:txBody>
                  <a:tcPr marL="7620" marR="7620" marT="7620" marB="0" anchor="b">
                    <a:solidFill>
                      <a:schemeClr val="accent3">
                        <a:lumMod val="20000"/>
                        <a:lumOff val="80000"/>
                      </a:schemeClr>
                    </a:solidFill>
                  </a:tcPr>
                </a:tc>
                <a:extLst>
                  <a:ext uri="{0D108BD9-81ED-4DB2-BD59-A6C34878D82A}">
                    <a16:rowId xmlns:a16="http://schemas.microsoft.com/office/drawing/2014/main" val="2131987128"/>
                  </a:ext>
                </a:extLst>
              </a:tr>
            </a:tbl>
          </a:graphicData>
        </a:graphic>
      </p:graphicFrame>
      <p:graphicFrame>
        <p:nvGraphicFramePr>
          <p:cNvPr id="13" name="表 12">
            <a:extLst>
              <a:ext uri="{FF2B5EF4-FFF2-40B4-BE49-F238E27FC236}">
                <a16:creationId xmlns:a16="http://schemas.microsoft.com/office/drawing/2014/main" id="{AE43892E-2CF4-E9F0-2824-7203E881E08F}"/>
              </a:ext>
            </a:extLst>
          </p:cNvPr>
          <p:cNvGraphicFramePr>
            <a:graphicFrameLocks noGrp="1"/>
          </p:cNvGraphicFramePr>
          <p:nvPr>
            <p:extLst>
              <p:ext uri="{D42A27DB-BD31-4B8C-83A1-F6EECF244321}">
                <p14:modId xmlns:p14="http://schemas.microsoft.com/office/powerpoint/2010/main" val="733879575"/>
              </p:ext>
            </p:extLst>
          </p:nvPr>
        </p:nvGraphicFramePr>
        <p:xfrm>
          <a:off x="5366566" y="3079921"/>
          <a:ext cx="4679605" cy="490810"/>
        </p:xfrm>
        <a:graphic>
          <a:graphicData uri="http://schemas.openxmlformats.org/drawingml/2006/table">
            <a:tbl>
              <a:tblPr firstRow="1">
                <a:tableStyleId>{5C22544A-7EE6-4342-B048-85BDC9FD1C3A}</a:tableStyleId>
              </a:tblPr>
              <a:tblGrid>
                <a:gridCol w="866031">
                  <a:extLst>
                    <a:ext uri="{9D8B030D-6E8A-4147-A177-3AD203B41FA5}">
                      <a16:colId xmlns:a16="http://schemas.microsoft.com/office/drawing/2014/main" val="1255667630"/>
                    </a:ext>
                  </a:extLst>
                </a:gridCol>
                <a:gridCol w="1033159">
                  <a:extLst>
                    <a:ext uri="{9D8B030D-6E8A-4147-A177-3AD203B41FA5}">
                      <a16:colId xmlns:a16="http://schemas.microsoft.com/office/drawing/2014/main" val="838351586"/>
                    </a:ext>
                  </a:extLst>
                </a:gridCol>
                <a:gridCol w="987579">
                  <a:extLst>
                    <a:ext uri="{9D8B030D-6E8A-4147-A177-3AD203B41FA5}">
                      <a16:colId xmlns:a16="http://schemas.microsoft.com/office/drawing/2014/main" val="3182637151"/>
                    </a:ext>
                  </a:extLst>
                </a:gridCol>
                <a:gridCol w="987579">
                  <a:extLst>
                    <a:ext uri="{9D8B030D-6E8A-4147-A177-3AD203B41FA5}">
                      <a16:colId xmlns:a16="http://schemas.microsoft.com/office/drawing/2014/main" val="1019788112"/>
                    </a:ext>
                  </a:extLst>
                </a:gridCol>
                <a:gridCol w="805257">
                  <a:extLst>
                    <a:ext uri="{9D8B030D-6E8A-4147-A177-3AD203B41FA5}">
                      <a16:colId xmlns:a16="http://schemas.microsoft.com/office/drawing/2014/main" val="3427785552"/>
                    </a:ext>
                  </a:extLst>
                </a:gridCol>
              </a:tblGrid>
              <a:tr h="245405">
                <a:tc>
                  <a:txBody>
                    <a:bodyPr/>
                    <a:lstStyle/>
                    <a:p>
                      <a:pPr algn="ctr" fontAlgn="b">
                        <a:buNone/>
                      </a:pPr>
                      <a:r>
                        <a:rPr lang="ja-JP" altLang="en-US" sz="1050" u="none" strike="noStrike" dirty="0">
                          <a:effectLst/>
                          <a:latin typeface="Meiryo UI" panose="020B0604030504040204" pitchFamily="50" charset="-128"/>
                          <a:ea typeface="Meiryo UI" panose="020B0604030504040204" pitchFamily="50" charset="-128"/>
                        </a:rPr>
                        <a:t>免許証番号</a:t>
                      </a:r>
                      <a:endParaRPr lang="ja-JP" altLang="en-US" sz="1050" b="1" i="0" u="none" strike="noStrike" dirty="0">
                        <a:effectLst/>
                        <a:latin typeface="Meiryo UI" panose="020B0604030504040204" pitchFamily="50" charset="-128"/>
                        <a:ea typeface="Meiryo UI" panose="020B0604030504040204" pitchFamily="50" charset="-128"/>
                      </a:endParaRPr>
                    </a:p>
                  </a:txBody>
                  <a:tcPr marL="7620" marR="7620" marT="7620" marB="0" anchor="b"/>
                </a:tc>
                <a:tc>
                  <a:txBody>
                    <a:bodyPr/>
                    <a:lstStyle/>
                    <a:p>
                      <a:pPr algn="ctr" fontAlgn="b">
                        <a:buNone/>
                      </a:pPr>
                      <a:r>
                        <a:rPr lang="zh-TW" altLang="en-US" sz="1050" u="none" strike="noStrike" dirty="0">
                          <a:effectLst/>
                          <a:latin typeface="Meiryo UI" panose="020B0604030504040204" pitchFamily="50" charset="-128"/>
                          <a:ea typeface="Meiryo UI" panose="020B0604030504040204" pitchFamily="50" charset="-128"/>
                        </a:rPr>
                        <a:t>免許有効期限</a:t>
                      </a:r>
                      <a:endParaRPr lang="zh-TW" altLang="en-US" sz="1050" b="1" i="0" u="none" strike="noStrike" dirty="0">
                        <a:effectLst/>
                        <a:latin typeface="Meiryo UI" panose="020B0604030504040204" pitchFamily="50" charset="-128"/>
                        <a:ea typeface="Meiryo UI" panose="020B0604030504040204" pitchFamily="50" charset="-128"/>
                      </a:endParaRPr>
                    </a:p>
                  </a:txBody>
                  <a:tcPr marL="7620" marR="7620" marT="7620" marB="0" anchor="b"/>
                </a:tc>
                <a:tc>
                  <a:txBody>
                    <a:bodyPr/>
                    <a:lstStyle/>
                    <a:p>
                      <a:pPr algn="ctr" fontAlgn="b">
                        <a:buNone/>
                      </a:pPr>
                      <a:r>
                        <a:rPr lang="ja-JP" altLang="en-US" sz="1050" u="none" strike="noStrike">
                          <a:effectLst/>
                          <a:latin typeface="Meiryo UI" panose="020B0604030504040204" pitchFamily="50" charset="-128"/>
                          <a:ea typeface="Meiryo UI" panose="020B0604030504040204" pitchFamily="50" charset="-128"/>
                        </a:rPr>
                        <a:t>ライセンス番号</a:t>
                      </a:r>
                      <a:endParaRPr lang="ja-JP" altLang="en-US" sz="1050" b="1" i="0" u="none" strike="noStrike">
                        <a:effectLst/>
                        <a:latin typeface="Meiryo UI" panose="020B0604030504040204" pitchFamily="50" charset="-128"/>
                        <a:ea typeface="Meiryo UI" panose="020B0604030504040204" pitchFamily="50" charset="-128"/>
                      </a:endParaRPr>
                    </a:p>
                  </a:txBody>
                  <a:tcPr marL="7620" marR="7620" marT="7620" marB="0" anchor="b"/>
                </a:tc>
                <a:tc>
                  <a:txBody>
                    <a:bodyPr/>
                    <a:lstStyle/>
                    <a:p>
                      <a:pPr algn="ctr" fontAlgn="b">
                        <a:buNone/>
                      </a:pPr>
                      <a:r>
                        <a:rPr lang="ja-JP" altLang="en-US" sz="1050" u="none" strike="noStrike">
                          <a:effectLst/>
                          <a:latin typeface="Meiryo UI" panose="020B0604030504040204" pitchFamily="50" charset="-128"/>
                          <a:ea typeface="Meiryo UI" panose="020B0604030504040204" pitchFamily="50" charset="-128"/>
                        </a:rPr>
                        <a:t>ライセンス種別</a:t>
                      </a:r>
                      <a:endParaRPr lang="ja-JP" altLang="en-US" sz="1050" b="1" i="0" u="none" strike="noStrike">
                        <a:effectLst/>
                        <a:latin typeface="Meiryo UI" panose="020B0604030504040204" pitchFamily="50" charset="-128"/>
                        <a:ea typeface="Meiryo UI" panose="020B0604030504040204" pitchFamily="50" charset="-128"/>
                      </a:endParaRPr>
                    </a:p>
                  </a:txBody>
                  <a:tcPr marL="7620" marR="7620" marT="7620" marB="0" anchor="b"/>
                </a:tc>
                <a:tc>
                  <a:txBody>
                    <a:bodyPr/>
                    <a:lstStyle/>
                    <a:p>
                      <a:pPr algn="ctr" fontAlgn="b">
                        <a:buNone/>
                      </a:pPr>
                      <a:r>
                        <a:rPr lang="ja-JP" altLang="en-US" sz="1050" u="none" strike="noStrike">
                          <a:effectLst/>
                          <a:latin typeface="Meiryo UI" panose="020B0604030504040204" pitchFamily="50" charset="-128"/>
                          <a:ea typeface="Meiryo UI" panose="020B0604030504040204" pitchFamily="50" charset="-128"/>
                        </a:rPr>
                        <a:t>スポ安加入</a:t>
                      </a:r>
                      <a:endParaRPr lang="ja-JP" altLang="en-US" sz="1050" b="1" i="0" u="none" strike="noStrike">
                        <a:effectLst/>
                        <a:latin typeface="Meiryo UI" panose="020B0604030504040204" pitchFamily="50" charset="-128"/>
                        <a:ea typeface="Meiryo UI" panose="020B0604030504040204" pitchFamily="50" charset="-128"/>
                      </a:endParaRPr>
                    </a:p>
                  </a:txBody>
                  <a:tcPr marL="7620" marR="7620" marT="7620" marB="0" anchor="b"/>
                </a:tc>
                <a:extLst>
                  <a:ext uri="{0D108BD9-81ED-4DB2-BD59-A6C34878D82A}">
                    <a16:rowId xmlns:a16="http://schemas.microsoft.com/office/drawing/2014/main" val="4041907858"/>
                  </a:ext>
                </a:extLst>
              </a:tr>
              <a:tr h="245405">
                <a:tc>
                  <a:txBody>
                    <a:bodyPr/>
                    <a:lstStyle/>
                    <a:p>
                      <a:pPr algn="ctr" fontAlgn="b">
                        <a:buNone/>
                      </a:pPr>
                      <a:r>
                        <a:rPr lang="ja-JP" altLang="en-US" sz="1050" u="none" strike="noStrike">
                          <a:effectLst/>
                          <a:latin typeface="Meiryo UI" panose="020B0604030504040204" pitchFamily="50" charset="-128"/>
                          <a:ea typeface="Meiryo UI" panose="020B0604030504040204" pitchFamily="50" charset="-128"/>
                        </a:rPr>
                        <a:t>　</a:t>
                      </a:r>
                      <a:endParaRPr lang="ja-JP" altLang="en-US" sz="1050" b="1" i="0" u="none" strike="noStrike">
                        <a:effectLst/>
                        <a:latin typeface="Meiryo UI" panose="020B0604030504040204" pitchFamily="50" charset="-128"/>
                        <a:ea typeface="Meiryo UI" panose="020B0604030504040204" pitchFamily="50" charset="-128"/>
                      </a:endParaRPr>
                    </a:p>
                  </a:txBody>
                  <a:tcPr marL="7620" marR="7620" marT="7620" marB="0" anchor="b"/>
                </a:tc>
                <a:tc>
                  <a:txBody>
                    <a:bodyPr/>
                    <a:lstStyle/>
                    <a:p>
                      <a:pPr algn="ctr" fontAlgn="b">
                        <a:buNone/>
                      </a:pPr>
                      <a:r>
                        <a:rPr lang="ja-JP" altLang="en-US" sz="1050" u="none" strike="noStrike">
                          <a:effectLst/>
                          <a:latin typeface="Meiryo UI" panose="020B0604030504040204" pitchFamily="50" charset="-128"/>
                          <a:ea typeface="Meiryo UI" panose="020B0604030504040204" pitchFamily="50" charset="-128"/>
                        </a:rPr>
                        <a:t>　</a:t>
                      </a:r>
                      <a:endParaRPr lang="ja-JP" altLang="en-US" sz="1050" b="1" i="0" u="none" strike="noStrike">
                        <a:effectLst/>
                        <a:latin typeface="Meiryo UI" panose="020B0604030504040204" pitchFamily="50" charset="-128"/>
                        <a:ea typeface="Meiryo UI" panose="020B0604030504040204" pitchFamily="50" charset="-128"/>
                      </a:endParaRPr>
                    </a:p>
                  </a:txBody>
                  <a:tcPr marL="7620" marR="7620" marT="7620" marB="0" anchor="b"/>
                </a:tc>
                <a:tc>
                  <a:txBody>
                    <a:bodyPr/>
                    <a:lstStyle/>
                    <a:p>
                      <a:pPr algn="ctr" fontAlgn="b">
                        <a:buNone/>
                      </a:pPr>
                      <a:r>
                        <a:rPr lang="ja-JP" altLang="en-US" sz="1050" u="none" strike="noStrike" dirty="0">
                          <a:effectLst/>
                          <a:latin typeface="Meiryo UI" panose="020B0604030504040204" pitchFamily="50" charset="-128"/>
                          <a:ea typeface="Meiryo UI" panose="020B0604030504040204" pitchFamily="50" charset="-128"/>
                        </a:rPr>
                        <a:t>　</a:t>
                      </a:r>
                      <a:endParaRPr lang="ja-JP" altLang="en-US" sz="1050" b="1" i="0" u="none" strike="noStrike" dirty="0">
                        <a:effectLst/>
                        <a:latin typeface="Meiryo UI" panose="020B0604030504040204" pitchFamily="50" charset="-128"/>
                        <a:ea typeface="Meiryo UI" panose="020B0604030504040204" pitchFamily="50" charset="-128"/>
                      </a:endParaRPr>
                    </a:p>
                  </a:txBody>
                  <a:tcPr marL="7620" marR="7620" marT="7620" marB="0" anchor="b"/>
                </a:tc>
                <a:tc>
                  <a:txBody>
                    <a:bodyPr/>
                    <a:lstStyle/>
                    <a:p>
                      <a:pPr algn="ctr" fontAlgn="b">
                        <a:buNone/>
                      </a:pPr>
                      <a:r>
                        <a:rPr lang="ja-JP" altLang="en-US" sz="1050" u="none" strike="noStrike">
                          <a:effectLst/>
                          <a:latin typeface="Meiryo UI" panose="020B0604030504040204" pitchFamily="50" charset="-128"/>
                          <a:ea typeface="Meiryo UI" panose="020B0604030504040204" pitchFamily="50" charset="-128"/>
                        </a:rPr>
                        <a:t>　</a:t>
                      </a:r>
                      <a:endParaRPr lang="ja-JP" altLang="en-US" sz="1050" b="1" i="0" u="none" strike="noStrike">
                        <a:effectLst/>
                        <a:latin typeface="Meiryo UI" panose="020B0604030504040204" pitchFamily="50" charset="-128"/>
                        <a:ea typeface="Meiryo UI" panose="020B0604030504040204" pitchFamily="50" charset="-128"/>
                      </a:endParaRPr>
                    </a:p>
                  </a:txBody>
                  <a:tcPr marL="7620" marR="7620" marT="7620" marB="0" anchor="b"/>
                </a:tc>
                <a:tc>
                  <a:txBody>
                    <a:bodyPr/>
                    <a:lstStyle/>
                    <a:p>
                      <a:pPr algn="ctr" fontAlgn="b">
                        <a:buNone/>
                      </a:pPr>
                      <a:r>
                        <a:rPr lang="ja-JP" altLang="en-US" sz="1050" u="none" strike="noStrike" dirty="0">
                          <a:effectLst/>
                          <a:latin typeface="Meiryo UI" panose="020B0604030504040204" pitchFamily="50" charset="-128"/>
                          <a:ea typeface="Meiryo UI" panose="020B0604030504040204" pitchFamily="50" charset="-128"/>
                        </a:rPr>
                        <a:t>　</a:t>
                      </a:r>
                      <a:endParaRPr lang="ja-JP" altLang="en-US" sz="1050" b="1" i="0" u="none" strike="noStrike" dirty="0">
                        <a:effectLst/>
                        <a:latin typeface="Meiryo UI" panose="020B0604030504040204" pitchFamily="50" charset="-128"/>
                        <a:ea typeface="Meiryo UI" panose="020B0604030504040204" pitchFamily="50" charset="-128"/>
                      </a:endParaRPr>
                    </a:p>
                  </a:txBody>
                  <a:tcPr marL="7620" marR="7620" marT="7620" marB="0" anchor="b"/>
                </a:tc>
                <a:extLst>
                  <a:ext uri="{0D108BD9-81ED-4DB2-BD59-A6C34878D82A}">
                    <a16:rowId xmlns:a16="http://schemas.microsoft.com/office/drawing/2014/main" val="2284231042"/>
                  </a:ext>
                </a:extLst>
              </a:tr>
            </a:tbl>
          </a:graphicData>
        </a:graphic>
      </p:graphicFrame>
      <p:graphicFrame>
        <p:nvGraphicFramePr>
          <p:cNvPr id="15" name="表 14">
            <a:extLst>
              <a:ext uri="{FF2B5EF4-FFF2-40B4-BE49-F238E27FC236}">
                <a16:creationId xmlns:a16="http://schemas.microsoft.com/office/drawing/2014/main" id="{0EEC1C24-374E-3A39-D0BA-30895FA487C5}"/>
              </a:ext>
            </a:extLst>
          </p:cNvPr>
          <p:cNvGraphicFramePr>
            <a:graphicFrameLocks noGrp="1"/>
          </p:cNvGraphicFramePr>
          <p:nvPr>
            <p:extLst>
              <p:ext uri="{D42A27DB-BD31-4B8C-83A1-F6EECF244321}">
                <p14:modId xmlns:p14="http://schemas.microsoft.com/office/powerpoint/2010/main" val="3275097468"/>
              </p:ext>
            </p:extLst>
          </p:nvPr>
        </p:nvGraphicFramePr>
        <p:xfrm>
          <a:off x="5366566" y="3653509"/>
          <a:ext cx="4679603" cy="498185"/>
        </p:xfrm>
        <a:graphic>
          <a:graphicData uri="http://schemas.openxmlformats.org/drawingml/2006/table">
            <a:tbl>
              <a:tblPr firstRow="1">
                <a:tableStyleId>{5C22544A-7EE6-4342-B048-85BDC9FD1C3A}</a:tableStyleId>
              </a:tblPr>
              <a:tblGrid>
                <a:gridCol w="376520">
                  <a:extLst>
                    <a:ext uri="{9D8B030D-6E8A-4147-A177-3AD203B41FA5}">
                      <a16:colId xmlns:a16="http://schemas.microsoft.com/office/drawing/2014/main" val="1932318286"/>
                    </a:ext>
                  </a:extLst>
                </a:gridCol>
                <a:gridCol w="632015">
                  <a:extLst>
                    <a:ext uri="{9D8B030D-6E8A-4147-A177-3AD203B41FA5}">
                      <a16:colId xmlns:a16="http://schemas.microsoft.com/office/drawing/2014/main" val="4253100321"/>
                    </a:ext>
                  </a:extLst>
                </a:gridCol>
                <a:gridCol w="632015">
                  <a:extLst>
                    <a:ext uri="{9D8B030D-6E8A-4147-A177-3AD203B41FA5}">
                      <a16:colId xmlns:a16="http://schemas.microsoft.com/office/drawing/2014/main" val="246949876"/>
                    </a:ext>
                  </a:extLst>
                </a:gridCol>
                <a:gridCol w="1721234">
                  <a:extLst>
                    <a:ext uri="{9D8B030D-6E8A-4147-A177-3AD203B41FA5}">
                      <a16:colId xmlns:a16="http://schemas.microsoft.com/office/drawing/2014/main" val="2687389615"/>
                    </a:ext>
                  </a:extLst>
                </a:gridCol>
                <a:gridCol w="497544">
                  <a:extLst>
                    <a:ext uri="{9D8B030D-6E8A-4147-A177-3AD203B41FA5}">
                      <a16:colId xmlns:a16="http://schemas.microsoft.com/office/drawing/2014/main" val="3025164113"/>
                    </a:ext>
                  </a:extLst>
                </a:gridCol>
                <a:gridCol w="820275">
                  <a:extLst>
                    <a:ext uri="{9D8B030D-6E8A-4147-A177-3AD203B41FA5}">
                      <a16:colId xmlns:a16="http://schemas.microsoft.com/office/drawing/2014/main" val="3328790045"/>
                    </a:ext>
                  </a:extLst>
                </a:gridCol>
              </a:tblGrid>
              <a:tr h="268603">
                <a:tc>
                  <a:txBody>
                    <a:bodyPr/>
                    <a:lstStyle/>
                    <a:p>
                      <a:pPr algn="ctr" fontAlgn="b">
                        <a:buNone/>
                      </a:pPr>
                      <a:r>
                        <a:rPr lang="ja-JP" altLang="en-US" sz="1050" u="none" strike="noStrike">
                          <a:effectLst/>
                          <a:latin typeface="Meiryo UI" panose="020B0604030504040204" pitchFamily="50" charset="-128"/>
                          <a:ea typeface="Meiryo UI" panose="020B0604030504040204" pitchFamily="50" charset="-128"/>
                        </a:rPr>
                        <a:t>性別</a:t>
                      </a:r>
                      <a:endParaRPr lang="ja-JP" altLang="en-US" sz="1050" b="1" i="0" u="none" strike="noStrike">
                        <a:effectLst/>
                        <a:latin typeface="Meiryo UI" panose="020B0604030504040204" pitchFamily="50" charset="-128"/>
                        <a:ea typeface="Meiryo UI" panose="020B0604030504040204" pitchFamily="50" charset="-128"/>
                      </a:endParaRPr>
                    </a:p>
                  </a:txBody>
                  <a:tcPr marL="7620" marR="7620" marT="7620" marB="0" anchor="b"/>
                </a:tc>
                <a:tc>
                  <a:txBody>
                    <a:bodyPr/>
                    <a:lstStyle/>
                    <a:p>
                      <a:pPr algn="ctr" fontAlgn="b">
                        <a:buNone/>
                      </a:pPr>
                      <a:r>
                        <a:rPr lang="ja-JP" altLang="en-US" sz="1050" u="none" strike="noStrike">
                          <a:effectLst/>
                          <a:latin typeface="Meiryo UI" panose="020B0604030504040204" pitchFamily="50" charset="-128"/>
                          <a:ea typeface="Meiryo UI" panose="020B0604030504040204" pitchFamily="50" charset="-128"/>
                        </a:rPr>
                        <a:t>生年月日</a:t>
                      </a:r>
                      <a:endParaRPr lang="ja-JP" altLang="en-US" sz="1050" b="1" i="0" u="none" strike="noStrike">
                        <a:effectLst/>
                        <a:latin typeface="Meiryo UI" panose="020B0604030504040204" pitchFamily="50" charset="-128"/>
                        <a:ea typeface="Meiryo UI" panose="020B0604030504040204" pitchFamily="50" charset="-128"/>
                      </a:endParaRPr>
                    </a:p>
                  </a:txBody>
                  <a:tcPr marL="7620" marR="7620" marT="7620" marB="0" anchor="b"/>
                </a:tc>
                <a:tc>
                  <a:txBody>
                    <a:bodyPr/>
                    <a:lstStyle/>
                    <a:p>
                      <a:pPr algn="ctr" fontAlgn="b">
                        <a:buNone/>
                      </a:pPr>
                      <a:r>
                        <a:rPr lang="ja-JP" altLang="en-US" sz="1050" u="none" strike="noStrike">
                          <a:effectLst/>
                          <a:latin typeface="Meiryo UI" panose="020B0604030504040204" pitchFamily="50" charset="-128"/>
                          <a:ea typeface="Meiryo UI" panose="020B0604030504040204" pitchFamily="50" charset="-128"/>
                        </a:rPr>
                        <a:t>郵便番号</a:t>
                      </a:r>
                      <a:endParaRPr lang="ja-JP" altLang="en-US" sz="1050" b="1" i="0" u="none" strike="noStrike">
                        <a:effectLst/>
                        <a:latin typeface="Meiryo UI" panose="020B0604030504040204" pitchFamily="50" charset="-128"/>
                        <a:ea typeface="Meiryo UI" panose="020B0604030504040204" pitchFamily="50" charset="-128"/>
                      </a:endParaRPr>
                    </a:p>
                  </a:txBody>
                  <a:tcPr marL="7620" marR="7620" marT="7620" marB="0" anchor="b"/>
                </a:tc>
                <a:tc>
                  <a:txBody>
                    <a:bodyPr/>
                    <a:lstStyle/>
                    <a:p>
                      <a:pPr algn="ctr" fontAlgn="b">
                        <a:buNone/>
                      </a:pPr>
                      <a:r>
                        <a:rPr lang="ja-JP" altLang="en-US" sz="1050" u="none" strike="noStrike" dirty="0">
                          <a:effectLst/>
                          <a:latin typeface="Meiryo UI" panose="020B0604030504040204" pitchFamily="50" charset="-128"/>
                          <a:ea typeface="Meiryo UI" panose="020B0604030504040204" pitchFamily="50" charset="-128"/>
                        </a:rPr>
                        <a:t>住所</a:t>
                      </a:r>
                      <a:endParaRPr lang="ja-JP" altLang="en-US" sz="1050" b="1" i="0" u="none" strike="noStrike" dirty="0">
                        <a:effectLst/>
                        <a:latin typeface="Meiryo UI" panose="020B0604030504040204" pitchFamily="50" charset="-128"/>
                        <a:ea typeface="Meiryo UI" panose="020B0604030504040204" pitchFamily="50" charset="-128"/>
                      </a:endParaRPr>
                    </a:p>
                  </a:txBody>
                  <a:tcPr marL="7620" marR="7620" marT="7620" marB="0" anchor="b"/>
                </a:tc>
                <a:tc>
                  <a:txBody>
                    <a:bodyPr/>
                    <a:lstStyle/>
                    <a:p>
                      <a:pPr algn="ctr" fontAlgn="b">
                        <a:buNone/>
                      </a:pPr>
                      <a:r>
                        <a:rPr lang="ja-JP" altLang="en-US" sz="1050" u="none" strike="noStrike">
                          <a:effectLst/>
                          <a:latin typeface="Meiryo UI" panose="020B0604030504040204" pitchFamily="50" charset="-128"/>
                          <a:ea typeface="Meiryo UI" panose="020B0604030504040204" pitchFamily="50" charset="-128"/>
                        </a:rPr>
                        <a:t>連絡先</a:t>
                      </a:r>
                      <a:endParaRPr lang="ja-JP" altLang="en-US" sz="1050" b="1" i="0" u="none" strike="noStrike">
                        <a:effectLst/>
                        <a:latin typeface="Meiryo UI" panose="020B0604030504040204" pitchFamily="50" charset="-128"/>
                        <a:ea typeface="Meiryo UI" panose="020B0604030504040204" pitchFamily="50" charset="-128"/>
                      </a:endParaRPr>
                    </a:p>
                  </a:txBody>
                  <a:tcPr marL="7620" marR="7620" marT="7620" marB="0" anchor="b"/>
                </a:tc>
                <a:tc>
                  <a:txBody>
                    <a:bodyPr/>
                    <a:lstStyle/>
                    <a:p>
                      <a:pPr algn="ctr" fontAlgn="b">
                        <a:buNone/>
                      </a:pPr>
                      <a:r>
                        <a:rPr lang="ja-JP" altLang="en-US" sz="1050" u="none" strike="noStrike">
                          <a:effectLst/>
                          <a:latin typeface="Meiryo UI" panose="020B0604030504040204" pitchFamily="50" charset="-128"/>
                          <a:ea typeface="Meiryo UI" panose="020B0604030504040204" pitchFamily="50" charset="-128"/>
                        </a:rPr>
                        <a:t>メールアドレス</a:t>
                      </a:r>
                      <a:endParaRPr lang="ja-JP" altLang="en-US" sz="1050" b="1" i="0" u="none" strike="noStrike">
                        <a:effectLst/>
                        <a:latin typeface="Meiryo UI" panose="020B0604030504040204" pitchFamily="50" charset="-128"/>
                        <a:ea typeface="Meiryo UI" panose="020B0604030504040204" pitchFamily="50" charset="-128"/>
                      </a:endParaRPr>
                    </a:p>
                  </a:txBody>
                  <a:tcPr marL="7620" marR="7620" marT="7620" marB="0" anchor="b"/>
                </a:tc>
                <a:extLst>
                  <a:ext uri="{0D108BD9-81ED-4DB2-BD59-A6C34878D82A}">
                    <a16:rowId xmlns:a16="http://schemas.microsoft.com/office/drawing/2014/main" val="1930057082"/>
                  </a:ext>
                </a:extLst>
              </a:tr>
              <a:tr h="229582">
                <a:tc>
                  <a:txBody>
                    <a:bodyPr/>
                    <a:lstStyle/>
                    <a:p>
                      <a:pPr algn="ctr" fontAlgn="b">
                        <a:buNone/>
                      </a:pPr>
                      <a:r>
                        <a:rPr lang="ja-JP" altLang="en-US" sz="1050" u="none" strike="noStrike">
                          <a:effectLst/>
                          <a:latin typeface="Meiryo UI" panose="020B0604030504040204" pitchFamily="50" charset="-128"/>
                          <a:ea typeface="Meiryo UI" panose="020B0604030504040204" pitchFamily="50" charset="-128"/>
                        </a:rPr>
                        <a:t>　</a:t>
                      </a:r>
                      <a:endParaRPr lang="ja-JP" altLang="en-US" sz="1050" b="1" i="0" u="none" strike="noStrike">
                        <a:effectLst/>
                        <a:latin typeface="Meiryo UI" panose="020B0604030504040204" pitchFamily="50" charset="-128"/>
                        <a:ea typeface="Meiryo UI" panose="020B0604030504040204" pitchFamily="50" charset="-128"/>
                      </a:endParaRPr>
                    </a:p>
                  </a:txBody>
                  <a:tcPr marL="7620" marR="7620" marT="7620" marB="0" anchor="b"/>
                </a:tc>
                <a:tc>
                  <a:txBody>
                    <a:bodyPr/>
                    <a:lstStyle/>
                    <a:p>
                      <a:pPr algn="ctr" fontAlgn="b">
                        <a:buNone/>
                      </a:pPr>
                      <a:r>
                        <a:rPr lang="ja-JP" altLang="en-US" sz="1050" u="none" strike="noStrike">
                          <a:effectLst/>
                          <a:latin typeface="Meiryo UI" panose="020B0604030504040204" pitchFamily="50" charset="-128"/>
                          <a:ea typeface="Meiryo UI" panose="020B0604030504040204" pitchFamily="50" charset="-128"/>
                        </a:rPr>
                        <a:t>　</a:t>
                      </a:r>
                      <a:endParaRPr lang="ja-JP" altLang="en-US" sz="1050" b="1" i="0" u="none" strike="noStrike">
                        <a:effectLst/>
                        <a:latin typeface="Meiryo UI" panose="020B0604030504040204" pitchFamily="50" charset="-128"/>
                        <a:ea typeface="Meiryo UI" panose="020B0604030504040204" pitchFamily="50" charset="-128"/>
                      </a:endParaRPr>
                    </a:p>
                  </a:txBody>
                  <a:tcPr marL="7620" marR="7620" marT="7620" marB="0" anchor="b"/>
                </a:tc>
                <a:tc>
                  <a:txBody>
                    <a:bodyPr/>
                    <a:lstStyle/>
                    <a:p>
                      <a:pPr algn="ctr" fontAlgn="b">
                        <a:buNone/>
                      </a:pPr>
                      <a:r>
                        <a:rPr lang="ja-JP" altLang="en-US" sz="1050" u="none" strike="noStrike">
                          <a:effectLst/>
                          <a:latin typeface="Meiryo UI" panose="020B0604030504040204" pitchFamily="50" charset="-128"/>
                          <a:ea typeface="Meiryo UI" panose="020B0604030504040204" pitchFamily="50" charset="-128"/>
                        </a:rPr>
                        <a:t>　</a:t>
                      </a:r>
                      <a:endParaRPr lang="ja-JP" altLang="en-US" sz="1050" b="1" i="0" u="none" strike="noStrike">
                        <a:effectLst/>
                        <a:latin typeface="Meiryo UI" panose="020B0604030504040204" pitchFamily="50" charset="-128"/>
                        <a:ea typeface="Meiryo UI" panose="020B0604030504040204" pitchFamily="50" charset="-128"/>
                      </a:endParaRPr>
                    </a:p>
                  </a:txBody>
                  <a:tcPr marL="7620" marR="7620" marT="7620" marB="0" anchor="b"/>
                </a:tc>
                <a:tc>
                  <a:txBody>
                    <a:bodyPr/>
                    <a:lstStyle/>
                    <a:p>
                      <a:pPr algn="ctr" fontAlgn="b">
                        <a:buNone/>
                      </a:pPr>
                      <a:r>
                        <a:rPr lang="ja-JP" altLang="en-US" sz="1050" u="none" strike="noStrike" dirty="0">
                          <a:effectLst/>
                          <a:latin typeface="Meiryo UI" panose="020B0604030504040204" pitchFamily="50" charset="-128"/>
                          <a:ea typeface="Meiryo UI" panose="020B0604030504040204" pitchFamily="50" charset="-128"/>
                        </a:rPr>
                        <a:t>　</a:t>
                      </a:r>
                      <a:endParaRPr lang="ja-JP" altLang="en-US" sz="1050" b="1" i="0" u="none" strike="noStrike" dirty="0">
                        <a:effectLst/>
                        <a:latin typeface="Meiryo UI" panose="020B0604030504040204" pitchFamily="50" charset="-128"/>
                        <a:ea typeface="Meiryo UI" panose="020B0604030504040204" pitchFamily="50" charset="-128"/>
                      </a:endParaRPr>
                    </a:p>
                  </a:txBody>
                  <a:tcPr marL="7620" marR="7620" marT="7620" marB="0" anchor="b"/>
                </a:tc>
                <a:tc>
                  <a:txBody>
                    <a:bodyPr/>
                    <a:lstStyle/>
                    <a:p>
                      <a:pPr algn="ctr" fontAlgn="b">
                        <a:buNone/>
                      </a:pPr>
                      <a:r>
                        <a:rPr lang="ja-JP" altLang="en-US" sz="1050" u="none" strike="noStrike">
                          <a:effectLst/>
                          <a:latin typeface="Meiryo UI" panose="020B0604030504040204" pitchFamily="50" charset="-128"/>
                          <a:ea typeface="Meiryo UI" panose="020B0604030504040204" pitchFamily="50" charset="-128"/>
                        </a:rPr>
                        <a:t>　</a:t>
                      </a:r>
                      <a:endParaRPr lang="ja-JP" altLang="en-US" sz="1050" b="1" i="0" u="none" strike="noStrike">
                        <a:effectLst/>
                        <a:latin typeface="Meiryo UI" panose="020B0604030504040204" pitchFamily="50" charset="-128"/>
                        <a:ea typeface="Meiryo UI" panose="020B0604030504040204" pitchFamily="50" charset="-128"/>
                      </a:endParaRPr>
                    </a:p>
                  </a:txBody>
                  <a:tcPr marL="7620" marR="7620" marT="7620" marB="0" anchor="b"/>
                </a:tc>
                <a:tc>
                  <a:txBody>
                    <a:bodyPr/>
                    <a:lstStyle/>
                    <a:p>
                      <a:pPr algn="ctr" fontAlgn="b">
                        <a:buNone/>
                      </a:pPr>
                      <a:r>
                        <a:rPr lang="ja-JP" altLang="en-US" sz="1050" u="none" strike="noStrike" dirty="0">
                          <a:effectLst/>
                          <a:latin typeface="Meiryo UI" panose="020B0604030504040204" pitchFamily="50" charset="-128"/>
                          <a:ea typeface="Meiryo UI" panose="020B0604030504040204" pitchFamily="50" charset="-128"/>
                        </a:rPr>
                        <a:t>　</a:t>
                      </a:r>
                      <a:endParaRPr lang="ja-JP" altLang="en-US" sz="1050" b="1" i="0" u="none" strike="noStrike" dirty="0">
                        <a:effectLst/>
                        <a:latin typeface="Meiryo UI" panose="020B0604030504040204" pitchFamily="50" charset="-128"/>
                        <a:ea typeface="Meiryo UI" panose="020B0604030504040204" pitchFamily="50" charset="-128"/>
                      </a:endParaRPr>
                    </a:p>
                  </a:txBody>
                  <a:tcPr marL="7620" marR="7620" marT="7620" marB="0" anchor="b"/>
                </a:tc>
                <a:extLst>
                  <a:ext uri="{0D108BD9-81ED-4DB2-BD59-A6C34878D82A}">
                    <a16:rowId xmlns:a16="http://schemas.microsoft.com/office/drawing/2014/main" val="1716818613"/>
                  </a:ext>
                </a:extLst>
              </a:tr>
            </a:tbl>
          </a:graphicData>
        </a:graphic>
      </p:graphicFrame>
      <p:sp>
        <p:nvSpPr>
          <p:cNvPr id="16" name="正方形/長方形 15">
            <a:extLst>
              <a:ext uri="{FF2B5EF4-FFF2-40B4-BE49-F238E27FC236}">
                <a16:creationId xmlns:a16="http://schemas.microsoft.com/office/drawing/2014/main" id="{CF7FC220-FA1A-D936-9B60-E9C6B2E6D3C4}"/>
              </a:ext>
            </a:extLst>
          </p:cNvPr>
          <p:cNvSpPr/>
          <p:nvPr/>
        </p:nvSpPr>
        <p:spPr>
          <a:xfrm>
            <a:off x="5145082" y="2581870"/>
            <a:ext cx="3610137" cy="440574"/>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ja-JP" altLang="en-US" sz="1600" b="1" u="sng" dirty="0">
                <a:solidFill>
                  <a:schemeClr val="tx1"/>
                </a:solidFill>
                <a:latin typeface="BIZ UDPゴシック" panose="020B0400000000000000" pitchFamily="50" charset="-128"/>
                <a:ea typeface="BIZ UDPゴシック" panose="020B0400000000000000" pitchFamily="50" charset="-128"/>
              </a:rPr>
              <a:t>・選択したクラブ員の情報表示</a:t>
            </a:r>
            <a:endParaRPr kumimoji="1" lang="ja-JP" altLang="en-US" sz="1600" b="1" u="sng" dirty="0">
              <a:solidFill>
                <a:schemeClr val="tx1"/>
              </a:solidFill>
              <a:latin typeface="BIZ UDPゴシック" panose="020B0400000000000000" pitchFamily="50" charset="-128"/>
              <a:ea typeface="BIZ UDPゴシック" panose="020B0400000000000000" pitchFamily="50" charset="-128"/>
            </a:endParaRPr>
          </a:p>
        </p:txBody>
      </p:sp>
      <p:sp>
        <p:nvSpPr>
          <p:cNvPr id="23" name="吹き出し: 四角形 22">
            <a:extLst>
              <a:ext uri="{FF2B5EF4-FFF2-40B4-BE49-F238E27FC236}">
                <a16:creationId xmlns:a16="http://schemas.microsoft.com/office/drawing/2014/main" id="{627F8D7D-C957-F77C-AF42-ADAC6BC5E4A4}"/>
              </a:ext>
            </a:extLst>
          </p:cNvPr>
          <p:cNvSpPr/>
          <p:nvPr/>
        </p:nvSpPr>
        <p:spPr>
          <a:xfrm>
            <a:off x="4609149" y="1400668"/>
            <a:ext cx="3463060" cy="1055138"/>
          </a:xfrm>
          <a:prstGeom prst="wedgeRectCallout">
            <a:avLst>
              <a:gd name="adj1" fmla="val -35086"/>
              <a:gd name="adj2" fmla="val 70552"/>
            </a:avLst>
          </a:prstGeom>
          <a:solidFill>
            <a:schemeClr val="bg1"/>
          </a:solidFill>
          <a:ln w="19050"/>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dirty="0">
                <a:solidFill>
                  <a:schemeClr val="tx1"/>
                </a:solidFill>
                <a:latin typeface="Meiryo UI" panose="020B0604030504040204" pitchFamily="50" charset="-128"/>
                <a:ea typeface="Meiryo UI" panose="020B0604030504040204" pitchFamily="50" charset="-128"/>
              </a:rPr>
              <a:t>■イベント開催時の情報ページ</a:t>
            </a:r>
            <a:endParaRPr kumimoji="1" lang="en-US" altLang="ja-JP" dirty="0">
              <a:solidFill>
                <a:schemeClr val="tx1"/>
              </a:solidFill>
              <a:latin typeface="Meiryo UI" panose="020B0604030504040204" pitchFamily="50" charset="-128"/>
              <a:ea typeface="Meiryo UI" panose="020B0604030504040204" pitchFamily="50" charset="-128"/>
            </a:endParaRPr>
          </a:p>
          <a:p>
            <a:pPr algn="ctr"/>
            <a:r>
              <a:rPr lang="ja-JP" altLang="en-US" dirty="0">
                <a:solidFill>
                  <a:schemeClr val="tx1"/>
                </a:solidFill>
                <a:latin typeface="Meiryo UI" panose="020B0604030504040204" pitchFamily="50" charset="-128"/>
                <a:ea typeface="Meiryo UI" panose="020B0604030504040204" pitchFamily="50" charset="-128"/>
              </a:rPr>
              <a:t>（オートテスト、練習会等が対象）</a:t>
            </a:r>
            <a:endParaRPr lang="en-US" altLang="ja-JP" dirty="0">
              <a:solidFill>
                <a:schemeClr val="tx1"/>
              </a:solidFill>
              <a:latin typeface="Meiryo UI" panose="020B0604030504040204" pitchFamily="50" charset="-128"/>
              <a:ea typeface="Meiryo UI" panose="020B0604030504040204" pitchFamily="50" charset="-128"/>
            </a:endParaRPr>
          </a:p>
          <a:p>
            <a:pPr algn="ctr"/>
            <a:r>
              <a:rPr lang="ja-JP" altLang="en-US" dirty="0">
                <a:solidFill>
                  <a:schemeClr val="tx1"/>
                </a:solidFill>
                <a:latin typeface="Meiryo UI" panose="020B0604030504040204" pitchFamily="50" charset="-128"/>
                <a:ea typeface="Meiryo UI" panose="020B0604030504040204" pitchFamily="50" charset="-128"/>
              </a:rPr>
              <a:t>ワンデイ会員登録を行った人を表示</a:t>
            </a:r>
            <a:endParaRPr lang="en-US" altLang="ja-JP" dirty="0">
              <a:solidFill>
                <a:schemeClr val="tx1"/>
              </a:solidFill>
              <a:latin typeface="Meiryo UI" panose="020B0604030504040204" pitchFamily="50" charset="-128"/>
              <a:ea typeface="Meiryo UI" panose="020B0604030504040204" pitchFamily="50" charset="-128"/>
            </a:endParaRPr>
          </a:p>
        </p:txBody>
      </p:sp>
      <p:sp>
        <p:nvSpPr>
          <p:cNvPr id="5" name="正方形/長方形 4">
            <a:extLst>
              <a:ext uri="{FF2B5EF4-FFF2-40B4-BE49-F238E27FC236}">
                <a16:creationId xmlns:a16="http://schemas.microsoft.com/office/drawing/2014/main" id="{CAAA8552-20EF-2246-BF21-F0C94C88AD07}"/>
              </a:ext>
            </a:extLst>
          </p:cNvPr>
          <p:cNvSpPr/>
          <p:nvPr/>
        </p:nvSpPr>
        <p:spPr>
          <a:xfrm>
            <a:off x="5145082" y="4461486"/>
            <a:ext cx="3610137" cy="440574"/>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ja-JP" altLang="en-US" sz="1600" b="1" u="sng" dirty="0">
                <a:solidFill>
                  <a:schemeClr val="tx1"/>
                </a:solidFill>
                <a:latin typeface="BIZ UDPゴシック" panose="020B0400000000000000" pitchFamily="50" charset="-128"/>
                <a:ea typeface="BIZ UDPゴシック" panose="020B0400000000000000" pitchFamily="50" charset="-128"/>
              </a:rPr>
              <a:t>・イベントの詳細（リンク等）はこちら</a:t>
            </a:r>
            <a:endParaRPr kumimoji="1" lang="ja-JP" altLang="en-US" sz="1600" b="1" u="sng" dirty="0">
              <a:solidFill>
                <a:schemeClr val="tx1"/>
              </a:solidFill>
              <a:latin typeface="BIZ UDPゴシック" panose="020B0400000000000000" pitchFamily="50" charset="-128"/>
              <a:ea typeface="BIZ UDPゴシック" panose="020B0400000000000000" pitchFamily="50" charset="-128"/>
            </a:endParaRPr>
          </a:p>
        </p:txBody>
      </p:sp>
      <p:sp>
        <p:nvSpPr>
          <p:cNvPr id="9" name="テキスト ボックス 8">
            <a:extLst>
              <a:ext uri="{FF2B5EF4-FFF2-40B4-BE49-F238E27FC236}">
                <a16:creationId xmlns:a16="http://schemas.microsoft.com/office/drawing/2014/main" id="{69563ECC-A898-A19A-6901-9A895A92232D}"/>
              </a:ext>
            </a:extLst>
          </p:cNvPr>
          <p:cNvSpPr txBox="1"/>
          <p:nvPr/>
        </p:nvSpPr>
        <p:spPr>
          <a:xfrm>
            <a:off x="9336603" y="258234"/>
            <a:ext cx="2855397" cy="369332"/>
          </a:xfrm>
          <a:prstGeom prst="rect">
            <a:avLst/>
          </a:prstGeom>
          <a:noFill/>
        </p:spPr>
        <p:txBody>
          <a:bodyPr wrap="square" rtlCol="0">
            <a:spAutoFit/>
          </a:bodyPr>
          <a:lstStyle/>
          <a:p>
            <a:r>
              <a:rPr lang="en-US" altLang="ja-JP" dirty="0">
                <a:solidFill>
                  <a:srgbClr val="FF0000"/>
                </a:solidFill>
                <a:latin typeface="Meiryo UI" panose="020B0604030504040204" pitchFamily="50" charset="-128"/>
                <a:ea typeface="Meiryo UI" panose="020B0604030504040204" pitchFamily="50" charset="-128"/>
              </a:rPr>
              <a:t>26</a:t>
            </a:r>
            <a:r>
              <a:rPr lang="ja-JP" altLang="en-US" dirty="0">
                <a:solidFill>
                  <a:srgbClr val="FF0000"/>
                </a:solidFill>
                <a:latin typeface="Meiryo UI" panose="020B0604030504040204" pitchFamily="50" charset="-128"/>
                <a:ea typeface="Meiryo UI" panose="020B0604030504040204" pitchFamily="50" charset="-128"/>
              </a:rPr>
              <a:t>年</a:t>
            </a:r>
            <a:r>
              <a:rPr lang="en-US" altLang="ja-JP" dirty="0">
                <a:solidFill>
                  <a:srgbClr val="FF0000"/>
                </a:solidFill>
                <a:latin typeface="Meiryo UI" panose="020B0604030504040204" pitchFamily="50" charset="-128"/>
                <a:ea typeface="Meiryo UI" panose="020B0604030504040204" pitchFamily="50" charset="-128"/>
              </a:rPr>
              <a:t>9</a:t>
            </a:r>
            <a:r>
              <a:rPr lang="ja-JP" altLang="en-US" dirty="0">
                <a:solidFill>
                  <a:srgbClr val="FF0000"/>
                </a:solidFill>
                <a:latin typeface="Meiryo UI" panose="020B0604030504040204" pitchFamily="50" charset="-128"/>
                <a:ea typeface="Meiryo UI" panose="020B0604030504040204" pitchFamily="50" charset="-128"/>
              </a:rPr>
              <a:t>月</a:t>
            </a:r>
            <a:r>
              <a:rPr lang="en-US" altLang="ja-JP" dirty="0">
                <a:solidFill>
                  <a:srgbClr val="FF0000"/>
                </a:solidFill>
                <a:latin typeface="Meiryo UI" panose="020B0604030504040204" pitchFamily="50" charset="-128"/>
                <a:ea typeface="Meiryo UI" panose="020B0604030504040204" pitchFamily="50" charset="-128"/>
              </a:rPr>
              <a:t>28</a:t>
            </a:r>
            <a:r>
              <a:rPr lang="ja-JP" altLang="en-US" dirty="0">
                <a:solidFill>
                  <a:srgbClr val="FF0000"/>
                </a:solidFill>
                <a:latin typeface="Meiryo UI" panose="020B0604030504040204" pitchFamily="50" charset="-128"/>
                <a:ea typeface="Meiryo UI" panose="020B0604030504040204" pitchFamily="50" charset="-128"/>
              </a:rPr>
              <a:t>日　ページ追加</a:t>
            </a:r>
            <a:endParaRPr lang="en-US" altLang="ja-JP" dirty="0">
              <a:solidFill>
                <a:srgbClr val="FF0000"/>
              </a:solidFill>
              <a:latin typeface="Meiryo UI" panose="020B0604030504040204" pitchFamily="50" charset="-128"/>
              <a:ea typeface="Meiryo UI" panose="020B0604030504040204" pitchFamily="50" charset="-128"/>
            </a:endParaRPr>
          </a:p>
        </p:txBody>
      </p:sp>
    </p:spTree>
    <p:extLst>
      <p:ext uri="{BB962C8B-B14F-4D97-AF65-F5344CB8AC3E}">
        <p14:creationId xmlns:p14="http://schemas.microsoft.com/office/powerpoint/2010/main" val="3669950674"/>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テキスト ボックス 1">
            <a:extLst>
              <a:ext uri="{FF2B5EF4-FFF2-40B4-BE49-F238E27FC236}">
                <a16:creationId xmlns:a16="http://schemas.microsoft.com/office/drawing/2014/main" id="{7F5933E5-FC4B-FA09-5533-58AED8994B93}"/>
              </a:ext>
            </a:extLst>
          </p:cNvPr>
          <p:cNvSpPr txBox="1"/>
          <p:nvPr/>
        </p:nvSpPr>
        <p:spPr>
          <a:xfrm>
            <a:off x="224291" y="0"/>
            <a:ext cx="11488497" cy="646331"/>
          </a:xfrm>
          <a:prstGeom prst="rect">
            <a:avLst/>
          </a:prstGeom>
          <a:noFill/>
        </p:spPr>
        <p:txBody>
          <a:bodyPr wrap="square" rtlCol="0">
            <a:spAutoFit/>
          </a:bodyPr>
          <a:lstStyle/>
          <a:p>
            <a:r>
              <a:rPr lang="ja-JP" altLang="en-US" sz="3600" dirty="0">
                <a:latin typeface="Meiryo UI" panose="020B0604030504040204" pitchFamily="50" charset="-128"/>
                <a:ea typeface="Meiryo UI" panose="020B0604030504040204" pitchFamily="50" charset="-128"/>
              </a:rPr>
              <a:t>２．</a:t>
            </a:r>
            <a:r>
              <a:rPr lang="en-US" altLang="ja-JP" sz="3600" dirty="0">
                <a:latin typeface="Meiryo UI" panose="020B0604030504040204" pitchFamily="50" charset="-128"/>
                <a:ea typeface="Meiryo UI" panose="020B0604030504040204" pitchFamily="50" charset="-128"/>
              </a:rPr>
              <a:t>JMRC</a:t>
            </a:r>
            <a:r>
              <a:rPr lang="ja-JP" altLang="en-US" sz="3600" dirty="0">
                <a:latin typeface="Meiryo UI" panose="020B0604030504040204" pitchFamily="50" charset="-128"/>
                <a:ea typeface="Meiryo UI" panose="020B0604030504040204" pitchFamily="50" charset="-128"/>
              </a:rPr>
              <a:t>近畿事務局ポータル案</a:t>
            </a:r>
            <a:endParaRPr kumimoji="1" lang="ja-JP" altLang="en-US" sz="3600" dirty="0">
              <a:latin typeface="Meiryo UI" panose="020B0604030504040204" pitchFamily="50" charset="-128"/>
              <a:ea typeface="Meiryo UI" panose="020B0604030504040204" pitchFamily="50" charset="-128"/>
            </a:endParaRPr>
          </a:p>
        </p:txBody>
      </p:sp>
      <p:sp>
        <p:nvSpPr>
          <p:cNvPr id="3" name="正方形/長方形 2">
            <a:extLst>
              <a:ext uri="{FF2B5EF4-FFF2-40B4-BE49-F238E27FC236}">
                <a16:creationId xmlns:a16="http://schemas.microsoft.com/office/drawing/2014/main" id="{C1512CD2-7A00-A114-F0CE-02A618D36270}"/>
              </a:ext>
            </a:extLst>
          </p:cNvPr>
          <p:cNvSpPr/>
          <p:nvPr/>
        </p:nvSpPr>
        <p:spPr>
          <a:xfrm>
            <a:off x="390545" y="845491"/>
            <a:ext cx="6500705" cy="440574"/>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ja-JP" altLang="en-US" sz="2000" b="1" u="sng" dirty="0">
                <a:solidFill>
                  <a:schemeClr val="tx1"/>
                </a:solidFill>
                <a:latin typeface="BIZ UDPゴシック" panose="020B0400000000000000" pitchFamily="50" charset="-128"/>
                <a:ea typeface="BIZ UDPゴシック" panose="020B0400000000000000" pitchFamily="50" charset="-128"/>
              </a:rPr>
              <a:t>管理者画面（管理者ダッシュボード画面のイメージ）</a:t>
            </a:r>
            <a:endParaRPr kumimoji="1" lang="ja-JP" altLang="en-US" sz="2000" b="1" u="sng" dirty="0">
              <a:solidFill>
                <a:schemeClr val="tx1"/>
              </a:solidFill>
              <a:latin typeface="BIZ UDPゴシック" panose="020B0400000000000000" pitchFamily="50" charset="-128"/>
              <a:ea typeface="BIZ UDPゴシック" panose="020B0400000000000000" pitchFamily="50" charset="-128"/>
            </a:endParaRPr>
          </a:p>
        </p:txBody>
      </p:sp>
      <p:grpSp>
        <p:nvGrpSpPr>
          <p:cNvPr id="23" name="グループ化 22">
            <a:extLst>
              <a:ext uri="{FF2B5EF4-FFF2-40B4-BE49-F238E27FC236}">
                <a16:creationId xmlns:a16="http://schemas.microsoft.com/office/drawing/2014/main" id="{BAB4E580-AE58-C043-8D3A-0BDF706E6230}"/>
              </a:ext>
            </a:extLst>
          </p:cNvPr>
          <p:cNvGrpSpPr/>
          <p:nvPr/>
        </p:nvGrpSpPr>
        <p:grpSpPr>
          <a:xfrm>
            <a:off x="814644" y="1635866"/>
            <a:ext cx="10712335" cy="4585395"/>
            <a:chOff x="814644" y="1635866"/>
            <a:chExt cx="10712335" cy="4585395"/>
          </a:xfrm>
        </p:grpSpPr>
        <p:pic>
          <p:nvPicPr>
            <p:cNvPr id="5" name="図 4">
              <a:extLst>
                <a:ext uri="{FF2B5EF4-FFF2-40B4-BE49-F238E27FC236}">
                  <a16:creationId xmlns:a16="http://schemas.microsoft.com/office/drawing/2014/main" id="{2D439979-7DC4-395E-5400-6C7CB4F3877C}"/>
                </a:ext>
              </a:extLst>
            </p:cNvPr>
            <p:cNvPicPr>
              <a:picLocks noChangeAspect="1"/>
            </p:cNvPicPr>
            <p:nvPr/>
          </p:nvPicPr>
          <p:blipFill>
            <a:blip r:embed="rId2"/>
            <a:stretch>
              <a:fillRect/>
            </a:stretch>
          </p:blipFill>
          <p:spPr>
            <a:xfrm>
              <a:off x="814644" y="1635866"/>
              <a:ext cx="10712335" cy="4585395"/>
            </a:xfrm>
            <a:prstGeom prst="rect">
              <a:avLst/>
            </a:prstGeom>
          </p:spPr>
        </p:pic>
        <p:sp>
          <p:nvSpPr>
            <p:cNvPr id="6" name="正方形/長方形 5">
              <a:extLst>
                <a:ext uri="{FF2B5EF4-FFF2-40B4-BE49-F238E27FC236}">
                  <a16:creationId xmlns:a16="http://schemas.microsoft.com/office/drawing/2014/main" id="{E6F1E001-85F8-8A87-7566-9739ABD0348A}"/>
                </a:ext>
              </a:extLst>
            </p:cNvPr>
            <p:cNvSpPr/>
            <p:nvPr/>
          </p:nvSpPr>
          <p:spPr>
            <a:xfrm>
              <a:off x="2514287" y="2004362"/>
              <a:ext cx="3837352" cy="443870"/>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en-US" altLang="ja-JP" sz="1400" b="1" dirty="0">
                <a:solidFill>
                  <a:schemeClr val="tx1"/>
                </a:solidFill>
                <a:latin typeface="Meiryo UI" panose="020B0604030504040204" pitchFamily="50" charset="-128"/>
                <a:ea typeface="Meiryo UI" panose="020B0604030504040204" pitchFamily="50" charset="-128"/>
              </a:endParaRPr>
            </a:p>
            <a:p>
              <a:pPr algn="ctr"/>
              <a:endParaRPr lang="en-US" altLang="ja-JP" sz="1400" b="1" dirty="0">
                <a:solidFill>
                  <a:schemeClr val="tx1"/>
                </a:solidFill>
                <a:latin typeface="Meiryo UI" panose="020B0604030504040204" pitchFamily="50" charset="-128"/>
                <a:ea typeface="Meiryo UI" panose="020B0604030504040204" pitchFamily="50" charset="-128"/>
              </a:endParaRPr>
            </a:p>
            <a:p>
              <a:pPr algn="ctr"/>
              <a:endParaRPr kumimoji="1" lang="ja-JP" altLang="en-US" sz="1400" b="1" dirty="0">
                <a:solidFill>
                  <a:schemeClr val="tx1"/>
                </a:solidFill>
                <a:latin typeface="Meiryo UI" panose="020B0604030504040204" pitchFamily="50" charset="-128"/>
                <a:ea typeface="Meiryo UI" panose="020B0604030504040204" pitchFamily="50" charset="-128"/>
              </a:endParaRPr>
            </a:p>
          </p:txBody>
        </p:sp>
        <p:sp>
          <p:nvSpPr>
            <p:cNvPr id="4" name="正方形/長方形 3">
              <a:extLst>
                <a:ext uri="{FF2B5EF4-FFF2-40B4-BE49-F238E27FC236}">
                  <a16:creationId xmlns:a16="http://schemas.microsoft.com/office/drawing/2014/main" id="{2DA557AF-8CB5-3BB6-6635-63AB66213735}"/>
                </a:ext>
              </a:extLst>
            </p:cNvPr>
            <p:cNvSpPr/>
            <p:nvPr/>
          </p:nvSpPr>
          <p:spPr>
            <a:xfrm>
              <a:off x="2686622" y="2448232"/>
              <a:ext cx="1672107" cy="865238"/>
            </a:xfrm>
            <a:prstGeom prst="rect">
              <a:avLst/>
            </a:prstGeom>
            <a:solidFill>
              <a:schemeClr val="bg1"/>
            </a:solidFill>
            <a:ln>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1100" b="1" dirty="0">
                  <a:solidFill>
                    <a:schemeClr val="tx1"/>
                  </a:solidFill>
                  <a:latin typeface="Meiryo UI" panose="020B0604030504040204" pitchFamily="50" charset="-128"/>
                  <a:ea typeface="Meiryo UI" panose="020B0604030504040204" pitchFamily="50" charset="-128"/>
                </a:rPr>
                <a:t>正会員クラブ登録済数</a:t>
              </a:r>
              <a:endParaRPr kumimoji="1" lang="en-US" altLang="ja-JP" sz="1100" b="1" dirty="0">
                <a:solidFill>
                  <a:schemeClr val="tx1"/>
                </a:solidFill>
                <a:latin typeface="Meiryo UI" panose="020B0604030504040204" pitchFamily="50" charset="-128"/>
                <a:ea typeface="Meiryo UI" panose="020B0604030504040204" pitchFamily="50" charset="-128"/>
              </a:endParaRPr>
            </a:p>
            <a:p>
              <a:pPr algn="ctr"/>
              <a:endParaRPr kumimoji="1" lang="en-US" altLang="ja-JP" sz="1400" b="1" dirty="0">
                <a:solidFill>
                  <a:schemeClr val="tx1"/>
                </a:solidFill>
                <a:latin typeface="Meiryo UI" panose="020B0604030504040204" pitchFamily="50" charset="-128"/>
                <a:ea typeface="Meiryo UI" panose="020B0604030504040204" pitchFamily="50" charset="-128"/>
              </a:endParaRPr>
            </a:p>
            <a:p>
              <a:pPr algn="ctr"/>
              <a:r>
                <a:rPr lang="en-US" altLang="ja-JP" sz="2400" b="1" dirty="0">
                  <a:solidFill>
                    <a:schemeClr val="tx1"/>
                  </a:solidFill>
                  <a:latin typeface="Meiryo UI" panose="020B0604030504040204" pitchFamily="50" charset="-128"/>
                  <a:ea typeface="Meiryo UI" panose="020B0604030504040204" pitchFamily="50" charset="-128"/>
                </a:rPr>
                <a:t>40</a:t>
              </a:r>
            </a:p>
          </p:txBody>
        </p:sp>
        <p:sp>
          <p:nvSpPr>
            <p:cNvPr id="7" name="正方形/長方形 6">
              <a:extLst>
                <a:ext uri="{FF2B5EF4-FFF2-40B4-BE49-F238E27FC236}">
                  <a16:creationId xmlns:a16="http://schemas.microsoft.com/office/drawing/2014/main" id="{EE2E03B6-5CD7-19B9-BACF-B98926607916}"/>
                </a:ext>
              </a:extLst>
            </p:cNvPr>
            <p:cNvSpPr/>
            <p:nvPr/>
          </p:nvSpPr>
          <p:spPr>
            <a:xfrm>
              <a:off x="4432963" y="2448232"/>
              <a:ext cx="1672107" cy="865238"/>
            </a:xfrm>
            <a:prstGeom prst="rect">
              <a:avLst/>
            </a:prstGeom>
            <a:solidFill>
              <a:schemeClr val="bg1"/>
            </a:solidFill>
            <a:ln>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1100" b="1" dirty="0">
                  <a:solidFill>
                    <a:schemeClr val="tx1"/>
                  </a:solidFill>
                  <a:latin typeface="Meiryo UI" panose="020B0604030504040204" pitchFamily="50" charset="-128"/>
                  <a:ea typeface="Meiryo UI" panose="020B0604030504040204" pitchFamily="50" charset="-128"/>
                </a:rPr>
                <a:t>個人会員登録済数</a:t>
              </a:r>
              <a:endParaRPr kumimoji="1" lang="en-US" altLang="ja-JP" sz="1100" b="1" dirty="0">
                <a:solidFill>
                  <a:schemeClr val="tx1"/>
                </a:solidFill>
                <a:latin typeface="Meiryo UI" panose="020B0604030504040204" pitchFamily="50" charset="-128"/>
                <a:ea typeface="Meiryo UI" panose="020B0604030504040204" pitchFamily="50" charset="-128"/>
              </a:endParaRPr>
            </a:p>
            <a:p>
              <a:pPr algn="ctr"/>
              <a:endParaRPr kumimoji="1" lang="en-US" altLang="ja-JP" sz="1400" b="1" dirty="0">
                <a:solidFill>
                  <a:schemeClr val="tx1"/>
                </a:solidFill>
                <a:latin typeface="Meiryo UI" panose="020B0604030504040204" pitchFamily="50" charset="-128"/>
                <a:ea typeface="Meiryo UI" panose="020B0604030504040204" pitchFamily="50" charset="-128"/>
              </a:endParaRPr>
            </a:p>
            <a:p>
              <a:pPr algn="ctr"/>
              <a:r>
                <a:rPr lang="en-US" altLang="ja-JP" sz="2400" b="1" dirty="0">
                  <a:solidFill>
                    <a:schemeClr val="tx1"/>
                  </a:solidFill>
                  <a:latin typeface="Meiryo UI" panose="020B0604030504040204" pitchFamily="50" charset="-128"/>
                  <a:ea typeface="Meiryo UI" panose="020B0604030504040204" pitchFamily="50" charset="-128"/>
                </a:rPr>
                <a:t>365</a:t>
              </a:r>
            </a:p>
          </p:txBody>
        </p:sp>
        <p:sp>
          <p:nvSpPr>
            <p:cNvPr id="8" name="正方形/長方形 7">
              <a:extLst>
                <a:ext uri="{FF2B5EF4-FFF2-40B4-BE49-F238E27FC236}">
                  <a16:creationId xmlns:a16="http://schemas.microsoft.com/office/drawing/2014/main" id="{85B6E4A8-70DF-439E-0C91-37D5AAF61AF0}"/>
                </a:ext>
              </a:extLst>
            </p:cNvPr>
            <p:cNvSpPr/>
            <p:nvPr/>
          </p:nvSpPr>
          <p:spPr>
            <a:xfrm>
              <a:off x="6170812" y="2448232"/>
              <a:ext cx="1672107" cy="865238"/>
            </a:xfrm>
            <a:prstGeom prst="rect">
              <a:avLst/>
            </a:prstGeom>
            <a:solidFill>
              <a:schemeClr val="bg1"/>
            </a:solidFill>
            <a:ln>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ja-JP" altLang="en-US" sz="1100" b="1" dirty="0">
                  <a:solidFill>
                    <a:schemeClr val="tx1"/>
                  </a:solidFill>
                  <a:latin typeface="Meiryo UI" panose="020B0604030504040204" pitchFamily="50" charset="-128"/>
                  <a:ea typeface="Meiryo UI" panose="020B0604030504040204" pitchFamily="50" charset="-128"/>
                </a:rPr>
                <a:t>正会員クラブ</a:t>
              </a:r>
              <a:r>
                <a:rPr lang="en-US" altLang="ja-JP" sz="1100" b="1" dirty="0">
                  <a:solidFill>
                    <a:schemeClr val="tx1"/>
                  </a:solidFill>
                  <a:latin typeface="Meiryo UI" panose="020B0604030504040204" pitchFamily="50" charset="-128"/>
                  <a:ea typeface="Meiryo UI" panose="020B0604030504040204" pitchFamily="50" charset="-128"/>
                </a:rPr>
                <a:t>/</a:t>
              </a:r>
              <a:r>
                <a:rPr lang="ja-JP" altLang="en-US" sz="1100" b="1" dirty="0">
                  <a:solidFill>
                    <a:schemeClr val="tx1"/>
                  </a:solidFill>
                  <a:latin typeface="Meiryo UI" panose="020B0604030504040204" pitchFamily="50" charset="-128"/>
                  <a:ea typeface="Meiryo UI" panose="020B0604030504040204" pitchFamily="50" charset="-128"/>
                </a:rPr>
                <a:t>個人会員</a:t>
              </a:r>
              <a:endParaRPr lang="en-US" altLang="ja-JP" sz="1100" b="1" dirty="0">
                <a:solidFill>
                  <a:schemeClr val="tx1"/>
                </a:solidFill>
                <a:latin typeface="Meiryo UI" panose="020B0604030504040204" pitchFamily="50" charset="-128"/>
                <a:ea typeface="Meiryo UI" panose="020B0604030504040204" pitchFamily="50" charset="-128"/>
              </a:endParaRPr>
            </a:p>
            <a:p>
              <a:pPr algn="ctr"/>
              <a:r>
                <a:rPr kumimoji="1" lang="ja-JP" altLang="en-US" sz="1100" b="1" dirty="0">
                  <a:solidFill>
                    <a:schemeClr val="tx1"/>
                  </a:solidFill>
                  <a:latin typeface="Meiryo UI" panose="020B0604030504040204" pitchFamily="50" charset="-128"/>
                  <a:ea typeface="Meiryo UI" panose="020B0604030504040204" pitchFamily="50" charset="-128"/>
                </a:rPr>
                <a:t>登録申請中</a:t>
              </a:r>
              <a:endParaRPr kumimoji="1" lang="en-US" altLang="ja-JP" sz="1400" b="1" dirty="0">
                <a:solidFill>
                  <a:schemeClr val="tx1"/>
                </a:solidFill>
                <a:latin typeface="Meiryo UI" panose="020B0604030504040204" pitchFamily="50" charset="-128"/>
                <a:ea typeface="Meiryo UI" panose="020B0604030504040204" pitchFamily="50" charset="-128"/>
              </a:endParaRPr>
            </a:p>
            <a:p>
              <a:pPr algn="ctr"/>
              <a:r>
                <a:rPr lang="en-US" altLang="ja-JP" sz="2400" b="1" dirty="0">
                  <a:solidFill>
                    <a:schemeClr val="tx1"/>
                  </a:solidFill>
                  <a:latin typeface="Meiryo UI" panose="020B0604030504040204" pitchFamily="50" charset="-128"/>
                  <a:ea typeface="Meiryo UI" panose="020B0604030504040204" pitchFamily="50" charset="-128"/>
                </a:rPr>
                <a:t>10</a:t>
              </a:r>
            </a:p>
          </p:txBody>
        </p:sp>
        <p:sp>
          <p:nvSpPr>
            <p:cNvPr id="9" name="正方形/長方形 8">
              <a:extLst>
                <a:ext uri="{FF2B5EF4-FFF2-40B4-BE49-F238E27FC236}">
                  <a16:creationId xmlns:a16="http://schemas.microsoft.com/office/drawing/2014/main" id="{99856440-659C-42F2-7719-75D2D2C63BD5}"/>
                </a:ext>
              </a:extLst>
            </p:cNvPr>
            <p:cNvSpPr/>
            <p:nvPr/>
          </p:nvSpPr>
          <p:spPr>
            <a:xfrm>
              <a:off x="7884483" y="2448232"/>
              <a:ext cx="1672107" cy="865238"/>
            </a:xfrm>
            <a:prstGeom prst="rect">
              <a:avLst/>
            </a:prstGeom>
            <a:solidFill>
              <a:schemeClr val="bg1"/>
            </a:solidFill>
            <a:ln>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1100" b="1" dirty="0">
                  <a:solidFill>
                    <a:schemeClr val="tx1"/>
                  </a:solidFill>
                  <a:latin typeface="Meiryo UI" panose="020B0604030504040204" pitchFamily="50" charset="-128"/>
                  <a:ea typeface="Meiryo UI" panose="020B0604030504040204" pitchFamily="50" charset="-128"/>
                </a:rPr>
                <a:t>スポーツ安全保険申請中</a:t>
              </a:r>
              <a:endParaRPr kumimoji="1" lang="en-US" altLang="ja-JP" sz="1100" b="1" dirty="0">
                <a:solidFill>
                  <a:schemeClr val="tx1"/>
                </a:solidFill>
                <a:latin typeface="Meiryo UI" panose="020B0604030504040204" pitchFamily="50" charset="-128"/>
                <a:ea typeface="Meiryo UI" panose="020B0604030504040204" pitchFamily="50" charset="-128"/>
              </a:endParaRPr>
            </a:p>
            <a:p>
              <a:pPr algn="ctr"/>
              <a:endParaRPr kumimoji="1" lang="en-US" altLang="ja-JP" sz="1400" b="1" dirty="0">
                <a:solidFill>
                  <a:schemeClr val="tx1"/>
                </a:solidFill>
                <a:latin typeface="Meiryo UI" panose="020B0604030504040204" pitchFamily="50" charset="-128"/>
                <a:ea typeface="Meiryo UI" panose="020B0604030504040204" pitchFamily="50" charset="-128"/>
              </a:endParaRPr>
            </a:p>
            <a:p>
              <a:pPr algn="ctr"/>
              <a:r>
                <a:rPr lang="en-US" altLang="ja-JP" sz="2400" b="1" dirty="0">
                  <a:solidFill>
                    <a:schemeClr val="tx1"/>
                  </a:solidFill>
                  <a:latin typeface="Meiryo UI" panose="020B0604030504040204" pitchFamily="50" charset="-128"/>
                  <a:ea typeface="Meiryo UI" panose="020B0604030504040204" pitchFamily="50" charset="-128"/>
                </a:rPr>
                <a:t>5</a:t>
              </a:r>
            </a:p>
          </p:txBody>
        </p:sp>
        <p:sp>
          <p:nvSpPr>
            <p:cNvPr id="10" name="正方形/長方形 9">
              <a:extLst>
                <a:ext uri="{FF2B5EF4-FFF2-40B4-BE49-F238E27FC236}">
                  <a16:creationId xmlns:a16="http://schemas.microsoft.com/office/drawing/2014/main" id="{434014E0-12C9-39F0-15DF-EF185EDDEE61}"/>
                </a:ext>
              </a:extLst>
            </p:cNvPr>
            <p:cNvSpPr/>
            <p:nvPr/>
          </p:nvSpPr>
          <p:spPr>
            <a:xfrm>
              <a:off x="2686622" y="3419168"/>
              <a:ext cx="4520513" cy="197401"/>
            </a:xfrm>
            <a:prstGeom prst="rect">
              <a:avLst/>
            </a:prstGeom>
            <a:solidFill>
              <a:schemeClr val="bg1"/>
            </a:solidFill>
            <a:ln>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ja-JP" altLang="en-US" sz="1100" b="1" dirty="0">
                  <a:solidFill>
                    <a:schemeClr val="tx1"/>
                  </a:solidFill>
                  <a:latin typeface="Meiryo UI" panose="020B0604030504040204" pitchFamily="50" charset="-128"/>
                  <a:ea typeface="Meiryo UI" panose="020B0604030504040204" pitchFamily="50" charset="-128"/>
                </a:rPr>
                <a:t>管理者メニュー</a:t>
              </a:r>
              <a:endParaRPr kumimoji="1" lang="en-US" altLang="ja-JP" sz="1100" b="1" dirty="0">
                <a:solidFill>
                  <a:schemeClr val="tx1"/>
                </a:solidFill>
                <a:latin typeface="Meiryo UI" panose="020B0604030504040204" pitchFamily="50" charset="-128"/>
                <a:ea typeface="Meiryo UI" panose="020B0604030504040204" pitchFamily="50" charset="-128"/>
              </a:endParaRPr>
            </a:p>
          </p:txBody>
        </p:sp>
        <p:sp>
          <p:nvSpPr>
            <p:cNvPr id="11" name="正方形/長方形 10">
              <a:extLst>
                <a:ext uri="{FF2B5EF4-FFF2-40B4-BE49-F238E27FC236}">
                  <a16:creationId xmlns:a16="http://schemas.microsoft.com/office/drawing/2014/main" id="{8C982800-EFB9-DC0E-AFC3-4CCF9AC55A5D}"/>
                </a:ext>
              </a:extLst>
            </p:cNvPr>
            <p:cNvSpPr/>
            <p:nvPr/>
          </p:nvSpPr>
          <p:spPr>
            <a:xfrm>
              <a:off x="2686621" y="3706181"/>
              <a:ext cx="2217887" cy="472311"/>
            </a:xfrm>
            <a:prstGeom prst="rect">
              <a:avLst/>
            </a:prstGeom>
            <a:solidFill>
              <a:schemeClr val="bg1"/>
            </a:solidFill>
            <a:ln>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1100" b="1" dirty="0">
                  <a:solidFill>
                    <a:schemeClr val="tx1"/>
                  </a:solidFill>
                  <a:latin typeface="Meiryo UI" panose="020B0604030504040204" pitchFamily="50" charset="-128"/>
                  <a:ea typeface="Meiryo UI" panose="020B0604030504040204" pitchFamily="50" charset="-128"/>
                </a:rPr>
                <a:t>正会員クラブ登録一覧</a:t>
              </a:r>
              <a:endParaRPr kumimoji="1" lang="en-US" altLang="ja-JP" sz="1100" b="1" dirty="0">
                <a:solidFill>
                  <a:schemeClr val="tx1"/>
                </a:solidFill>
                <a:latin typeface="Meiryo UI" panose="020B0604030504040204" pitchFamily="50" charset="-128"/>
                <a:ea typeface="Meiryo UI" panose="020B0604030504040204" pitchFamily="50" charset="-128"/>
              </a:endParaRPr>
            </a:p>
          </p:txBody>
        </p:sp>
        <p:sp>
          <p:nvSpPr>
            <p:cNvPr id="12" name="正方形/長方形 11">
              <a:extLst>
                <a:ext uri="{FF2B5EF4-FFF2-40B4-BE49-F238E27FC236}">
                  <a16:creationId xmlns:a16="http://schemas.microsoft.com/office/drawing/2014/main" id="{4EB13C62-5BC9-3BA1-B2B8-072947672E7C}"/>
                </a:ext>
              </a:extLst>
            </p:cNvPr>
            <p:cNvSpPr/>
            <p:nvPr/>
          </p:nvSpPr>
          <p:spPr>
            <a:xfrm>
              <a:off x="4996126" y="3706181"/>
              <a:ext cx="2217887" cy="472311"/>
            </a:xfrm>
            <a:prstGeom prst="rect">
              <a:avLst/>
            </a:prstGeom>
            <a:solidFill>
              <a:schemeClr val="bg1"/>
            </a:solidFill>
            <a:ln>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1100" b="1" dirty="0">
                  <a:solidFill>
                    <a:schemeClr val="tx1"/>
                  </a:solidFill>
                  <a:latin typeface="Meiryo UI" panose="020B0604030504040204" pitchFamily="50" charset="-128"/>
                  <a:ea typeface="Meiryo UI" panose="020B0604030504040204" pitchFamily="50" charset="-128"/>
                </a:rPr>
                <a:t>個人会員登録一覧</a:t>
              </a:r>
              <a:endParaRPr kumimoji="1" lang="en-US" altLang="ja-JP" sz="1100" b="1" dirty="0">
                <a:solidFill>
                  <a:schemeClr val="tx1"/>
                </a:solidFill>
                <a:latin typeface="Meiryo UI" panose="020B0604030504040204" pitchFamily="50" charset="-128"/>
                <a:ea typeface="Meiryo UI" panose="020B0604030504040204" pitchFamily="50" charset="-128"/>
              </a:endParaRPr>
            </a:p>
          </p:txBody>
        </p:sp>
        <p:sp>
          <p:nvSpPr>
            <p:cNvPr id="13" name="正方形/長方形 12">
              <a:extLst>
                <a:ext uri="{FF2B5EF4-FFF2-40B4-BE49-F238E27FC236}">
                  <a16:creationId xmlns:a16="http://schemas.microsoft.com/office/drawing/2014/main" id="{99F29F19-71D7-C1FA-90EB-9D12B0176956}"/>
                </a:ext>
              </a:extLst>
            </p:cNvPr>
            <p:cNvSpPr/>
            <p:nvPr/>
          </p:nvSpPr>
          <p:spPr>
            <a:xfrm>
              <a:off x="2686621" y="4258272"/>
              <a:ext cx="2217887" cy="472311"/>
            </a:xfrm>
            <a:prstGeom prst="rect">
              <a:avLst/>
            </a:prstGeom>
            <a:solidFill>
              <a:schemeClr val="bg1"/>
            </a:solidFill>
            <a:ln>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1100" b="1" dirty="0">
                  <a:solidFill>
                    <a:schemeClr val="tx1"/>
                  </a:solidFill>
                  <a:latin typeface="Meiryo UI" panose="020B0604030504040204" pitchFamily="50" charset="-128"/>
                  <a:ea typeface="Meiryo UI" panose="020B0604030504040204" pitchFamily="50" charset="-128"/>
                </a:rPr>
                <a:t>正会員登録入金状況</a:t>
              </a:r>
              <a:endParaRPr kumimoji="1" lang="en-US" altLang="ja-JP" sz="1100" b="1" dirty="0">
                <a:solidFill>
                  <a:schemeClr val="tx1"/>
                </a:solidFill>
                <a:latin typeface="Meiryo UI" panose="020B0604030504040204" pitchFamily="50" charset="-128"/>
                <a:ea typeface="Meiryo UI" panose="020B0604030504040204" pitchFamily="50" charset="-128"/>
              </a:endParaRPr>
            </a:p>
          </p:txBody>
        </p:sp>
        <p:sp>
          <p:nvSpPr>
            <p:cNvPr id="14" name="正方形/長方形 13">
              <a:extLst>
                <a:ext uri="{FF2B5EF4-FFF2-40B4-BE49-F238E27FC236}">
                  <a16:creationId xmlns:a16="http://schemas.microsoft.com/office/drawing/2014/main" id="{FAC5452A-AE57-B159-C8C1-CC392136CC22}"/>
                </a:ext>
              </a:extLst>
            </p:cNvPr>
            <p:cNvSpPr/>
            <p:nvPr/>
          </p:nvSpPr>
          <p:spPr>
            <a:xfrm>
              <a:off x="4996126" y="4258272"/>
              <a:ext cx="2217887" cy="472311"/>
            </a:xfrm>
            <a:prstGeom prst="rect">
              <a:avLst/>
            </a:prstGeom>
            <a:solidFill>
              <a:schemeClr val="bg1"/>
            </a:solidFill>
            <a:ln>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1100" b="1" dirty="0">
                  <a:solidFill>
                    <a:schemeClr val="tx1"/>
                  </a:solidFill>
                  <a:latin typeface="Meiryo UI" panose="020B0604030504040204" pitchFamily="50" charset="-128"/>
                  <a:ea typeface="Meiryo UI" panose="020B0604030504040204" pitchFamily="50" charset="-128"/>
                </a:rPr>
                <a:t>個人会員登録入金状況</a:t>
              </a:r>
              <a:endParaRPr kumimoji="1" lang="en-US" altLang="ja-JP" sz="1100" b="1" dirty="0">
                <a:solidFill>
                  <a:schemeClr val="tx1"/>
                </a:solidFill>
                <a:latin typeface="Meiryo UI" panose="020B0604030504040204" pitchFamily="50" charset="-128"/>
                <a:ea typeface="Meiryo UI" panose="020B0604030504040204" pitchFamily="50" charset="-128"/>
              </a:endParaRPr>
            </a:p>
          </p:txBody>
        </p:sp>
        <p:sp>
          <p:nvSpPr>
            <p:cNvPr id="15" name="正方形/長方形 14">
              <a:extLst>
                <a:ext uri="{FF2B5EF4-FFF2-40B4-BE49-F238E27FC236}">
                  <a16:creationId xmlns:a16="http://schemas.microsoft.com/office/drawing/2014/main" id="{9DFA215E-CA51-9312-1FF6-BA8875759555}"/>
                </a:ext>
              </a:extLst>
            </p:cNvPr>
            <p:cNvSpPr/>
            <p:nvPr/>
          </p:nvSpPr>
          <p:spPr>
            <a:xfrm>
              <a:off x="2686620" y="5687077"/>
              <a:ext cx="2217887" cy="472311"/>
            </a:xfrm>
            <a:prstGeom prst="rect">
              <a:avLst/>
            </a:prstGeom>
            <a:solidFill>
              <a:schemeClr val="bg1"/>
            </a:solidFill>
            <a:ln>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1100" b="1" dirty="0">
                  <a:solidFill>
                    <a:schemeClr val="tx1"/>
                  </a:solidFill>
                  <a:latin typeface="Meiryo UI" panose="020B0604030504040204" pitchFamily="50" charset="-128"/>
                  <a:ea typeface="Meiryo UI" panose="020B0604030504040204" pitchFamily="50" charset="-128"/>
                </a:rPr>
                <a:t>運営委員会情報</a:t>
              </a:r>
              <a:r>
                <a:rPr kumimoji="1" lang="en-US" altLang="ja-JP" sz="1100" b="1" dirty="0">
                  <a:solidFill>
                    <a:schemeClr val="tx1"/>
                  </a:solidFill>
                  <a:latin typeface="Meiryo UI" panose="020B0604030504040204" pitchFamily="50" charset="-128"/>
                  <a:ea typeface="Meiryo UI" panose="020B0604030504040204" pitchFamily="50" charset="-128"/>
                </a:rPr>
                <a:t>BOX</a:t>
              </a:r>
            </a:p>
          </p:txBody>
        </p:sp>
        <p:sp>
          <p:nvSpPr>
            <p:cNvPr id="16" name="正方形/長方形 15">
              <a:extLst>
                <a:ext uri="{FF2B5EF4-FFF2-40B4-BE49-F238E27FC236}">
                  <a16:creationId xmlns:a16="http://schemas.microsoft.com/office/drawing/2014/main" id="{7AD57F24-51B7-7F54-82C7-9B9653E0866F}"/>
                </a:ext>
              </a:extLst>
            </p:cNvPr>
            <p:cNvSpPr/>
            <p:nvPr/>
          </p:nvSpPr>
          <p:spPr>
            <a:xfrm>
              <a:off x="4996126" y="5687077"/>
              <a:ext cx="2217887" cy="472311"/>
            </a:xfrm>
            <a:prstGeom prst="rect">
              <a:avLst/>
            </a:prstGeom>
            <a:solidFill>
              <a:schemeClr val="bg1"/>
            </a:solidFill>
            <a:ln>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1100" b="1" dirty="0">
                  <a:solidFill>
                    <a:schemeClr val="tx1"/>
                  </a:solidFill>
                  <a:latin typeface="Meiryo UI" panose="020B0604030504040204" pitchFamily="50" charset="-128"/>
                  <a:ea typeface="Meiryo UI" panose="020B0604030504040204" pitchFamily="50" charset="-128"/>
                </a:rPr>
                <a:t>各種申請書類フォーマット</a:t>
              </a:r>
              <a:r>
                <a:rPr kumimoji="1" lang="en-US" altLang="ja-JP" sz="1100" b="1" dirty="0">
                  <a:solidFill>
                    <a:schemeClr val="tx1"/>
                  </a:solidFill>
                  <a:latin typeface="Meiryo UI" panose="020B0604030504040204" pitchFamily="50" charset="-128"/>
                  <a:ea typeface="Meiryo UI" panose="020B0604030504040204" pitchFamily="50" charset="-128"/>
                </a:rPr>
                <a:t>BOX</a:t>
              </a:r>
            </a:p>
          </p:txBody>
        </p:sp>
        <p:sp>
          <p:nvSpPr>
            <p:cNvPr id="17" name="正方形/長方形 16">
              <a:extLst>
                <a:ext uri="{FF2B5EF4-FFF2-40B4-BE49-F238E27FC236}">
                  <a16:creationId xmlns:a16="http://schemas.microsoft.com/office/drawing/2014/main" id="{9FD94CD3-4469-AA79-9C3E-7232AF763EAF}"/>
                </a:ext>
              </a:extLst>
            </p:cNvPr>
            <p:cNvSpPr/>
            <p:nvPr/>
          </p:nvSpPr>
          <p:spPr>
            <a:xfrm>
              <a:off x="7305630" y="5495476"/>
              <a:ext cx="2250960" cy="609771"/>
            </a:xfrm>
            <a:prstGeom prst="rect">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ltLang="ja-JP" sz="1600" dirty="0">
                  <a:solidFill>
                    <a:schemeClr val="tx1"/>
                  </a:solidFill>
                  <a:latin typeface="Meiryo UI" panose="020B0604030504040204" pitchFamily="50" charset="-128"/>
                  <a:ea typeface="Meiryo UI" panose="020B0604030504040204" pitchFamily="50" charset="-128"/>
                </a:rPr>
                <a:t>JAF</a:t>
              </a:r>
              <a:r>
                <a:rPr lang="ja-JP" altLang="en-US" sz="1600" dirty="0">
                  <a:solidFill>
                    <a:schemeClr val="tx1"/>
                  </a:solidFill>
                  <a:latin typeface="Meiryo UI" panose="020B0604030504040204" pitchFamily="50" charset="-128"/>
                  <a:ea typeface="Meiryo UI" panose="020B0604030504040204" pitchFamily="50" charset="-128"/>
                </a:rPr>
                <a:t>モータースポーツ</a:t>
              </a:r>
              <a:endParaRPr lang="en-US" altLang="ja-JP" sz="1600" dirty="0">
                <a:solidFill>
                  <a:schemeClr val="tx1"/>
                </a:solidFill>
                <a:latin typeface="Meiryo UI" panose="020B0604030504040204" pitchFamily="50" charset="-128"/>
                <a:ea typeface="Meiryo UI" panose="020B0604030504040204" pitchFamily="50" charset="-128"/>
              </a:endParaRPr>
            </a:p>
            <a:p>
              <a:pPr algn="ctr"/>
              <a:r>
                <a:rPr kumimoji="1" lang="ja-JP" altLang="en-US" sz="1600" dirty="0">
                  <a:solidFill>
                    <a:schemeClr val="tx1"/>
                  </a:solidFill>
                  <a:latin typeface="Meiryo UI" panose="020B0604030504040204" pitchFamily="50" charset="-128"/>
                  <a:ea typeface="Meiryo UI" panose="020B0604030504040204" pitchFamily="50" charset="-128"/>
                </a:rPr>
                <a:t>その他リンク</a:t>
              </a:r>
            </a:p>
          </p:txBody>
        </p:sp>
        <p:sp>
          <p:nvSpPr>
            <p:cNvPr id="19" name="正方形/長方形 18">
              <a:extLst>
                <a:ext uri="{FF2B5EF4-FFF2-40B4-BE49-F238E27FC236}">
                  <a16:creationId xmlns:a16="http://schemas.microsoft.com/office/drawing/2014/main" id="{ADE64A45-5F37-6BE2-0E7A-FA30DB1ED77F}"/>
                </a:ext>
              </a:extLst>
            </p:cNvPr>
            <p:cNvSpPr/>
            <p:nvPr/>
          </p:nvSpPr>
          <p:spPr>
            <a:xfrm>
              <a:off x="7305631" y="3428999"/>
              <a:ext cx="2250960" cy="609771"/>
            </a:xfrm>
            <a:prstGeom prst="rect">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1600" dirty="0">
                  <a:solidFill>
                    <a:schemeClr val="tx1"/>
                  </a:solidFill>
                  <a:latin typeface="Meiryo UI" panose="020B0604030504040204" pitchFamily="50" charset="-128"/>
                  <a:ea typeface="Meiryo UI" panose="020B0604030504040204" pitchFamily="50" charset="-128"/>
                </a:rPr>
                <a:t>ジムカーナ部会</a:t>
              </a:r>
              <a:r>
                <a:rPr kumimoji="1" lang="en-US" altLang="ja-JP" sz="1600" dirty="0">
                  <a:solidFill>
                    <a:schemeClr val="tx1"/>
                  </a:solidFill>
                  <a:latin typeface="Meiryo UI" panose="020B0604030504040204" pitchFamily="50" charset="-128"/>
                  <a:ea typeface="Meiryo UI" panose="020B0604030504040204" pitchFamily="50" charset="-128"/>
                </a:rPr>
                <a:t>HP</a:t>
              </a:r>
              <a:endParaRPr kumimoji="1" lang="ja-JP" altLang="en-US" sz="1600" dirty="0">
                <a:solidFill>
                  <a:schemeClr val="tx1"/>
                </a:solidFill>
                <a:latin typeface="Meiryo UI" panose="020B0604030504040204" pitchFamily="50" charset="-128"/>
                <a:ea typeface="Meiryo UI" panose="020B0604030504040204" pitchFamily="50" charset="-128"/>
              </a:endParaRPr>
            </a:p>
          </p:txBody>
        </p:sp>
        <p:sp>
          <p:nvSpPr>
            <p:cNvPr id="20" name="正方形/長方形 19">
              <a:extLst>
                <a:ext uri="{FF2B5EF4-FFF2-40B4-BE49-F238E27FC236}">
                  <a16:creationId xmlns:a16="http://schemas.microsoft.com/office/drawing/2014/main" id="{2DF779E2-74FF-885A-C0E0-21D18A3FE325}"/>
                </a:ext>
              </a:extLst>
            </p:cNvPr>
            <p:cNvSpPr/>
            <p:nvPr/>
          </p:nvSpPr>
          <p:spPr>
            <a:xfrm>
              <a:off x="7305631" y="4120812"/>
              <a:ext cx="2250960" cy="609771"/>
            </a:xfrm>
            <a:prstGeom prst="rect">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ja-JP" altLang="en-US" sz="1600" dirty="0">
                  <a:solidFill>
                    <a:schemeClr val="tx1"/>
                  </a:solidFill>
                  <a:latin typeface="Meiryo UI" panose="020B0604030504040204" pitchFamily="50" charset="-128"/>
                  <a:ea typeface="Meiryo UI" panose="020B0604030504040204" pitchFamily="50" charset="-128"/>
                </a:rPr>
                <a:t>ダートトライアル部会</a:t>
              </a:r>
              <a:r>
                <a:rPr lang="en-US" altLang="ja-JP" sz="1600" dirty="0">
                  <a:solidFill>
                    <a:schemeClr val="tx1"/>
                  </a:solidFill>
                  <a:latin typeface="Meiryo UI" panose="020B0604030504040204" pitchFamily="50" charset="-128"/>
                  <a:ea typeface="Meiryo UI" panose="020B0604030504040204" pitchFamily="50" charset="-128"/>
                </a:rPr>
                <a:t>HP</a:t>
              </a:r>
              <a:endParaRPr kumimoji="1" lang="ja-JP" altLang="en-US" sz="1600" dirty="0">
                <a:solidFill>
                  <a:schemeClr val="tx1"/>
                </a:solidFill>
                <a:latin typeface="Meiryo UI" panose="020B0604030504040204" pitchFamily="50" charset="-128"/>
                <a:ea typeface="Meiryo UI" panose="020B0604030504040204" pitchFamily="50" charset="-128"/>
              </a:endParaRPr>
            </a:p>
          </p:txBody>
        </p:sp>
        <p:sp>
          <p:nvSpPr>
            <p:cNvPr id="21" name="正方形/長方形 20">
              <a:extLst>
                <a:ext uri="{FF2B5EF4-FFF2-40B4-BE49-F238E27FC236}">
                  <a16:creationId xmlns:a16="http://schemas.microsoft.com/office/drawing/2014/main" id="{94D3F7C0-D310-BC57-D84B-D365109D321A}"/>
                </a:ext>
              </a:extLst>
            </p:cNvPr>
            <p:cNvSpPr/>
            <p:nvPr/>
          </p:nvSpPr>
          <p:spPr>
            <a:xfrm>
              <a:off x="7294550" y="4801717"/>
              <a:ext cx="2250960" cy="609771"/>
            </a:xfrm>
            <a:prstGeom prst="rect">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ja-JP" altLang="en-US" sz="1600" dirty="0">
                  <a:solidFill>
                    <a:schemeClr val="tx1"/>
                  </a:solidFill>
                  <a:latin typeface="Meiryo UI" panose="020B0604030504040204" pitchFamily="50" charset="-128"/>
                  <a:ea typeface="Meiryo UI" panose="020B0604030504040204" pitchFamily="50" charset="-128"/>
                </a:rPr>
                <a:t>ラリー部会</a:t>
              </a:r>
              <a:r>
                <a:rPr lang="en-US" altLang="ja-JP" sz="1600" dirty="0">
                  <a:solidFill>
                    <a:schemeClr val="tx1"/>
                  </a:solidFill>
                  <a:latin typeface="Meiryo UI" panose="020B0604030504040204" pitchFamily="50" charset="-128"/>
                  <a:ea typeface="Meiryo UI" panose="020B0604030504040204" pitchFamily="50" charset="-128"/>
                </a:rPr>
                <a:t>HP</a:t>
              </a:r>
              <a:endParaRPr kumimoji="1" lang="ja-JP" altLang="en-US" sz="1600" dirty="0">
                <a:solidFill>
                  <a:schemeClr val="tx1"/>
                </a:solidFill>
                <a:latin typeface="Meiryo UI" panose="020B0604030504040204" pitchFamily="50" charset="-128"/>
                <a:ea typeface="Meiryo UI" panose="020B0604030504040204" pitchFamily="50" charset="-128"/>
              </a:endParaRPr>
            </a:p>
          </p:txBody>
        </p:sp>
      </p:grpSp>
      <p:sp>
        <p:nvSpPr>
          <p:cNvPr id="22" name="正方形/長方形 21">
            <a:extLst>
              <a:ext uri="{FF2B5EF4-FFF2-40B4-BE49-F238E27FC236}">
                <a16:creationId xmlns:a16="http://schemas.microsoft.com/office/drawing/2014/main" id="{710D77DE-0CBC-6B61-4EF2-63960420E58A}"/>
              </a:ext>
            </a:extLst>
          </p:cNvPr>
          <p:cNvSpPr/>
          <p:nvPr/>
        </p:nvSpPr>
        <p:spPr>
          <a:xfrm>
            <a:off x="814644" y="1646733"/>
            <a:ext cx="10712335" cy="291588"/>
          </a:xfrm>
          <a:prstGeom prst="rect">
            <a:avLst/>
          </a:prstGeom>
          <a:solidFill>
            <a:schemeClr val="bg1"/>
          </a:solidFill>
          <a:ln>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ltLang="ja-JP" sz="1100" b="1" dirty="0">
                <a:solidFill>
                  <a:schemeClr val="tx1"/>
                </a:solidFill>
                <a:latin typeface="Meiryo UI" panose="020B0604030504040204" pitchFamily="50" charset="-128"/>
                <a:ea typeface="Meiryo UI" panose="020B0604030504040204" pitchFamily="50" charset="-128"/>
              </a:rPr>
              <a:t>JMRC</a:t>
            </a:r>
            <a:r>
              <a:rPr lang="ja-JP" altLang="en-US" sz="1100" b="1" dirty="0">
                <a:solidFill>
                  <a:schemeClr val="tx1"/>
                </a:solidFill>
                <a:latin typeface="Meiryo UI" panose="020B0604030504040204" pitchFamily="50" charset="-128"/>
                <a:ea typeface="Meiryo UI" panose="020B0604030504040204" pitchFamily="50" charset="-128"/>
              </a:rPr>
              <a:t>近畿事務局ポータル</a:t>
            </a:r>
            <a:endParaRPr kumimoji="1" lang="en-US" altLang="ja-JP" sz="1100" b="1" dirty="0">
              <a:solidFill>
                <a:schemeClr val="tx1"/>
              </a:solidFill>
              <a:latin typeface="Meiryo UI" panose="020B0604030504040204" pitchFamily="50" charset="-128"/>
              <a:ea typeface="Meiryo UI" panose="020B0604030504040204" pitchFamily="50" charset="-128"/>
            </a:endParaRPr>
          </a:p>
        </p:txBody>
      </p:sp>
      <p:sp>
        <p:nvSpPr>
          <p:cNvPr id="18" name="テキスト ボックス 17">
            <a:extLst>
              <a:ext uri="{FF2B5EF4-FFF2-40B4-BE49-F238E27FC236}">
                <a16:creationId xmlns:a16="http://schemas.microsoft.com/office/drawing/2014/main" id="{33576FDF-5FCC-4AA8-9EB1-C61963FD66CD}"/>
              </a:ext>
            </a:extLst>
          </p:cNvPr>
          <p:cNvSpPr txBox="1"/>
          <p:nvPr/>
        </p:nvSpPr>
        <p:spPr>
          <a:xfrm>
            <a:off x="10803308" y="132393"/>
            <a:ext cx="1197595" cy="461665"/>
          </a:xfrm>
          <a:prstGeom prst="rect">
            <a:avLst/>
          </a:prstGeom>
          <a:noFill/>
        </p:spPr>
        <p:txBody>
          <a:bodyPr wrap="square" rtlCol="0">
            <a:spAutoFit/>
          </a:bodyPr>
          <a:lstStyle/>
          <a:p>
            <a:pPr algn="r"/>
            <a:r>
              <a:rPr kumimoji="1" lang="en-US" altLang="ja-JP" sz="2400" dirty="0"/>
              <a:t>6/14</a:t>
            </a:r>
            <a:endParaRPr kumimoji="1" lang="ja-JP" altLang="en-US" sz="2400" dirty="0"/>
          </a:p>
        </p:txBody>
      </p:sp>
      <p:sp>
        <p:nvSpPr>
          <p:cNvPr id="24" name="正方形/長方形 23">
            <a:extLst>
              <a:ext uri="{FF2B5EF4-FFF2-40B4-BE49-F238E27FC236}">
                <a16:creationId xmlns:a16="http://schemas.microsoft.com/office/drawing/2014/main" id="{14F852DB-AA4F-24BE-CA56-2DEF4DCB9DB4}"/>
              </a:ext>
            </a:extLst>
          </p:cNvPr>
          <p:cNvSpPr/>
          <p:nvPr/>
        </p:nvSpPr>
        <p:spPr>
          <a:xfrm>
            <a:off x="4236708" y="4906238"/>
            <a:ext cx="840977" cy="351774"/>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ja-JP" altLang="en-US" sz="1200" dirty="0">
                <a:latin typeface="Meiryo UI" panose="020B0604030504040204" pitchFamily="50" charset="-128"/>
                <a:ea typeface="Meiryo UI" panose="020B0604030504040204" pitchFamily="50" charset="-128"/>
              </a:rPr>
              <a:t>参加者宛</a:t>
            </a:r>
            <a:endParaRPr kumimoji="1" lang="ja-JP" altLang="en-US" sz="1200" dirty="0">
              <a:latin typeface="Meiryo UI" panose="020B0604030504040204" pitchFamily="50" charset="-128"/>
              <a:ea typeface="Meiryo UI" panose="020B0604030504040204" pitchFamily="50" charset="-128"/>
            </a:endParaRPr>
          </a:p>
        </p:txBody>
      </p:sp>
      <p:sp>
        <p:nvSpPr>
          <p:cNvPr id="25" name="正方形/長方形 24">
            <a:extLst>
              <a:ext uri="{FF2B5EF4-FFF2-40B4-BE49-F238E27FC236}">
                <a16:creationId xmlns:a16="http://schemas.microsoft.com/office/drawing/2014/main" id="{D7012161-F1DE-0953-F4F4-3A9ACBFCE3CB}"/>
              </a:ext>
            </a:extLst>
          </p:cNvPr>
          <p:cNvSpPr/>
          <p:nvPr/>
        </p:nvSpPr>
        <p:spPr>
          <a:xfrm>
            <a:off x="6018416" y="4904497"/>
            <a:ext cx="1038391" cy="351774"/>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ja-JP" altLang="en-US" sz="1100" dirty="0">
                <a:latin typeface="Meiryo UI" panose="020B0604030504040204" pitchFamily="50" charset="-128"/>
                <a:ea typeface="Meiryo UI" panose="020B0604030504040204" pitchFamily="50" charset="-128"/>
              </a:rPr>
              <a:t>正会員</a:t>
            </a:r>
            <a:endParaRPr lang="en-US" altLang="ja-JP" sz="1100" dirty="0">
              <a:latin typeface="Meiryo UI" panose="020B0604030504040204" pitchFamily="50" charset="-128"/>
              <a:ea typeface="Meiryo UI" panose="020B0604030504040204" pitchFamily="50" charset="-128"/>
            </a:endParaRPr>
          </a:p>
          <a:p>
            <a:pPr algn="ctr"/>
            <a:r>
              <a:rPr lang="ja-JP" altLang="en-US" sz="1100" dirty="0">
                <a:latin typeface="Meiryo UI" panose="020B0604030504040204" pitchFamily="50" charset="-128"/>
                <a:ea typeface="Meiryo UI" panose="020B0604030504040204" pitchFamily="50" charset="-128"/>
              </a:rPr>
              <a:t>クラブ宛</a:t>
            </a:r>
            <a:endParaRPr kumimoji="1" lang="ja-JP" altLang="en-US" sz="1100" dirty="0">
              <a:latin typeface="Meiryo UI" panose="020B0604030504040204" pitchFamily="50" charset="-128"/>
              <a:ea typeface="Meiryo UI" panose="020B0604030504040204" pitchFamily="50" charset="-128"/>
            </a:endParaRPr>
          </a:p>
        </p:txBody>
      </p:sp>
      <p:sp>
        <p:nvSpPr>
          <p:cNvPr id="26" name="正方形/長方形 25">
            <a:extLst>
              <a:ext uri="{FF2B5EF4-FFF2-40B4-BE49-F238E27FC236}">
                <a16:creationId xmlns:a16="http://schemas.microsoft.com/office/drawing/2014/main" id="{80CB9969-0C92-7376-773F-D8DD692E4040}"/>
              </a:ext>
            </a:extLst>
          </p:cNvPr>
          <p:cNvSpPr/>
          <p:nvPr/>
        </p:nvSpPr>
        <p:spPr>
          <a:xfrm>
            <a:off x="5127562" y="4904497"/>
            <a:ext cx="840977" cy="351774"/>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ja-JP" altLang="en-US" sz="1200" dirty="0">
                <a:latin typeface="Meiryo UI" panose="020B0604030504040204" pitchFamily="50" charset="-128"/>
                <a:ea typeface="Meiryo UI" panose="020B0604030504040204" pitchFamily="50" charset="-128"/>
              </a:rPr>
              <a:t>審判員宛</a:t>
            </a:r>
            <a:endParaRPr kumimoji="1" lang="ja-JP" altLang="en-US" sz="1200" dirty="0">
              <a:latin typeface="Meiryo UI" panose="020B0604030504040204" pitchFamily="50" charset="-128"/>
              <a:ea typeface="Meiryo UI" panose="020B0604030504040204" pitchFamily="50" charset="-128"/>
            </a:endParaRPr>
          </a:p>
        </p:txBody>
      </p:sp>
      <p:sp>
        <p:nvSpPr>
          <p:cNvPr id="28" name="吹き出し: 四角形 27">
            <a:extLst>
              <a:ext uri="{FF2B5EF4-FFF2-40B4-BE49-F238E27FC236}">
                <a16:creationId xmlns:a16="http://schemas.microsoft.com/office/drawing/2014/main" id="{1B82CC1E-A7CB-3D36-F48B-B687FF98F372}"/>
              </a:ext>
            </a:extLst>
          </p:cNvPr>
          <p:cNvSpPr/>
          <p:nvPr/>
        </p:nvSpPr>
        <p:spPr>
          <a:xfrm>
            <a:off x="6442037" y="6092669"/>
            <a:ext cx="3103473" cy="459430"/>
          </a:xfrm>
          <a:prstGeom prst="wedgeRectCallout">
            <a:avLst>
              <a:gd name="adj1" fmla="val -57474"/>
              <a:gd name="adj2" fmla="val -42443"/>
            </a:avLst>
          </a:prstGeom>
          <a:solidFill>
            <a:schemeClr val="bg1"/>
          </a:solidFill>
          <a:ln w="19050"/>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en-US" altLang="ja-JP" sz="1400" dirty="0">
                <a:solidFill>
                  <a:srgbClr val="FF0000"/>
                </a:solidFill>
                <a:latin typeface="Meiryo UI" panose="020B0604030504040204" pitchFamily="50" charset="-128"/>
                <a:ea typeface="Meiryo UI" panose="020B0604030504040204" pitchFamily="50" charset="-128"/>
              </a:rPr>
              <a:t>BOX</a:t>
            </a:r>
            <a:r>
              <a:rPr kumimoji="1" lang="ja-JP" altLang="en-US" sz="1400" dirty="0">
                <a:solidFill>
                  <a:srgbClr val="FF0000"/>
                </a:solidFill>
                <a:latin typeface="Meiryo UI" panose="020B0604030504040204" pitchFamily="50" charset="-128"/>
                <a:ea typeface="Meiryo UI" panose="020B0604030504040204" pitchFamily="50" charset="-128"/>
              </a:rPr>
              <a:t>にアップすると個人会員画面に表示される</a:t>
            </a:r>
          </a:p>
        </p:txBody>
      </p:sp>
      <p:sp>
        <p:nvSpPr>
          <p:cNvPr id="30" name="吹き出し: 四角形 29">
            <a:extLst>
              <a:ext uri="{FF2B5EF4-FFF2-40B4-BE49-F238E27FC236}">
                <a16:creationId xmlns:a16="http://schemas.microsoft.com/office/drawing/2014/main" id="{768FF9A0-9C35-BC85-983B-CA1A2219EB6E}"/>
              </a:ext>
            </a:extLst>
          </p:cNvPr>
          <p:cNvSpPr/>
          <p:nvPr/>
        </p:nvSpPr>
        <p:spPr>
          <a:xfrm>
            <a:off x="443906" y="6092669"/>
            <a:ext cx="3520477" cy="572462"/>
          </a:xfrm>
          <a:prstGeom prst="wedgeRectCallout">
            <a:avLst>
              <a:gd name="adj1" fmla="val 57435"/>
              <a:gd name="adj2" fmla="val -53299"/>
            </a:avLst>
          </a:prstGeom>
          <a:solidFill>
            <a:schemeClr val="bg1"/>
          </a:solidFill>
          <a:ln w="19050"/>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1400" dirty="0">
                <a:solidFill>
                  <a:srgbClr val="FF0000"/>
                </a:solidFill>
                <a:latin typeface="Meiryo UI" panose="020B0604030504040204" pitchFamily="50" charset="-128"/>
                <a:ea typeface="Meiryo UI" panose="020B0604030504040204" pitchFamily="50" charset="-128"/>
              </a:rPr>
              <a:t>運営委員会内部資料置き場</a:t>
            </a:r>
            <a:endParaRPr lang="en-US" altLang="ja-JP" sz="1400" dirty="0">
              <a:solidFill>
                <a:srgbClr val="FF0000"/>
              </a:solidFill>
              <a:latin typeface="Meiryo UI" panose="020B0604030504040204" pitchFamily="50" charset="-128"/>
              <a:ea typeface="Meiryo UI" panose="020B0604030504040204" pitchFamily="50" charset="-128"/>
            </a:endParaRPr>
          </a:p>
          <a:p>
            <a:pPr algn="ctr"/>
            <a:r>
              <a:rPr kumimoji="1" lang="ja-JP" altLang="en-US" sz="1400" dirty="0">
                <a:solidFill>
                  <a:srgbClr val="FF0000"/>
                </a:solidFill>
                <a:latin typeface="Meiryo UI" panose="020B0604030504040204" pitchFamily="50" charset="-128"/>
                <a:ea typeface="Meiryo UI" panose="020B0604030504040204" pitchFamily="50" charset="-128"/>
              </a:rPr>
              <a:t>協議会会則・見舞金細則等</a:t>
            </a:r>
          </a:p>
        </p:txBody>
      </p:sp>
    </p:spTree>
    <p:extLst>
      <p:ext uri="{BB962C8B-B14F-4D97-AF65-F5344CB8AC3E}">
        <p14:creationId xmlns:p14="http://schemas.microsoft.com/office/powerpoint/2010/main" val="1400873207"/>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テキスト ボックス 1">
            <a:extLst>
              <a:ext uri="{FF2B5EF4-FFF2-40B4-BE49-F238E27FC236}">
                <a16:creationId xmlns:a16="http://schemas.microsoft.com/office/drawing/2014/main" id="{4B88A44E-EFC1-9AF5-15D5-8441D4191BF7}"/>
              </a:ext>
            </a:extLst>
          </p:cNvPr>
          <p:cNvSpPr txBox="1"/>
          <p:nvPr/>
        </p:nvSpPr>
        <p:spPr>
          <a:xfrm>
            <a:off x="224291" y="0"/>
            <a:ext cx="11488497" cy="646331"/>
          </a:xfrm>
          <a:prstGeom prst="rect">
            <a:avLst/>
          </a:prstGeom>
          <a:noFill/>
        </p:spPr>
        <p:txBody>
          <a:bodyPr wrap="square" rtlCol="0">
            <a:spAutoFit/>
          </a:bodyPr>
          <a:lstStyle/>
          <a:p>
            <a:r>
              <a:rPr lang="ja-JP" altLang="en-US" sz="3600" dirty="0">
                <a:latin typeface="Meiryo UI" panose="020B0604030504040204" pitchFamily="50" charset="-128"/>
                <a:ea typeface="Meiryo UI" panose="020B0604030504040204" pitchFamily="50" charset="-128"/>
              </a:rPr>
              <a:t>２．</a:t>
            </a:r>
            <a:r>
              <a:rPr lang="en-US" altLang="ja-JP" sz="3600" dirty="0">
                <a:latin typeface="Meiryo UI" panose="020B0604030504040204" pitchFamily="50" charset="-128"/>
                <a:ea typeface="Meiryo UI" panose="020B0604030504040204" pitchFamily="50" charset="-128"/>
              </a:rPr>
              <a:t>JMRC</a:t>
            </a:r>
            <a:r>
              <a:rPr lang="ja-JP" altLang="en-US" sz="3600" dirty="0">
                <a:latin typeface="Meiryo UI" panose="020B0604030504040204" pitchFamily="50" charset="-128"/>
                <a:ea typeface="Meiryo UI" panose="020B0604030504040204" pitchFamily="50" charset="-128"/>
              </a:rPr>
              <a:t>近畿事務局ポータル案</a:t>
            </a:r>
            <a:endParaRPr kumimoji="1" lang="ja-JP" altLang="en-US" sz="3600" dirty="0">
              <a:latin typeface="Meiryo UI" panose="020B0604030504040204" pitchFamily="50" charset="-128"/>
              <a:ea typeface="Meiryo UI" panose="020B0604030504040204" pitchFamily="50" charset="-128"/>
            </a:endParaRPr>
          </a:p>
        </p:txBody>
      </p:sp>
      <p:pic>
        <p:nvPicPr>
          <p:cNvPr id="4" name="図 3">
            <a:extLst>
              <a:ext uri="{FF2B5EF4-FFF2-40B4-BE49-F238E27FC236}">
                <a16:creationId xmlns:a16="http://schemas.microsoft.com/office/drawing/2014/main" id="{2EB6904E-E04C-A0AC-D081-B92FE4CC589B}"/>
              </a:ext>
            </a:extLst>
          </p:cNvPr>
          <p:cNvPicPr>
            <a:picLocks noChangeAspect="1"/>
          </p:cNvPicPr>
          <p:nvPr/>
        </p:nvPicPr>
        <p:blipFill>
          <a:blip r:embed="rId2"/>
          <a:stretch>
            <a:fillRect/>
          </a:stretch>
        </p:blipFill>
        <p:spPr>
          <a:xfrm>
            <a:off x="469669" y="1468600"/>
            <a:ext cx="11252662" cy="4840235"/>
          </a:xfrm>
          <a:prstGeom prst="rect">
            <a:avLst/>
          </a:prstGeom>
        </p:spPr>
      </p:pic>
      <p:sp>
        <p:nvSpPr>
          <p:cNvPr id="5" name="正方形/長方形 4">
            <a:extLst>
              <a:ext uri="{FF2B5EF4-FFF2-40B4-BE49-F238E27FC236}">
                <a16:creationId xmlns:a16="http://schemas.microsoft.com/office/drawing/2014/main" id="{48D2F4C3-6F9A-D509-37B4-A4D1C198692A}"/>
              </a:ext>
            </a:extLst>
          </p:cNvPr>
          <p:cNvSpPr/>
          <p:nvPr/>
        </p:nvSpPr>
        <p:spPr>
          <a:xfrm>
            <a:off x="58189" y="837178"/>
            <a:ext cx="5020886" cy="440574"/>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ja-JP" altLang="en-US" sz="2000" b="1" u="sng" dirty="0">
                <a:solidFill>
                  <a:schemeClr val="tx1"/>
                </a:solidFill>
                <a:latin typeface="BIZ UDPゴシック" panose="020B0400000000000000" pitchFamily="50" charset="-128"/>
                <a:ea typeface="BIZ UDPゴシック" panose="020B0400000000000000" pitchFamily="50" charset="-128"/>
              </a:rPr>
              <a:t>入金管理（事務局確認画面の例）</a:t>
            </a:r>
            <a:endParaRPr kumimoji="1" lang="ja-JP" altLang="en-US" sz="2000" b="1" u="sng" dirty="0">
              <a:solidFill>
                <a:schemeClr val="tx1"/>
              </a:solidFill>
              <a:latin typeface="BIZ UDPゴシック" panose="020B0400000000000000" pitchFamily="50" charset="-128"/>
              <a:ea typeface="BIZ UDPゴシック" panose="020B0400000000000000" pitchFamily="50" charset="-128"/>
            </a:endParaRPr>
          </a:p>
        </p:txBody>
      </p:sp>
      <p:sp>
        <p:nvSpPr>
          <p:cNvPr id="3" name="テキスト ボックス 2">
            <a:extLst>
              <a:ext uri="{FF2B5EF4-FFF2-40B4-BE49-F238E27FC236}">
                <a16:creationId xmlns:a16="http://schemas.microsoft.com/office/drawing/2014/main" id="{FF148BF1-30D8-1906-D9B0-49FD90429649}"/>
              </a:ext>
            </a:extLst>
          </p:cNvPr>
          <p:cNvSpPr txBox="1"/>
          <p:nvPr/>
        </p:nvSpPr>
        <p:spPr>
          <a:xfrm>
            <a:off x="10803308" y="132393"/>
            <a:ext cx="1197595" cy="461665"/>
          </a:xfrm>
          <a:prstGeom prst="rect">
            <a:avLst/>
          </a:prstGeom>
          <a:noFill/>
        </p:spPr>
        <p:txBody>
          <a:bodyPr wrap="square" rtlCol="0">
            <a:spAutoFit/>
          </a:bodyPr>
          <a:lstStyle/>
          <a:p>
            <a:pPr algn="r"/>
            <a:r>
              <a:rPr kumimoji="1" lang="en-US" altLang="ja-JP" sz="2400" dirty="0"/>
              <a:t>7/14</a:t>
            </a:r>
            <a:endParaRPr kumimoji="1" lang="ja-JP" altLang="en-US" sz="2400" dirty="0"/>
          </a:p>
        </p:txBody>
      </p:sp>
    </p:spTree>
    <p:extLst>
      <p:ext uri="{BB962C8B-B14F-4D97-AF65-F5344CB8AC3E}">
        <p14:creationId xmlns:p14="http://schemas.microsoft.com/office/powerpoint/2010/main" val="996559609"/>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図 4">
            <a:extLst>
              <a:ext uri="{FF2B5EF4-FFF2-40B4-BE49-F238E27FC236}">
                <a16:creationId xmlns:a16="http://schemas.microsoft.com/office/drawing/2014/main" id="{8A7390E7-7507-E9CE-D73D-538604FF874B}"/>
              </a:ext>
            </a:extLst>
          </p:cNvPr>
          <p:cNvPicPr>
            <a:picLocks noChangeAspect="1"/>
          </p:cNvPicPr>
          <p:nvPr/>
        </p:nvPicPr>
        <p:blipFill>
          <a:blip r:embed="rId2"/>
          <a:stretch>
            <a:fillRect/>
          </a:stretch>
        </p:blipFill>
        <p:spPr>
          <a:xfrm>
            <a:off x="3943924" y="977331"/>
            <a:ext cx="5589233" cy="3475892"/>
          </a:xfrm>
          <a:prstGeom prst="rect">
            <a:avLst/>
          </a:prstGeom>
          <a:ln w="15875">
            <a:solidFill>
              <a:schemeClr val="tx1"/>
            </a:solidFill>
          </a:ln>
        </p:spPr>
      </p:pic>
      <p:sp>
        <p:nvSpPr>
          <p:cNvPr id="14" name="正方形/長方形 13">
            <a:extLst>
              <a:ext uri="{FF2B5EF4-FFF2-40B4-BE49-F238E27FC236}">
                <a16:creationId xmlns:a16="http://schemas.microsoft.com/office/drawing/2014/main" id="{60947B7B-DB4D-EC41-314F-A949A0562805}"/>
              </a:ext>
            </a:extLst>
          </p:cNvPr>
          <p:cNvSpPr/>
          <p:nvPr/>
        </p:nvSpPr>
        <p:spPr>
          <a:xfrm>
            <a:off x="4018543" y="1877768"/>
            <a:ext cx="5442591" cy="1949046"/>
          </a:xfrm>
          <a:prstGeom prst="rect">
            <a:avLst/>
          </a:prstGeom>
          <a:solidFill>
            <a:srgbClr val="FFFAD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sz="4000" b="1" dirty="0">
              <a:solidFill>
                <a:schemeClr val="tx1"/>
              </a:solidFill>
              <a:latin typeface="Meiryo UI" panose="020B0604030504040204" pitchFamily="50" charset="-128"/>
              <a:ea typeface="Meiryo UI" panose="020B0604030504040204" pitchFamily="50" charset="-128"/>
            </a:endParaRPr>
          </a:p>
        </p:txBody>
      </p:sp>
      <p:sp>
        <p:nvSpPr>
          <p:cNvPr id="2" name="テキスト ボックス 1">
            <a:extLst>
              <a:ext uri="{FF2B5EF4-FFF2-40B4-BE49-F238E27FC236}">
                <a16:creationId xmlns:a16="http://schemas.microsoft.com/office/drawing/2014/main" id="{A12DF949-E694-0CEF-411F-28836C6209DF}"/>
              </a:ext>
            </a:extLst>
          </p:cNvPr>
          <p:cNvSpPr txBox="1"/>
          <p:nvPr/>
        </p:nvSpPr>
        <p:spPr>
          <a:xfrm>
            <a:off x="224291" y="0"/>
            <a:ext cx="11488497" cy="646331"/>
          </a:xfrm>
          <a:prstGeom prst="rect">
            <a:avLst/>
          </a:prstGeom>
          <a:noFill/>
        </p:spPr>
        <p:txBody>
          <a:bodyPr wrap="square" rtlCol="0">
            <a:spAutoFit/>
          </a:bodyPr>
          <a:lstStyle/>
          <a:p>
            <a:r>
              <a:rPr lang="ja-JP" altLang="en-US" sz="3600" dirty="0">
                <a:latin typeface="Meiryo UI" panose="020B0604030504040204" pitchFamily="50" charset="-128"/>
                <a:ea typeface="Meiryo UI" panose="020B0604030504040204" pitchFamily="50" charset="-128"/>
              </a:rPr>
              <a:t>２．</a:t>
            </a:r>
            <a:r>
              <a:rPr lang="en-US" altLang="ja-JP" sz="3600" dirty="0">
                <a:latin typeface="Meiryo UI" panose="020B0604030504040204" pitchFamily="50" charset="-128"/>
                <a:ea typeface="Meiryo UI" panose="020B0604030504040204" pitchFamily="50" charset="-128"/>
              </a:rPr>
              <a:t>JMRC</a:t>
            </a:r>
            <a:r>
              <a:rPr lang="ja-JP" altLang="en-US" sz="3600" dirty="0">
                <a:latin typeface="Meiryo UI" panose="020B0604030504040204" pitchFamily="50" charset="-128"/>
                <a:ea typeface="Meiryo UI" panose="020B0604030504040204" pitchFamily="50" charset="-128"/>
              </a:rPr>
              <a:t>近畿事務局ポータル案</a:t>
            </a:r>
            <a:endParaRPr kumimoji="1" lang="ja-JP" altLang="en-US" sz="3600" dirty="0">
              <a:latin typeface="Meiryo UI" panose="020B0604030504040204" pitchFamily="50" charset="-128"/>
              <a:ea typeface="Meiryo UI" panose="020B0604030504040204" pitchFamily="50" charset="-128"/>
            </a:endParaRPr>
          </a:p>
        </p:txBody>
      </p:sp>
      <p:sp>
        <p:nvSpPr>
          <p:cNvPr id="3" name="正方形/長方形 2">
            <a:extLst>
              <a:ext uri="{FF2B5EF4-FFF2-40B4-BE49-F238E27FC236}">
                <a16:creationId xmlns:a16="http://schemas.microsoft.com/office/drawing/2014/main" id="{CE00644B-287D-FBE2-3F09-82DB23D19C98}"/>
              </a:ext>
            </a:extLst>
          </p:cNvPr>
          <p:cNvSpPr/>
          <p:nvPr/>
        </p:nvSpPr>
        <p:spPr>
          <a:xfrm>
            <a:off x="58188" y="837178"/>
            <a:ext cx="3318849" cy="440574"/>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ja-JP" altLang="en-US" sz="2000" b="1" u="sng" dirty="0">
                <a:solidFill>
                  <a:schemeClr val="tx1"/>
                </a:solidFill>
                <a:latin typeface="BIZ UDPゴシック" panose="020B0400000000000000" pitchFamily="50" charset="-128"/>
                <a:ea typeface="BIZ UDPゴシック" panose="020B0400000000000000" pitchFamily="50" charset="-128"/>
              </a:rPr>
              <a:t>個人会員表示フォーマット</a:t>
            </a:r>
            <a:endParaRPr kumimoji="1" lang="ja-JP" altLang="en-US" sz="2000" b="1" u="sng" dirty="0">
              <a:solidFill>
                <a:schemeClr val="tx1"/>
              </a:solidFill>
              <a:latin typeface="BIZ UDPゴシック" panose="020B0400000000000000" pitchFamily="50" charset="-128"/>
              <a:ea typeface="BIZ UDPゴシック" panose="020B0400000000000000" pitchFamily="50" charset="-128"/>
            </a:endParaRPr>
          </a:p>
        </p:txBody>
      </p:sp>
      <p:pic>
        <p:nvPicPr>
          <p:cNvPr id="4" name="図 3">
            <a:extLst>
              <a:ext uri="{FF2B5EF4-FFF2-40B4-BE49-F238E27FC236}">
                <a16:creationId xmlns:a16="http://schemas.microsoft.com/office/drawing/2014/main" id="{1E55FC72-D8A3-8944-FBDB-9F1AE8CB1C44}"/>
              </a:ext>
            </a:extLst>
          </p:cNvPr>
          <p:cNvPicPr>
            <a:picLocks noChangeAspect="1"/>
          </p:cNvPicPr>
          <p:nvPr/>
        </p:nvPicPr>
        <p:blipFill>
          <a:blip r:embed="rId3"/>
          <a:stretch>
            <a:fillRect/>
          </a:stretch>
        </p:blipFill>
        <p:spPr>
          <a:xfrm>
            <a:off x="224291" y="1468599"/>
            <a:ext cx="2897004" cy="3557841"/>
          </a:xfrm>
          <a:prstGeom prst="rect">
            <a:avLst/>
          </a:prstGeom>
        </p:spPr>
      </p:pic>
      <p:pic>
        <p:nvPicPr>
          <p:cNvPr id="6" name="図 5">
            <a:extLst>
              <a:ext uri="{FF2B5EF4-FFF2-40B4-BE49-F238E27FC236}">
                <a16:creationId xmlns:a16="http://schemas.microsoft.com/office/drawing/2014/main" id="{E70FFB18-4872-44D4-44A5-B09120419003}"/>
              </a:ext>
            </a:extLst>
          </p:cNvPr>
          <p:cNvPicPr>
            <a:picLocks noChangeAspect="1"/>
          </p:cNvPicPr>
          <p:nvPr/>
        </p:nvPicPr>
        <p:blipFill>
          <a:blip r:embed="rId4"/>
          <a:stretch>
            <a:fillRect/>
          </a:stretch>
        </p:blipFill>
        <p:spPr>
          <a:xfrm>
            <a:off x="10028020" y="977331"/>
            <a:ext cx="1826238" cy="3852364"/>
          </a:xfrm>
          <a:prstGeom prst="rect">
            <a:avLst/>
          </a:prstGeom>
          <a:ln>
            <a:solidFill>
              <a:schemeClr val="tx1"/>
            </a:solidFill>
          </a:ln>
        </p:spPr>
      </p:pic>
      <p:sp>
        <p:nvSpPr>
          <p:cNvPr id="7" name="二等辺三角形 6">
            <a:extLst>
              <a:ext uri="{FF2B5EF4-FFF2-40B4-BE49-F238E27FC236}">
                <a16:creationId xmlns:a16="http://schemas.microsoft.com/office/drawing/2014/main" id="{2FDB1B74-FC98-5CF6-3ED1-35E0AFB94FA3}"/>
              </a:ext>
            </a:extLst>
          </p:cNvPr>
          <p:cNvSpPr/>
          <p:nvPr/>
        </p:nvSpPr>
        <p:spPr>
          <a:xfrm rot="5400000">
            <a:off x="1753688" y="3091949"/>
            <a:ext cx="3557842" cy="311142"/>
          </a:xfrm>
          <a:prstGeom prst="triangl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8" name="吹き出し: 四角形 7">
            <a:extLst>
              <a:ext uri="{FF2B5EF4-FFF2-40B4-BE49-F238E27FC236}">
                <a16:creationId xmlns:a16="http://schemas.microsoft.com/office/drawing/2014/main" id="{F5DFA1B9-4256-E4C0-509C-0624918A930D}"/>
              </a:ext>
            </a:extLst>
          </p:cNvPr>
          <p:cNvSpPr/>
          <p:nvPr/>
        </p:nvSpPr>
        <p:spPr>
          <a:xfrm>
            <a:off x="3943924" y="4829695"/>
            <a:ext cx="5589233" cy="1225222"/>
          </a:xfrm>
          <a:prstGeom prst="wedgeRectCallout">
            <a:avLst>
              <a:gd name="adj1" fmla="val -23271"/>
              <a:gd name="adj2" fmla="val -64452"/>
            </a:avLst>
          </a:prstGeom>
          <a:solidFill>
            <a:schemeClr val="bg1"/>
          </a:solidFill>
          <a:ln w="19050"/>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ja-JP" altLang="en-US" dirty="0">
                <a:solidFill>
                  <a:schemeClr val="tx1"/>
                </a:solidFill>
                <a:latin typeface="Meiryo UI" panose="020B0604030504040204" pitchFamily="50" charset="-128"/>
                <a:ea typeface="Meiryo UI" panose="020B0604030504040204" pitchFamily="50" charset="-128"/>
              </a:rPr>
              <a:t>■個人会員証をデジタル化する</a:t>
            </a:r>
            <a:endParaRPr lang="en-US" altLang="ja-JP" dirty="0">
              <a:solidFill>
                <a:schemeClr val="tx1"/>
              </a:solidFill>
              <a:latin typeface="Meiryo UI" panose="020B0604030504040204" pitchFamily="50" charset="-128"/>
              <a:ea typeface="Meiryo UI" panose="020B0604030504040204" pitchFamily="50" charset="-128"/>
            </a:endParaRPr>
          </a:p>
          <a:p>
            <a:pPr algn="ctr"/>
            <a:r>
              <a:rPr lang="ja-JP" altLang="en-US" dirty="0">
                <a:solidFill>
                  <a:schemeClr val="tx1"/>
                </a:solidFill>
                <a:latin typeface="Meiryo UI" panose="020B0604030504040204" pitchFamily="50" charset="-128"/>
                <a:ea typeface="Meiryo UI" panose="020B0604030504040204" pitchFamily="50" charset="-128"/>
              </a:rPr>
              <a:t>■スマホでも表示できるようにして、イベント会場でも</a:t>
            </a:r>
            <a:endParaRPr lang="en-US" altLang="ja-JP" dirty="0">
              <a:solidFill>
                <a:schemeClr val="tx1"/>
              </a:solidFill>
              <a:latin typeface="Meiryo UI" panose="020B0604030504040204" pitchFamily="50" charset="-128"/>
              <a:ea typeface="Meiryo UI" panose="020B0604030504040204" pitchFamily="50" charset="-128"/>
            </a:endParaRPr>
          </a:p>
          <a:p>
            <a:pPr algn="ctr"/>
            <a:r>
              <a:rPr lang="ja-JP" altLang="en-US" dirty="0">
                <a:solidFill>
                  <a:schemeClr val="tx1"/>
                </a:solidFill>
                <a:latin typeface="Meiryo UI" panose="020B0604030504040204" pitchFamily="50" charset="-128"/>
                <a:ea typeface="Meiryo UI" panose="020B0604030504040204" pitchFamily="50" charset="-128"/>
              </a:rPr>
              <a:t>提示できるようにする（特に他地区で必要）</a:t>
            </a:r>
            <a:endParaRPr lang="en-US" altLang="ja-JP" dirty="0">
              <a:solidFill>
                <a:schemeClr val="tx1"/>
              </a:solidFill>
              <a:latin typeface="Meiryo UI" panose="020B0604030504040204" pitchFamily="50" charset="-128"/>
              <a:ea typeface="Meiryo UI" panose="020B0604030504040204" pitchFamily="50" charset="-128"/>
            </a:endParaRPr>
          </a:p>
        </p:txBody>
      </p:sp>
      <p:sp>
        <p:nvSpPr>
          <p:cNvPr id="10" name="正方形/長方形 9">
            <a:extLst>
              <a:ext uri="{FF2B5EF4-FFF2-40B4-BE49-F238E27FC236}">
                <a16:creationId xmlns:a16="http://schemas.microsoft.com/office/drawing/2014/main" id="{C767C788-F287-97FD-D3D9-960DC56D2B92}"/>
              </a:ext>
            </a:extLst>
          </p:cNvPr>
          <p:cNvSpPr/>
          <p:nvPr/>
        </p:nvSpPr>
        <p:spPr>
          <a:xfrm>
            <a:off x="5006638" y="1051857"/>
            <a:ext cx="3421625" cy="825910"/>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en-US" altLang="ja-JP" sz="2400" b="1" dirty="0">
                <a:solidFill>
                  <a:schemeClr val="tx1"/>
                </a:solidFill>
                <a:latin typeface="Meiryo UI" panose="020B0604030504040204" pitchFamily="50" charset="-128"/>
                <a:ea typeface="Meiryo UI" panose="020B0604030504040204" pitchFamily="50" charset="-128"/>
              </a:rPr>
              <a:t>JMRC</a:t>
            </a:r>
            <a:r>
              <a:rPr kumimoji="1" lang="ja-JP" altLang="en-US" sz="2400" b="1" dirty="0">
                <a:solidFill>
                  <a:schemeClr val="tx1"/>
                </a:solidFill>
                <a:latin typeface="Meiryo UI" panose="020B0604030504040204" pitchFamily="50" charset="-128"/>
                <a:ea typeface="Meiryo UI" panose="020B0604030504040204" pitchFamily="50" charset="-128"/>
              </a:rPr>
              <a:t>近畿　</a:t>
            </a:r>
            <a:r>
              <a:rPr lang="ja-JP" altLang="en-US" sz="2400" b="1" dirty="0">
                <a:solidFill>
                  <a:schemeClr val="tx1"/>
                </a:solidFill>
                <a:latin typeface="Meiryo UI" panose="020B0604030504040204" pitchFamily="50" charset="-128"/>
                <a:ea typeface="Meiryo UI" panose="020B0604030504040204" pitchFamily="50" charset="-128"/>
              </a:rPr>
              <a:t>個人会員証</a:t>
            </a:r>
            <a:endParaRPr kumimoji="1" lang="ja-JP" altLang="en-US" sz="2400" b="1" dirty="0">
              <a:solidFill>
                <a:schemeClr val="tx1"/>
              </a:solidFill>
              <a:latin typeface="Meiryo UI" panose="020B0604030504040204" pitchFamily="50" charset="-128"/>
              <a:ea typeface="Meiryo UI" panose="020B0604030504040204" pitchFamily="50" charset="-128"/>
            </a:endParaRPr>
          </a:p>
        </p:txBody>
      </p:sp>
      <p:pic>
        <p:nvPicPr>
          <p:cNvPr id="12" name="図 11">
            <a:extLst>
              <a:ext uri="{FF2B5EF4-FFF2-40B4-BE49-F238E27FC236}">
                <a16:creationId xmlns:a16="http://schemas.microsoft.com/office/drawing/2014/main" id="{C7DE9505-FF56-27A6-F60C-A9ED0839E54D}"/>
              </a:ext>
            </a:extLst>
          </p:cNvPr>
          <p:cNvPicPr>
            <a:picLocks noChangeAspect="1"/>
          </p:cNvPicPr>
          <p:nvPr/>
        </p:nvPicPr>
        <p:blipFill>
          <a:blip r:embed="rId5"/>
          <a:stretch>
            <a:fillRect/>
          </a:stretch>
        </p:blipFill>
        <p:spPr>
          <a:xfrm>
            <a:off x="8465573" y="1022803"/>
            <a:ext cx="822629" cy="845167"/>
          </a:xfrm>
          <a:prstGeom prst="rect">
            <a:avLst/>
          </a:prstGeom>
        </p:spPr>
      </p:pic>
      <p:sp>
        <p:nvSpPr>
          <p:cNvPr id="13" name="正方形/長方形 12">
            <a:extLst>
              <a:ext uri="{FF2B5EF4-FFF2-40B4-BE49-F238E27FC236}">
                <a16:creationId xmlns:a16="http://schemas.microsoft.com/office/drawing/2014/main" id="{A059E7B1-BACB-0465-58ED-DC7C0D7D29C0}"/>
              </a:ext>
            </a:extLst>
          </p:cNvPr>
          <p:cNvSpPr/>
          <p:nvPr/>
        </p:nvSpPr>
        <p:spPr>
          <a:xfrm>
            <a:off x="7334866" y="1878032"/>
            <a:ext cx="2198292" cy="890373"/>
          </a:xfrm>
          <a:prstGeom prst="rect">
            <a:avLst/>
          </a:prstGeom>
          <a:solidFill>
            <a:srgbClr val="FFFAD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en-US" altLang="ja-JP" sz="4000" b="1" dirty="0">
                <a:solidFill>
                  <a:schemeClr val="tx1"/>
                </a:solidFill>
                <a:latin typeface="Meiryo UI" panose="020B0604030504040204" pitchFamily="50" charset="-128"/>
                <a:ea typeface="Meiryo UI" panose="020B0604030504040204" pitchFamily="50" charset="-128"/>
              </a:rPr>
              <a:t>2027</a:t>
            </a:r>
            <a:endParaRPr kumimoji="1" lang="ja-JP" altLang="en-US" sz="4000" b="1" dirty="0">
              <a:solidFill>
                <a:schemeClr val="tx1"/>
              </a:solidFill>
              <a:latin typeface="Meiryo UI" panose="020B0604030504040204" pitchFamily="50" charset="-128"/>
              <a:ea typeface="Meiryo UI" panose="020B0604030504040204" pitchFamily="50" charset="-128"/>
            </a:endParaRPr>
          </a:p>
        </p:txBody>
      </p:sp>
      <p:sp>
        <p:nvSpPr>
          <p:cNvPr id="15" name="正方形/長方形 14">
            <a:extLst>
              <a:ext uri="{FF2B5EF4-FFF2-40B4-BE49-F238E27FC236}">
                <a16:creationId xmlns:a16="http://schemas.microsoft.com/office/drawing/2014/main" id="{A42DDD7C-9DEE-FA39-A970-387F625AE2F3}"/>
              </a:ext>
            </a:extLst>
          </p:cNvPr>
          <p:cNvSpPr/>
          <p:nvPr/>
        </p:nvSpPr>
        <p:spPr>
          <a:xfrm>
            <a:off x="3943924" y="3826813"/>
            <a:ext cx="5589233" cy="626543"/>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1400" b="1" dirty="0">
                <a:solidFill>
                  <a:schemeClr val="tx1"/>
                </a:solidFill>
                <a:latin typeface="Meiryo UI" panose="020B0604030504040204" pitchFamily="50" charset="-128"/>
                <a:ea typeface="Meiryo UI" panose="020B0604030504040204" pitchFamily="50" charset="-128"/>
              </a:rPr>
              <a:t>上記のものは</a:t>
            </a:r>
            <a:r>
              <a:rPr kumimoji="1" lang="en-US" altLang="ja-JP" sz="1400" b="1" dirty="0">
                <a:solidFill>
                  <a:schemeClr val="tx1"/>
                </a:solidFill>
                <a:latin typeface="Meiryo UI" panose="020B0604030504040204" pitchFamily="50" charset="-128"/>
                <a:ea typeface="Meiryo UI" panose="020B0604030504040204" pitchFamily="50" charset="-128"/>
              </a:rPr>
              <a:t>JMRC</a:t>
            </a:r>
            <a:r>
              <a:rPr lang="ja-JP" altLang="en-US" sz="1400" b="1" dirty="0">
                <a:solidFill>
                  <a:schemeClr val="tx1"/>
                </a:solidFill>
                <a:latin typeface="Meiryo UI" panose="020B0604030504040204" pitchFamily="50" charset="-128"/>
                <a:ea typeface="Meiryo UI" panose="020B0604030504040204" pitchFamily="50" charset="-128"/>
              </a:rPr>
              <a:t>近畿の個人会員であることを証明する</a:t>
            </a:r>
            <a:endParaRPr kumimoji="1" lang="en-US" altLang="ja-JP" sz="1400" b="1" dirty="0">
              <a:solidFill>
                <a:schemeClr val="tx1"/>
              </a:solidFill>
              <a:latin typeface="Meiryo UI" panose="020B0604030504040204" pitchFamily="50" charset="-128"/>
              <a:ea typeface="Meiryo UI" panose="020B0604030504040204" pitchFamily="50" charset="-128"/>
            </a:endParaRPr>
          </a:p>
          <a:p>
            <a:pPr algn="ctr"/>
            <a:r>
              <a:rPr kumimoji="1" lang="en-US" altLang="ja-JP" sz="2000" b="1" dirty="0">
                <a:solidFill>
                  <a:schemeClr val="tx1"/>
                </a:solidFill>
                <a:latin typeface="Meiryo UI" panose="020B0604030504040204" pitchFamily="50" charset="-128"/>
                <a:ea typeface="Meiryo UI" panose="020B0604030504040204" pitchFamily="50" charset="-128"/>
              </a:rPr>
              <a:t>JAF</a:t>
            </a:r>
            <a:r>
              <a:rPr kumimoji="1" lang="ja-JP" altLang="en-US" sz="2000" b="1" dirty="0">
                <a:solidFill>
                  <a:schemeClr val="tx1"/>
                </a:solidFill>
                <a:latin typeface="Meiryo UI" panose="020B0604030504040204" pitchFamily="50" charset="-128"/>
                <a:ea typeface="Meiryo UI" panose="020B0604030504040204" pitchFamily="50" charset="-128"/>
              </a:rPr>
              <a:t>近畿地域クラブ協議会</a:t>
            </a:r>
          </a:p>
        </p:txBody>
      </p:sp>
      <p:sp>
        <p:nvSpPr>
          <p:cNvPr id="16" name="正方形/長方形 15">
            <a:extLst>
              <a:ext uri="{FF2B5EF4-FFF2-40B4-BE49-F238E27FC236}">
                <a16:creationId xmlns:a16="http://schemas.microsoft.com/office/drawing/2014/main" id="{48B98707-0CA5-1820-893B-ABF45E44E292}"/>
              </a:ext>
            </a:extLst>
          </p:cNvPr>
          <p:cNvSpPr/>
          <p:nvPr/>
        </p:nvSpPr>
        <p:spPr>
          <a:xfrm>
            <a:off x="4078914" y="2594855"/>
            <a:ext cx="5319252" cy="556064"/>
          </a:xfrm>
          <a:prstGeom prst="rect">
            <a:avLst/>
          </a:prstGeom>
          <a:solidFill>
            <a:srgbClr val="FFFAD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2400" b="1" dirty="0">
                <a:solidFill>
                  <a:schemeClr val="tx1"/>
                </a:solidFill>
                <a:latin typeface="Meiryo UI" panose="020B0604030504040204" pitchFamily="50" charset="-128"/>
                <a:ea typeface="Meiryo UI" panose="020B0604030504040204" pitchFamily="50" charset="-128"/>
              </a:rPr>
              <a:t>会員</a:t>
            </a:r>
            <a:r>
              <a:rPr kumimoji="1" lang="en-US" altLang="ja-JP" sz="2400" b="1" dirty="0">
                <a:solidFill>
                  <a:schemeClr val="tx1"/>
                </a:solidFill>
                <a:latin typeface="Meiryo UI" panose="020B0604030504040204" pitchFamily="50" charset="-128"/>
                <a:ea typeface="Meiryo UI" panose="020B0604030504040204" pitchFamily="50" charset="-128"/>
              </a:rPr>
              <a:t>NO</a:t>
            </a:r>
            <a:r>
              <a:rPr kumimoji="1" lang="ja-JP" altLang="en-US" sz="2400" b="1" dirty="0">
                <a:solidFill>
                  <a:schemeClr val="tx1"/>
                </a:solidFill>
                <a:latin typeface="Meiryo UI" panose="020B0604030504040204" pitchFamily="50" charset="-128"/>
                <a:ea typeface="Meiryo UI" panose="020B0604030504040204" pitchFamily="50" charset="-128"/>
              </a:rPr>
              <a:t>：免許証番号</a:t>
            </a:r>
            <a:r>
              <a:rPr kumimoji="1" lang="en-US" altLang="ja-JP" sz="2400" b="1" dirty="0">
                <a:solidFill>
                  <a:schemeClr val="tx1"/>
                </a:solidFill>
                <a:latin typeface="Meiryo UI" panose="020B0604030504040204" pitchFamily="50" charset="-128"/>
                <a:ea typeface="Meiryo UI" panose="020B0604030504040204" pitchFamily="50" charset="-128"/>
              </a:rPr>
              <a:t>‐</a:t>
            </a:r>
            <a:r>
              <a:rPr kumimoji="1" lang="en-US" altLang="ja-JP" sz="2400" b="1" dirty="0">
                <a:solidFill>
                  <a:srgbClr val="FF0000"/>
                </a:solidFill>
                <a:latin typeface="Meiryo UI" panose="020B0604030504040204" pitchFamily="50" charset="-128"/>
                <a:ea typeface="Meiryo UI" panose="020B0604030504040204" pitchFamily="50" charset="-128"/>
              </a:rPr>
              <a:t>G</a:t>
            </a:r>
            <a:r>
              <a:rPr kumimoji="1" lang="en-US" altLang="ja-JP" sz="2400" b="1" dirty="0">
                <a:solidFill>
                  <a:schemeClr val="tx1"/>
                </a:solidFill>
                <a:latin typeface="Meiryo UI" panose="020B0604030504040204" pitchFamily="50" charset="-128"/>
                <a:ea typeface="Meiryo UI" panose="020B0604030504040204" pitchFamily="50" charset="-128"/>
              </a:rPr>
              <a:t>‐</a:t>
            </a:r>
            <a:r>
              <a:rPr kumimoji="1" lang="ja-JP" altLang="en-US" sz="2400" b="1" dirty="0">
                <a:solidFill>
                  <a:schemeClr val="tx1"/>
                </a:solidFill>
                <a:latin typeface="Meiryo UI" panose="020B0604030504040204" pitchFamily="50" charset="-128"/>
                <a:ea typeface="Meiryo UI" panose="020B0604030504040204" pitchFamily="50" charset="-128"/>
              </a:rPr>
              <a:t>クラブコード</a:t>
            </a:r>
          </a:p>
        </p:txBody>
      </p:sp>
      <p:sp>
        <p:nvSpPr>
          <p:cNvPr id="17" name="正方形/長方形 16">
            <a:extLst>
              <a:ext uri="{FF2B5EF4-FFF2-40B4-BE49-F238E27FC236}">
                <a16:creationId xmlns:a16="http://schemas.microsoft.com/office/drawing/2014/main" id="{18336B93-8BB5-C02B-4BED-2C0433B76C31}"/>
              </a:ext>
            </a:extLst>
          </p:cNvPr>
          <p:cNvSpPr/>
          <p:nvPr/>
        </p:nvSpPr>
        <p:spPr>
          <a:xfrm>
            <a:off x="4078912" y="1994785"/>
            <a:ext cx="3421625" cy="615266"/>
          </a:xfrm>
          <a:prstGeom prst="rect">
            <a:avLst/>
          </a:prstGeom>
          <a:solidFill>
            <a:srgbClr val="FFFAD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ja-JP" altLang="en-US" sz="2800" b="1" u="sng" dirty="0">
                <a:solidFill>
                  <a:schemeClr val="tx1"/>
                </a:solidFill>
                <a:latin typeface="Meiryo UI" panose="020B0604030504040204" pitchFamily="50" charset="-128"/>
                <a:ea typeface="Meiryo UI" panose="020B0604030504040204" pitchFamily="50" charset="-128"/>
              </a:rPr>
              <a:t>氏名：　　大阪　太郎　　　　　　　　　　　　　</a:t>
            </a:r>
            <a:endParaRPr kumimoji="1" lang="ja-JP" altLang="en-US" sz="2800" b="1" u="sng" dirty="0">
              <a:solidFill>
                <a:schemeClr val="tx1"/>
              </a:solidFill>
              <a:latin typeface="Meiryo UI" panose="020B0604030504040204" pitchFamily="50" charset="-128"/>
              <a:ea typeface="Meiryo UI" panose="020B0604030504040204" pitchFamily="50" charset="-128"/>
            </a:endParaRPr>
          </a:p>
        </p:txBody>
      </p:sp>
      <p:sp>
        <p:nvSpPr>
          <p:cNvPr id="18" name="正方形/長方形 17">
            <a:extLst>
              <a:ext uri="{FF2B5EF4-FFF2-40B4-BE49-F238E27FC236}">
                <a16:creationId xmlns:a16="http://schemas.microsoft.com/office/drawing/2014/main" id="{5FE7A2BB-E162-404E-8AFA-E85D6DC76041}"/>
              </a:ext>
            </a:extLst>
          </p:cNvPr>
          <p:cNvSpPr/>
          <p:nvPr/>
        </p:nvSpPr>
        <p:spPr>
          <a:xfrm>
            <a:off x="4078913" y="3109119"/>
            <a:ext cx="5319252" cy="386694"/>
          </a:xfrm>
          <a:prstGeom prst="rect">
            <a:avLst/>
          </a:prstGeom>
          <a:solidFill>
            <a:srgbClr val="FFFAD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1600" b="1" dirty="0">
                <a:solidFill>
                  <a:schemeClr val="tx1"/>
                </a:solidFill>
                <a:latin typeface="Meiryo UI" panose="020B0604030504040204" pitchFamily="50" charset="-128"/>
                <a:ea typeface="Meiryo UI" panose="020B0604030504040204" pitchFamily="50" charset="-128"/>
              </a:rPr>
              <a:t>所属クラブ：バトレックスレーシングクラブ（</a:t>
            </a:r>
            <a:r>
              <a:rPr kumimoji="1" lang="en-US" altLang="ja-JP" sz="1600" b="1" dirty="0">
                <a:solidFill>
                  <a:schemeClr val="tx1"/>
                </a:solidFill>
                <a:latin typeface="Meiryo UI" panose="020B0604030504040204" pitchFamily="50" charset="-128"/>
                <a:ea typeface="Meiryo UI" panose="020B0604030504040204" pitchFamily="50" charset="-128"/>
              </a:rPr>
              <a:t>BATTLEX</a:t>
            </a:r>
            <a:r>
              <a:rPr kumimoji="1" lang="ja-JP" altLang="en-US" sz="1600" b="1" dirty="0">
                <a:solidFill>
                  <a:schemeClr val="tx1"/>
                </a:solidFill>
                <a:latin typeface="Meiryo UI" panose="020B0604030504040204" pitchFamily="50" charset="-128"/>
                <a:ea typeface="Meiryo UI" panose="020B0604030504040204" pitchFamily="50" charset="-128"/>
              </a:rPr>
              <a:t>）</a:t>
            </a:r>
          </a:p>
        </p:txBody>
      </p:sp>
      <p:sp>
        <p:nvSpPr>
          <p:cNvPr id="19" name="正方形/長方形 18">
            <a:extLst>
              <a:ext uri="{FF2B5EF4-FFF2-40B4-BE49-F238E27FC236}">
                <a16:creationId xmlns:a16="http://schemas.microsoft.com/office/drawing/2014/main" id="{D0F28F06-8BF8-766C-1D44-64F4682B2D15}"/>
              </a:ext>
            </a:extLst>
          </p:cNvPr>
          <p:cNvSpPr/>
          <p:nvPr/>
        </p:nvSpPr>
        <p:spPr>
          <a:xfrm>
            <a:off x="4039386" y="3440119"/>
            <a:ext cx="5319252" cy="386694"/>
          </a:xfrm>
          <a:prstGeom prst="rect">
            <a:avLst/>
          </a:prstGeom>
          <a:solidFill>
            <a:srgbClr val="FFFAD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ja-JP" altLang="en-US" sz="1400" b="1" dirty="0">
                <a:solidFill>
                  <a:schemeClr val="tx1"/>
                </a:solidFill>
                <a:latin typeface="Meiryo UI" panose="020B0604030504040204" pitchFamily="50" charset="-128"/>
                <a:ea typeface="Meiryo UI" panose="020B0604030504040204" pitchFamily="50" charset="-128"/>
              </a:rPr>
              <a:t>入会日</a:t>
            </a:r>
            <a:r>
              <a:rPr kumimoji="1" lang="ja-JP" altLang="en-US" sz="1400" b="1" dirty="0">
                <a:solidFill>
                  <a:schemeClr val="tx1"/>
                </a:solidFill>
                <a:latin typeface="Meiryo UI" panose="020B0604030504040204" pitchFamily="50" charset="-128"/>
                <a:ea typeface="Meiryo UI" panose="020B0604030504040204" pitchFamily="50" charset="-128"/>
              </a:rPr>
              <a:t>：</a:t>
            </a:r>
            <a:r>
              <a:rPr kumimoji="1" lang="en-US" altLang="ja-JP" sz="1400" b="1" dirty="0">
                <a:solidFill>
                  <a:schemeClr val="tx1"/>
                </a:solidFill>
                <a:latin typeface="Meiryo UI" panose="020B0604030504040204" pitchFamily="50" charset="-128"/>
                <a:ea typeface="Meiryo UI" panose="020B0604030504040204" pitchFamily="50" charset="-128"/>
              </a:rPr>
              <a:t>2027</a:t>
            </a:r>
            <a:r>
              <a:rPr kumimoji="1" lang="ja-JP" altLang="en-US" sz="1400" b="1" dirty="0">
                <a:solidFill>
                  <a:schemeClr val="tx1"/>
                </a:solidFill>
                <a:latin typeface="Meiryo UI" panose="020B0604030504040204" pitchFamily="50" charset="-128"/>
                <a:ea typeface="Meiryo UI" panose="020B0604030504040204" pitchFamily="50" charset="-128"/>
              </a:rPr>
              <a:t>年</a:t>
            </a:r>
            <a:r>
              <a:rPr kumimoji="1" lang="en-US" altLang="ja-JP" sz="1400" b="1" dirty="0">
                <a:solidFill>
                  <a:schemeClr val="tx1"/>
                </a:solidFill>
                <a:latin typeface="Meiryo UI" panose="020B0604030504040204" pitchFamily="50" charset="-128"/>
                <a:ea typeface="Meiryo UI" panose="020B0604030504040204" pitchFamily="50" charset="-128"/>
              </a:rPr>
              <a:t>1</a:t>
            </a:r>
            <a:r>
              <a:rPr kumimoji="1" lang="ja-JP" altLang="en-US" sz="1400" b="1" dirty="0">
                <a:solidFill>
                  <a:schemeClr val="tx1"/>
                </a:solidFill>
                <a:latin typeface="Meiryo UI" panose="020B0604030504040204" pitchFamily="50" charset="-128"/>
                <a:ea typeface="Meiryo UI" panose="020B0604030504040204" pitchFamily="50" charset="-128"/>
              </a:rPr>
              <a:t>月</a:t>
            </a:r>
            <a:r>
              <a:rPr kumimoji="1" lang="en-US" altLang="ja-JP" sz="1400" b="1" dirty="0">
                <a:solidFill>
                  <a:schemeClr val="tx1"/>
                </a:solidFill>
                <a:latin typeface="Meiryo UI" panose="020B0604030504040204" pitchFamily="50" charset="-128"/>
                <a:ea typeface="Meiryo UI" panose="020B0604030504040204" pitchFamily="50" charset="-128"/>
              </a:rPr>
              <a:t>1</a:t>
            </a:r>
            <a:r>
              <a:rPr kumimoji="1" lang="ja-JP" altLang="en-US" sz="1400" b="1" dirty="0">
                <a:solidFill>
                  <a:schemeClr val="tx1"/>
                </a:solidFill>
                <a:latin typeface="Meiryo UI" panose="020B0604030504040204" pitchFamily="50" charset="-128"/>
                <a:ea typeface="Meiryo UI" panose="020B0604030504040204" pitchFamily="50" charset="-128"/>
              </a:rPr>
              <a:t>日　　有効期限：</a:t>
            </a:r>
            <a:r>
              <a:rPr kumimoji="1" lang="en-US" altLang="ja-JP" sz="1400" b="1" dirty="0">
                <a:solidFill>
                  <a:schemeClr val="tx1"/>
                </a:solidFill>
                <a:latin typeface="Meiryo UI" panose="020B0604030504040204" pitchFamily="50" charset="-128"/>
                <a:ea typeface="Meiryo UI" panose="020B0604030504040204" pitchFamily="50" charset="-128"/>
              </a:rPr>
              <a:t>2027</a:t>
            </a:r>
            <a:r>
              <a:rPr kumimoji="1" lang="ja-JP" altLang="en-US" sz="1400" b="1" dirty="0">
                <a:solidFill>
                  <a:schemeClr val="tx1"/>
                </a:solidFill>
                <a:latin typeface="Meiryo UI" panose="020B0604030504040204" pitchFamily="50" charset="-128"/>
                <a:ea typeface="Meiryo UI" panose="020B0604030504040204" pitchFamily="50" charset="-128"/>
              </a:rPr>
              <a:t>年</a:t>
            </a:r>
            <a:r>
              <a:rPr lang="en-US" altLang="ja-JP" sz="1400" b="1" dirty="0">
                <a:solidFill>
                  <a:schemeClr val="tx1"/>
                </a:solidFill>
                <a:latin typeface="Meiryo UI" panose="020B0604030504040204" pitchFamily="50" charset="-128"/>
                <a:ea typeface="Meiryo UI" panose="020B0604030504040204" pitchFamily="50" charset="-128"/>
              </a:rPr>
              <a:t>12</a:t>
            </a:r>
            <a:r>
              <a:rPr lang="ja-JP" altLang="en-US" sz="1400" b="1" dirty="0">
                <a:solidFill>
                  <a:schemeClr val="tx1"/>
                </a:solidFill>
                <a:latin typeface="Meiryo UI" panose="020B0604030504040204" pitchFamily="50" charset="-128"/>
                <a:ea typeface="Meiryo UI" panose="020B0604030504040204" pitchFamily="50" charset="-128"/>
              </a:rPr>
              <a:t>月</a:t>
            </a:r>
            <a:r>
              <a:rPr lang="en-US" altLang="ja-JP" sz="1400" b="1" dirty="0">
                <a:solidFill>
                  <a:schemeClr val="tx1"/>
                </a:solidFill>
                <a:latin typeface="Meiryo UI" panose="020B0604030504040204" pitchFamily="50" charset="-128"/>
                <a:ea typeface="Meiryo UI" panose="020B0604030504040204" pitchFamily="50" charset="-128"/>
              </a:rPr>
              <a:t>31</a:t>
            </a:r>
            <a:r>
              <a:rPr lang="ja-JP" altLang="en-US" sz="1400" b="1" dirty="0">
                <a:solidFill>
                  <a:schemeClr val="tx1"/>
                </a:solidFill>
                <a:latin typeface="Meiryo UI" panose="020B0604030504040204" pitchFamily="50" charset="-128"/>
                <a:ea typeface="Meiryo UI" panose="020B0604030504040204" pitchFamily="50" charset="-128"/>
              </a:rPr>
              <a:t>日</a:t>
            </a:r>
            <a:endParaRPr kumimoji="1" lang="en-US" altLang="ja-JP" sz="1400" b="1" dirty="0">
              <a:solidFill>
                <a:schemeClr val="tx1"/>
              </a:solidFill>
              <a:latin typeface="Meiryo UI" panose="020B0604030504040204" pitchFamily="50" charset="-128"/>
              <a:ea typeface="Meiryo UI" panose="020B0604030504040204" pitchFamily="50" charset="-128"/>
            </a:endParaRPr>
          </a:p>
        </p:txBody>
      </p:sp>
      <p:sp>
        <p:nvSpPr>
          <p:cNvPr id="20" name="吹き出し: 四角形 19">
            <a:extLst>
              <a:ext uri="{FF2B5EF4-FFF2-40B4-BE49-F238E27FC236}">
                <a16:creationId xmlns:a16="http://schemas.microsoft.com/office/drawing/2014/main" id="{6A283E85-C4BB-96AC-9078-788C4BAD2B88}"/>
              </a:ext>
            </a:extLst>
          </p:cNvPr>
          <p:cNvSpPr/>
          <p:nvPr/>
        </p:nvSpPr>
        <p:spPr>
          <a:xfrm>
            <a:off x="9857727" y="5136076"/>
            <a:ext cx="2166824" cy="612460"/>
          </a:xfrm>
          <a:prstGeom prst="wedgeRectCallout">
            <a:avLst>
              <a:gd name="adj1" fmla="val -22364"/>
              <a:gd name="adj2" fmla="val -96559"/>
            </a:avLst>
          </a:prstGeom>
          <a:solidFill>
            <a:schemeClr val="bg1"/>
          </a:solidFill>
          <a:ln w="19050"/>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ja-JP" altLang="en-US" dirty="0">
                <a:solidFill>
                  <a:schemeClr val="tx1"/>
                </a:solidFill>
                <a:latin typeface="Meiryo UI" panose="020B0604030504040204" pitchFamily="50" charset="-128"/>
                <a:ea typeface="Meiryo UI" panose="020B0604030504040204" pitchFamily="50" charset="-128"/>
              </a:rPr>
              <a:t>■スマホイメージ</a:t>
            </a:r>
            <a:endParaRPr lang="en-US" altLang="ja-JP" dirty="0">
              <a:solidFill>
                <a:schemeClr val="tx1"/>
              </a:solidFill>
              <a:latin typeface="Meiryo UI" panose="020B0604030504040204" pitchFamily="50" charset="-128"/>
              <a:ea typeface="Meiryo UI" panose="020B0604030504040204" pitchFamily="50" charset="-128"/>
            </a:endParaRPr>
          </a:p>
        </p:txBody>
      </p:sp>
    </p:spTree>
    <p:extLst>
      <p:ext uri="{BB962C8B-B14F-4D97-AF65-F5344CB8AC3E}">
        <p14:creationId xmlns:p14="http://schemas.microsoft.com/office/powerpoint/2010/main" val="3119693807"/>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テキスト ボックス 2">
            <a:extLst>
              <a:ext uri="{FF2B5EF4-FFF2-40B4-BE49-F238E27FC236}">
                <a16:creationId xmlns:a16="http://schemas.microsoft.com/office/drawing/2014/main" id="{D248CD52-5293-3A60-6E58-062B5CEB6812}"/>
              </a:ext>
            </a:extLst>
          </p:cNvPr>
          <p:cNvSpPr txBox="1"/>
          <p:nvPr/>
        </p:nvSpPr>
        <p:spPr>
          <a:xfrm>
            <a:off x="224291" y="0"/>
            <a:ext cx="11488497" cy="646331"/>
          </a:xfrm>
          <a:prstGeom prst="rect">
            <a:avLst/>
          </a:prstGeom>
          <a:noFill/>
        </p:spPr>
        <p:txBody>
          <a:bodyPr wrap="square" rtlCol="0">
            <a:spAutoFit/>
          </a:bodyPr>
          <a:lstStyle/>
          <a:p>
            <a:r>
              <a:rPr lang="ja-JP" altLang="en-US" sz="3600" dirty="0">
                <a:latin typeface="Meiryo UI" panose="020B0604030504040204" pitchFamily="50" charset="-128"/>
                <a:ea typeface="Meiryo UI" panose="020B0604030504040204" pitchFamily="50" charset="-128"/>
              </a:rPr>
              <a:t>３．</a:t>
            </a:r>
            <a:r>
              <a:rPr lang="en-US" altLang="ja-JP" sz="3600" dirty="0">
                <a:latin typeface="Meiryo UI" panose="020B0604030504040204" pitchFamily="50" charset="-128"/>
                <a:ea typeface="Meiryo UI" panose="020B0604030504040204" pitchFamily="50" charset="-128"/>
              </a:rPr>
              <a:t>JMRC</a:t>
            </a:r>
            <a:r>
              <a:rPr lang="ja-JP" altLang="en-US" sz="3600" dirty="0">
                <a:latin typeface="Meiryo UI" panose="020B0604030504040204" pitchFamily="50" charset="-128"/>
                <a:ea typeface="Meiryo UI" panose="020B0604030504040204" pitchFamily="50" charset="-128"/>
              </a:rPr>
              <a:t>近畿事務局ポータルシステム要件</a:t>
            </a:r>
            <a:endParaRPr kumimoji="1" lang="ja-JP" altLang="en-US" sz="3600" dirty="0">
              <a:latin typeface="Meiryo UI" panose="020B0604030504040204" pitchFamily="50" charset="-128"/>
              <a:ea typeface="Meiryo UI" panose="020B0604030504040204" pitchFamily="50" charset="-128"/>
            </a:endParaRPr>
          </a:p>
        </p:txBody>
      </p:sp>
      <p:sp>
        <p:nvSpPr>
          <p:cNvPr id="4" name="テキスト ボックス 3">
            <a:extLst>
              <a:ext uri="{FF2B5EF4-FFF2-40B4-BE49-F238E27FC236}">
                <a16:creationId xmlns:a16="http://schemas.microsoft.com/office/drawing/2014/main" id="{9C35CD4C-2CF0-216A-2620-717A8E3769C6}"/>
              </a:ext>
            </a:extLst>
          </p:cNvPr>
          <p:cNvSpPr txBox="1"/>
          <p:nvPr/>
        </p:nvSpPr>
        <p:spPr>
          <a:xfrm>
            <a:off x="224291" y="777495"/>
            <a:ext cx="11829165" cy="6001643"/>
          </a:xfrm>
          <a:prstGeom prst="rect">
            <a:avLst/>
          </a:prstGeom>
          <a:noFill/>
        </p:spPr>
        <p:txBody>
          <a:bodyPr wrap="square" rtlCol="0">
            <a:spAutoFit/>
          </a:bodyPr>
          <a:lstStyle/>
          <a:p>
            <a:r>
              <a:rPr lang="ja-JP" altLang="en-US" sz="2400" dirty="0">
                <a:latin typeface="Meiryo UI" panose="020B0604030504040204" pitchFamily="50" charset="-128"/>
                <a:ea typeface="Meiryo UI" panose="020B0604030504040204" pitchFamily="50" charset="-128"/>
              </a:rPr>
              <a:t>（１）システム運用方法</a:t>
            </a:r>
            <a:endParaRPr lang="en-US" altLang="ja-JP" sz="2400" dirty="0">
              <a:latin typeface="Meiryo UI" panose="020B0604030504040204" pitchFamily="50" charset="-128"/>
              <a:ea typeface="Meiryo UI" panose="020B0604030504040204" pitchFamily="50" charset="-128"/>
            </a:endParaRPr>
          </a:p>
          <a:p>
            <a:endParaRPr lang="en-US" altLang="ja-JP" sz="2000" dirty="0">
              <a:latin typeface="Meiryo UI" panose="020B0604030504040204" pitchFamily="50" charset="-128"/>
              <a:ea typeface="Meiryo UI" panose="020B0604030504040204" pitchFamily="50" charset="-128"/>
            </a:endParaRPr>
          </a:p>
          <a:p>
            <a:r>
              <a:rPr lang="ja-JP" altLang="en-US" sz="2000" dirty="0">
                <a:latin typeface="Meiryo UI" panose="020B0604030504040204" pitchFamily="50" charset="-128"/>
                <a:ea typeface="Meiryo UI" panose="020B0604030504040204" pitchFamily="50" charset="-128"/>
              </a:rPr>
              <a:t>　▶</a:t>
            </a:r>
            <a:r>
              <a:rPr lang="en-US" altLang="ja-JP" sz="2000" dirty="0">
                <a:latin typeface="Meiryo UI" panose="020B0604030504040204" pitchFamily="50" charset="-128"/>
                <a:ea typeface="Meiryo UI" panose="020B0604030504040204" pitchFamily="50" charset="-128"/>
              </a:rPr>
              <a:t>JMRC</a:t>
            </a:r>
            <a:r>
              <a:rPr lang="ja-JP" altLang="en-US" sz="2000" dirty="0">
                <a:latin typeface="Meiryo UI" panose="020B0604030504040204" pitchFamily="50" charset="-128"/>
                <a:ea typeface="Meiryo UI" panose="020B0604030504040204" pitchFamily="50" charset="-128"/>
              </a:rPr>
              <a:t>近畿事務局</a:t>
            </a:r>
            <a:endParaRPr lang="en-US" altLang="ja-JP" sz="2000" dirty="0">
              <a:latin typeface="Meiryo UI" panose="020B0604030504040204" pitchFamily="50" charset="-128"/>
              <a:ea typeface="Meiryo UI" panose="020B0604030504040204" pitchFamily="50" charset="-128"/>
            </a:endParaRPr>
          </a:p>
          <a:p>
            <a:r>
              <a:rPr lang="ja-JP" altLang="en-US" sz="2000" dirty="0">
                <a:latin typeface="Meiryo UI" panose="020B0604030504040204" pitchFamily="50" charset="-128"/>
                <a:ea typeface="Meiryo UI" panose="020B0604030504040204" pitchFamily="50" charset="-128"/>
              </a:rPr>
              <a:t>　　・正会員クラブからの登録申請・入金確認により、クラブ登録・承認を行う</a:t>
            </a:r>
            <a:endParaRPr lang="en-US" altLang="ja-JP" sz="2000" dirty="0">
              <a:latin typeface="Meiryo UI" panose="020B0604030504040204" pitchFamily="50" charset="-128"/>
              <a:ea typeface="Meiryo UI" panose="020B0604030504040204" pitchFamily="50" charset="-128"/>
            </a:endParaRPr>
          </a:p>
          <a:p>
            <a:r>
              <a:rPr lang="ja-JP" altLang="en-US" sz="2000" dirty="0">
                <a:latin typeface="Meiryo UI" panose="020B0604030504040204" pitchFamily="50" charset="-128"/>
                <a:ea typeface="Meiryo UI" panose="020B0604030504040204" pitchFamily="50" charset="-128"/>
              </a:rPr>
              <a:t>　　・正会員クラブの承認が完了で、クラブコードの当該年度使用を可能とする</a:t>
            </a:r>
            <a:endParaRPr lang="en-US" altLang="ja-JP" sz="2000" dirty="0">
              <a:latin typeface="Meiryo UI" panose="020B0604030504040204" pitchFamily="50" charset="-128"/>
              <a:ea typeface="Meiryo UI" panose="020B0604030504040204" pitchFamily="50" charset="-128"/>
            </a:endParaRPr>
          </a:p>
          <a:p>
            <a:endParaRPr lang="en-US" altLang="ja-JP" sz="2000" dirty="0">
              <a:latin typeface="Meiryo UI" panose="020B0604030504040204" pitchFamily="50" charset="-128"/>
              <a:ea typeface="Meiryo UI" panose="020B0604030504040204" pitchFamily="50" charset="-128"/>
            </a:endParaRPr>
          </a:p>
          <a:p>
            <a:r>
              <a:rPr lang="ja-JP" altLang="en-US" sz="2000" dirty="0">
                <a:latin typeface="Meiryo UI" panose="020B0604030504040204" pitchFamily="50" charset="-128"/>
                <a:ea typeface="Meiryo UI" panose="020B0604030504040204" pitchFamily="50" charset="-128"/>
              </a:rPr>
              <a:t>　▶クラブ代表者</a:t>
            </a:r>
            <a:endParaRPr lang="en-US" altLang="ja-JP" sz="2000" dirty="0">
              <a:latin typeface="Meiryo UI" panose="020B0604030504040204" pitchFamily="50" charset="-128"/>
              <a:ea typeface="Meiryo UI" panose="020B0604030504040204" pitchFamily="50" charset="-128"/>
            </a:endParaRPr>
          </a:p>
          <a:p>
            <a:r>
              <a:rPr lang="ja-JP" altLang="en-US" sz="2000" dirty="0">
                <a:latin typeface="Meiryo UI" panose="020B0604030504040204" pitchFamily="50" charset="-128"/>
                <a:ea typeface="Meiryo UI" panose="020B0604030504040204" pitchFamily="50" charset="-128"/>
              </a:rPr>
              <a:t>　　・正会員登録の承認後に、クラブ代表者によるクラブ員の登録を行う</a:t>
            </a:r>
            <a:endParaRPr lang="en-US" altLang="ja-JP" sz="2000" dirty="0">
              <a:latin typeface="Meiryo UI" panose="020B0604030504040204" pitchFamily="50" charset="-128"/>
              <a:ea typeface="Meiryo UI" panose="020B0604030504040204" pitchFamily="50" charset="-128"/>
            </a:endParaRPr>
          </a:p>
          <a:p>
            <a:r>
              <a:rPr lang="ja-JP" altLang="en-US" sz="2000" dirty="0">
                <a:latin typeface="Meiryo UI" panose="020B0604030504040204" pitchFamily="50" charset="-128"/>
                <a:ea typeface="Meiryo UI" panose="020B0604030504040204" pitchFamily="50" charset="-128"/>
              </a:rPr>
              <a:t>　（各クラブへの入会については各クラブで対応、クラブ入会済みであること前提でクラブ員からの申請を承認する）</a:t>
            </a:r>
            <a:endParaRPr lang="en-US" altLang="ja-JP" sz="2000" dirty="0">
              <a:latin typeface="Meiryo UI" panose="020B0604030504040204" pitchFamily="50" charset="-128"/>
              <a:ea typeface="Meiryo UI" panose="020B0604030504040204" pitchFamily="50" charset="-128"/>
            </a:endParaRPr>
          </a:p>
          <a:p>
            <a:r>
              <a:rPr lang="ja-JP" altLang="en-US" sz="2000" dirty="0">
                <a:latin typeface="Meiryo UI" panose="020B0604030504040204" pitchFamily="50" charset="-128"/>
                <a:ea typeface="Meiryo UI" panose="020B0604030504040204" pitchFamily="50" charset="-128"/>
              </a:rPr>
              <a:t>　　・クラブ員からシステムを通してクラブ員登録申請を受けると、登録済み分は自動承認、未登録は都度承認する</a:t>
            </a:r>
            <a:endParaRPr lang="en-US" altLang="ja-JP" sz="2000" dirty="0">
              <a:latin typeface="Meiryo UI" panose="020B0604030504040204" pitchFamily="50" charset="-128"/>
              <a:ea typeface="Meiryo UI" panose="020B0604030504040204" pitchFamily="50" charset="-128"/>
            </a:endParaRPr>
          </a:p>
          <a:p>
            <a:endParaRPr lang="en-US" altLang="ja-JP" sz="2000" dirty="0">
              <a:latin typeface="Meiryo UI" panose="020B0604030504040204" pitchFamily="50" charset="-128"/>
              <a:ea typeface="Meiryo UI" panose="020B0604030504040204" pitchFamily="50" charset="-128"/>
            </a:endParaRPr>
          </a:p>
          <a:p>
            <a:r>
              <a:rPr lang="ja-JP" altLang="en-US" sz="2000" dirty="0">
                <a:latin typeface="Meiryo UI" panose="020B0604030504040204" pitchFamily="50" charset="-128"/>
                <a:ea typeface="Meiryo UI" panose="020B0604030504040204" pitchFamily="50" charset="-128"/>
              </a:rPr>
              <a:t>　▶各クラブ員</a:t>
            </a:r>
            <a:endParaRPr lang="en-US" altLang="ja-JP" sz="2000" dirty="0">
              <a:latin typeface="Meiryo UI" panose="020B0604030504040204" pitchFamily="50" charset="-128"/>
              <a:ea typeface="Meiryo UI" panose="020B0604030504040204" pitchFamily="50" charset="-128"/>
            </a:endParaRPr>
          </a:p>
          <a:p>
            <a:r>
              <a:rPr lang="ja-JP" altLang="en-US" sz="2000" dirty="0">
                <a:latin typeface="Meiryo UI" panose="020B0604030504040204" pitchFamily="50" charset="-128"/>
                <a:ea typeface="Meiryo UI" panose="020B0604030504040204" pitchFamily="50" charset="-128"/>
              </a:rPr>
              <a:t>　　・自分の所属するクラブ代表にクラブ員登録を依頼、システムで個人会員登録・入金ののちクラブ登録を行う</a:t>
            </a:r>
            <a:endParaRPr lang="en-US" altLang="ja-JP" sz="2000" dirty="0">
              <a:latin typeface="Meiryo UI" panose="020B0604030504040204" pitchFamily="50" charset="-128"/>
              <a:ea typeface="Meiryo UI" panose="020B0604030504040204" pitchFamily="50" charset="-128"/>
            </a:endParaRPr>
          </a:p>
          <a:p>
            <a:r>
              <a:rPr lang="ja-JP" altLang="en-US" sz="2000" dirty="0">
                <a:latin typeface="Meiryo UI" panose="020B0604030504040204" pitchFamily="50" charset="-128"/>
                <a:ea typeface="Meiryo UI" panose="020B0604030504040204" pitchFamily="50" charset="-128"/>
              </a:rPr>
              <a:t>　　　⇒個人会員と所属クラブの登録が完了すると、オンラインエントリーシステムにデータ共有する（ポリシー要）</a:t>
            </a:r>
            <a:endParaRPr lang="en-US" altLang="ja-JP" sz="2000" dirty="0">
              <a:latin typeface="Meiryo UI" panose="020B0604030504040204" pitchFamily="50" charset="-128"/>
              <a:ea typeface="Meiryo UI" panose="020B0604030504040204" pitchFamily="50" charset="-128"/>
            </a:endParaRPr>
          </a:p>
          <a:p>
            <a:r>
              <a:rPr lang="ja-JP" altLang="en-US" sz="2000" dirty="0">
                <a:latin typeface="Meiryo UI" panose="020B0604030504040204" pitchFamily="50" charset="-128"/>
                <a:ea typeface="Meiryo UI" panose="020B0604030504040204" pitchFamily="50" charset="-128"/>
              </a:rPr>
              <a:t>　</a:t>
            </a:r>
            <a:endParaRPr lang="en-US" altLang="ja-JP" sz="2000" dirty="0">
              <a:latin typeface="Meiryo UI" panose="020B0604030504040204" pitchFamily="50" charset="-128"/>
              <a:ea typeface="Meiryo UI" panose="020B0604030504040204" pitchFamily="50" charset="-128"/>
            </a:endParaRPr>
          </a:p>
          <a:p>
            <a:r>
              <a:rPr lang="ja-JP" altLang="en-US" sz="2000" dirty="0">
                <a:latin typeface="Meiryo UI" panose="020B0604030504040204" pitchFamily="50" charset="-128"/>
                <a:ea typeface="Meiryo UI" panose="020B0604030504040204" pitchFamily="50" charset="-128"/>
              </a:rPr>
              <a:t>　　　</a:t>
            </a:r>
            <a:r>
              <a:rPr lang="en-US" altLang="ja-JP" sz="2000" dirty="0">
                <a:latin typeface="Meiryo UI" panose="020B0604030504040204" pitchFamily="50" charset="-128"/>
                <a:ea typeface="Meiryo UI" panose="020B0604030504040204" pitchFamily="50" charset="-128"/>
              </a:rPr>
              <a:t>※</a:t>
            </a:r>
            <a:r>
              <a:rPr lang="ja-JP" altLang="en-US" sz="2000" dirty="0">
                <a:latin typeface="Meiryo UI" panose="020B0604030504040204" pitchFamily="50" charset="-128"/>
                <a:ea typeface="Meiryo UI" panose="020B0604030504040204" pitchFamily="50" charset="-128"/>
              </a:rPr>
              <a:t>正会員クラブの登録と、個人会員承認アンサーバック機能</a:t>
            </a:r>
          </a:p>
          <a:p>
            <a:r>
              <a:rPr lang="ja-JP" altLang="en-US" sz="2000" dirty="0">
                <a:latin typeface="Meiryo UI" panose="020B0604030504040204" pitchFamily="50" charset="-128"/>
                <a:ea typeface="Meiryo UI" panose="020B0604030504040204" pitchFamily="50" charset="-128"/>
              </a:rPr>
              <a:t>　　　　クラブ登録時、クラブ員を事前登録しておくと個人会員の承認申請時に自動でアンサーバックする機能を</a:t>
            </a:r>
            <a:endParaRPr lang="en-US" altLang="ja-JP" sz="2000" dirty="0">
              <a:latin typeface="Meiryo UI" panose="020B0604030504040204" pitchFamily="50" charset="-128"/>
              <a:ea typeface="Meiryo UI" panose="020B0604030504040204" pitchFamily="50" charset="-128"/>
            </a:endParaRPr>
          </a:p>
          <a:p>
            <a:r>
              <a:rPr lang="ja-JP" altLang="en-US" sz="2000" dirty="0">
                <a:latin typeface="Meiryo UI" panose="020B0604030504040204" pitchFamily="50" charset="-128"/>
                <a:ea typeface="Meiryo UI" panose="020B0604030504040204" pitchFamily="50" charset="-128"/>
              </a:rPr>
              <a:t>　　　　付与する（都度の承認は不要になるようにする）</a:t>
            </a:r>
          </a:p>
          <a:p>
            <a:r>
              <a:rPr lang="ja-JP" altLang="en-US" sz="2000" dirty="0">
                <a:latin typeface="Meiryo UI" panose="020B0604030504040204" pitchFamily="50" charset="-128"/>
                <a:ea typeface="Meiryo UI" panose="020B0604030504040204" pitchFamily="50" charset="-128"/>
              </a:rPr>
              <a:t>　　　　事前登録が無い場合はクラブ責任者にメールで連絡が届き、承認、却下を選択できる機能を付与する</a:t>
            </a:r>
          </a:p>
        </p:txBody>
      </p:sp>
      <p:sp>
        <p:nvSpPr>
          <p:cNvPr id="2" name="テキスト ボックス 1">
            <a:extLst>
              <a:ext uri="{FF2B5EF4-FFF2-40B4-BE49-F238E27FC236}">
                <a16:creationId xmlns:a16="http://schemas.microsoft.com/office/drawing/2014/main" id="{5AE81AD2-7796-3B79-6DAF-A4712D46B215}"/>
              </a:ext>
            </a:extLst>
          </p:cNvPr>
          <p:cNvSpPr txBox="1"/>
          <p:nvPr/>
        </p:nvSpPr>
        <p:spPr>
          <a:xfrm>
            <a:off x="10803308" y="132393"/>
            <a:ext cx="1197595" cy="461665"/>
          </a:xfrm>
          <a:prstGeom prst="rect">
            <a:avLst/>
          </a:prstGeom>
          <a:noFill/>
        </p:spPr>
        <p:txBody>
          <a:bodyPr wrap="square" rtlCol="0">
            <a:spAutoFit/>
          </a:bodyPr>
          <a:lstStyle/>
          <a:p>
            <a:pPr algn="r"/>
            <a:r>
              <a:rPr kumimoji="1" lang="en-US" altLang="ja-JP" sz="2400" dirty="0"/>
              <a:t>8/14</a:t>
            </a:r>
            <a:endParaRPr kumimoji="1" lang="ja-JP" altLang="en-US" sz="2400" dirty="0"/>
          </a:p>
        </p:txBody>
      </p:sp>
    </p:spTree>
    <p:extLst>
      <p:ext uri="{BB962C8B-B14F-4D97-AF65-F5344CB8AC3E}">
        <p14:creationId xmlns:p14="http://schemas.microsoft.com/office/powerpoint/2010/main" val="199844061"/>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9C7E33E-FF6D-4A06-1540-D09EBE72366D}"/>
            </a:ext>
          </a:extLst>
        </p:cNvPr>
        <p:cNvGrpSpPr/>
        <p:nvPr/>
      </p:nvGrpSpPr>
      <p:grpSpPr>
        <a:xfrm>
          <a:off x="0" y="0"/>
          <a:ext cx="0" cy="0"/>
          <a:chOff x="0" y="0"/>
          <a:chExt cx="0" cy="0"/>
        </a:xfrm>
      </p:grpSpPr>
      <p:graphicFrame>
        <p:nvGraphicFramePr>
          <p:cNvPr id="3" name="表 2">
            <a:extLst>
              <a:ext uri="{FF2B5EF4-FFF2-40B4-BE49-F238E27FC236}">
                <a16:creationId xmlns:a16="http://schemas.microsoft.com/office/drawing/2014/main" id="{91303958-5DD2-3602-EF3D-3840C65CF0AB}"/>
              </a:ext>
            </a:extLst>
          </p:cNvPr>
          <p:cNvGraphicFramePr>
            <a:graphicFrameLocks noGrp="1"/>
          </p:cNvGraphicFramePr>
          <p:nvPr>
            <p:extLst>
              <p:ext uri="{D42A27DB-BD31-4B8C-83A1-F6EECF244321}">
                <p14:modId xmlns:p14="http://schemas.microsoft.com/office/powerpoint/2010/main" val="3144048576"/>
              </p:ext>
            </p:extLst>
          </p:nvPr>
        </p:nvGraphicFramePr>
        <p:xfrm>
          <a:off x="512614" y="1164277"/>
          <a:ext cx="8025245" cy="3557840"/>
        </p:xfrm>
        <a:graphic>
          <a:graphicData uri="http://schemas.openxmlformats.org/drawingml/2006/table">
            <a:tbl>
              <a:tblPr firstRow="1">
                <a:tableStyleId>{5C22544A-7EE6-4342-B048-85BDC9FD1C3A}</a:tableStyleId>
              </a:tblPr>
              <a:tblGrid>
                <a:gridCol w="1830693">
                  <a:extLst>
                    <a:ext uri="{9D8B030D-6E8A-4147-A177-3AD203B41FA5}">
                      <a16:colId xmlns:a16="http://schemas.microsoft.com/office/drawing/2014/main" val="2263540979"/>
                    </a:ext>
                  </a:extLst>
                </a:gridCol>
                <a:gridCol w="2660891">
                  <a:extLst>
                    <a:ext uri="{9D8B030D-6E8A-4147-A177-3AD203B41FA5}">
                      <a16:colId xmlns:a16="http://schemas.microsoft.com/office/drawing/2014/main" val="3589941205"/>
                    </a:ext>
                  </a:extLst>
                </a:gridCol>
                <a:gridCol w="3533661">
                  <a:extLst>
                    <a:ext uri="{9D8B030D-6E8A-4147-A177-3AD203B41FA5}">
                      <a16:colId xmlns:a16="http://schemas.microsoft.com/office/drawing/2014/main" val="4106708119"/>
                    </a:ext>
                  </a:extLst>
                </a:gridCol>
              </a:tblGrid>
              <a:tr h="260072">
                <a:tc>
                  <a:txBody>
                    <a:bodyPr/>
                    <a:lstStyle/>
                    <a:p>
                      <a:pPr algn="ctr" fontAlgn="ctr">
                        <a:buNone/>
                      </a:pPr>
                      <a:r>
                        <a:rPr lang="ja-JP" altLang="en-US" sz="1400" u="none" strike="noStrike">
                          <a:effectLst/>
                          <a:latin typeface="Meiryo UI" panose="020B0604030504040204" pitchFamily="50" charset="-128"/>
                          <a:ea typeface="Meiryo UI" panose="020B0604030504040204" pitchFamily="50" charset="-128"/>
                        </a:rPr>
                        <a:t>項目</a:t>
                      </a:r>
                      <a:endParaRPr lang="ja-JP" altLang="en-US" sz="1400" b="1" i="0" u="none" strike="noStrike">
                        <a:solidFill>
                          <a:srgbClr val="FFFFFF"/>
                        </a:solidFill>
                        <a:effectLst/>
                        <a:latin typeface="Meiryo UI" panose="020B0604030504040204" pitchFamily="50" charset="-128"/>
                        <a:ea typeface="Meiryo UI" panose="020B0604030504040204" pitchFamily="50" charset="-128"/>
                      </a:endParaRPr>
                    </a:p>
                  </a:txBody>
                  <a:tcPr marL="7620" marR="7620" marT="7620" marB="0" anchor="ctr">
                    <a:lnB w="6350" cap="flat" cmpd="sng" algn="ctr">
                      <a:solidFill>
                        <a:schemeClr val="tx1"/>
                      </a:solidFill>
                      <a:prstDash val="solid"/>
                      <a:round/>
                      <a:headEnd type="none" w="med" len="med"/>
                      <a:tailEnd type="none" w="med" len="med"/>
                    </a:lnB>
                  </a:tcPr>
                </a:tc>
                <a:tc>
                  <a:txBody>
                    <a:bodyPr/>
                    <a:lstStyle/>
                    <a:p>
                      <a:pPr algn="ctr" fontAlgn="ctr">
                        <a:buNone/>
                      </a:pPr>
                      <a:r>
                        <a:rPr lang="ja-JP" altLang="en-US" sz="1400" u="none" strike="noStrike" dirty="0">
                          <a:solidFill>
                            <a:srgbClr val="FFFF00"/>
                          </a:solidFill>
                          <a:effectLst/>
                          <a:latin typeface="Meiryo UI" panose="020B0604030504040204" pitchFamily="50" charset="-128"/>
                          <a:ea typeface="Meiryo UI" panose="020B0604030504040204" pitchFamily="50" charset="-128"/>
                        </a:rPr>
                        <a:t>デジタル化対象</a:t>
                      </a:r>
                      <a:r>
                        <a:rPr lang="zh-TW" altLang="en-US" sz="1400" u="none" strike="noStrike" dirty="0">
                          <a:solidFill>
                            <a:srgbClr val="FFFF00"/>
                          </a:solidFill>
                          <a:effectLst/>
                          <a:latin typeface="Meiryo UI" panose="020B0604030504040204" pitchFamily="50" charset="-128"/>
                          <a:ea typeface="Meiryo UI" panose="020B0604030504040204" pitchFamily="50" charset="-128"/>
                        </a:rPr>
                        <a:t>項目</a:t>
                      </a:r>
                      <a:endParaRPr lang="zh-TW" altLang="en-US" sz="1400" b="1" i="0" u="none" strike="noStrike" dirty="0">
                        <a:solidFill>
                          <a:srgbClr val="FFFF00"/>
                        </a:solidFill>
                        <a:effectLst/>
                        <a:latin typeface="Meiryo UI" panose="020B0604030504040204" pitchFamily="50" charset="-128"/>
                        <a:ea typeface="Meiryo UI" panose="020B0604030504040204" pitchFamily="50" charset="-128"/>
                      </a:endParaRPr>
                    </a:p>
                  </a:txBody>
                  <a:tcPr marL="7620" marR="7620" marT="7620" marB="0" anchor="ctr">
                    <a:lnB w="6350" cap="flat" cmpd="sng" algn="ctr">
                      <a:solidFill>
                        <a:schemeClr val="tx1"/>
                      </a:solidFill>
                      <a:prstDash val="solid"/>
                      <a:round/>
                      <a:headEnd type="none" w="med" len="med"/>
                      <a:tailEnd type="none" w="med" len="med"/>
                    </a:lnB>
                  </a:tcPr>
                </a:tc>
                <a:tc>
                  <a:txBody>
                    <a:bodyPr/>
                    <a:lstStyle/>
                    <a:p>
                      <a:pPr algn="ctr" fontAlgn="ctr">
                        <a:buNone/>
                      </a:pPr>
                      <a:r>
                        <a:rPr lang="ja-JP" altLang="en-US" sz="1400" u="none" strike="noStrike" dirty="0">
                          <a:effectLst/>
                          <a:latin typeface="Meiryo UI" panose="020B0604030504040204" pitchFamily="50" charset="-128"/>
                          <a:ea typeface="Meiryo UI" panose="020B0604030504040204" pitchFamily="50" charset="-128"/>
                        </a:rPr>
                        <a:t>デジタル化案</a:t>
                      </a:r>
                      <a:endParaRPr lang="ja-JP" altLang="en-US" sz="1400" b="1" i="0" u="none" strike="noStrike" dirty="0">
                        <a:solidFill>
                          <a:srgbClr val="FFFFFF"/>
                        </a:solidFill>
                        <a:effectLst/>
                        <a:latin typeface="Meiryo UI" panose="020B0604030504040204" pitchFamily="50" charset="-128"/>
                        <a:ea typeface="Meiryo UI" panose="020B0604030504040204" pitchFamily="50" charset="-128"/>
                      </a:endParaRPr>
                    </a:p>
                  </a:txBody>
                  <a:tcPr marL="7620" marR="7620" marT="7620" marB="0" anchor="ctr">
                    <a:lnB w="635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170247819"/>
                  </a:ext>
                </a:extLst>
              </a:tr>
              <a:tr h="274814">
                <a:tc>
                  <a:txBody>
                    <a:bodyPr/>
                    <a:lstStyle/>
                    <a:p>
                      <a:pPr algn="ctr" fontAlgn="ctr">
                        <a:buNone/>
                      </a:pPr>
                      <a:r>
                        <a:rPr lang="ja-JP" altLang="en-US" sz="1400" b="1" u="none" strike="noStrike" dirty="0">
                          <a:effectLst/>
                          <a:latin typeface="Meiryo UI" panose="020B0604030504040204" pitchFamily="50" charset="-128"/>
                          <a:ea typeface="Meiryo UI" panose="020B0604030504040204" pitchFamily="50" charset="-128"/>
                        </a:rPr>
                        <a:t>事務局</a:t>
                      </a:r>
                      <a:endParaRPr lang="ja-JP" altLang="en-US" sz="1400" b="1" i="0" u="none" strike="noStrike" dirty="0">
                        <a:solidFill>
                          <a:srgbClr val="000000"/>
                        </a:solidFill>
                        <a:effectLst/>
                        <a:latin typeface="Meiryo UI" panose="020B0604030504040204" pitchFamily="50" charset="-128"/>
                        <a:ea typeface="Meiryo UI" panose="020B0604030504040204" pitchFamily="50" charset="-128"/>
                      </a:endParaRPr>
                    </a:p>
                  </a:txBody>
                  <a:tcPr marL="7620" marR="7620" marT="7620" marB="0"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tcPr>
                </a:tc>
                <a:tc>
                  <a:txBody>
                    <a:bodyPr/>
                    <a:lstStyle/>
                    <a:p>
                      <a:pPr algn="ctr" fontAlgn="ctr">
                        <a:buNone/>
                      </a:pPr>
                      <a:r>
                        <a:rPr lang="ja-JP" altLang="en-US" sz="1400" b="1" u="none" strike="noStrike" dirty="0">
                          <a:effectLst/>
                          <a:latin typeface="Meiryo UI" panose="020B0604030504040204" pitchFamily="50" charset="-128"/>
                          <a:ea typeface="Meiryo UI" panose="020B0604030504040204" pitchFamily="50" charset="-128"/>
                        </a:rPr>
                        <a:t>問い合わせ対応</a:t>
                      </a:r>
                      <a:endParaRPr lang="ja-JP" altLang="en-US" sz="1400" b="1" i="0" u="none" strike="noStrike" dirty="0">
                        <a:solidFill>
                          <a:srgbClr val="000000"/>
                        </a:solidFill>
                        <a:effectLst/>
                        <a:latin typeface="Meiryo UI" panose="020B0604030504040204" pitchFamily="50" charset="-128"/>
                        <a:ea typeface="Meiryo UI" panose="020B0604030504040204" pitchFamily="50" charset="-128"/>
                      </a:endParaRPr>
                    </a:p>
                  </a:txBody>
                  <a:tcPr marL="7620" marR="7620" marT="7620" marB="0"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tcPr>
                </a:tc>
                <a:tc>
                  <a:txBody>
                    <a:bodyPr/>
                    <a:lstStyle/>
                    <a:p>
                      <a:pPr algn="ctr" fontAlgn="ctr">
                        <a:buNone/>
                      </a:pPr>
                      <a:r>
                        <a:rPr lang="ja-JP" altLang="en-US" sz="1400" u="none" strike="noStrike" dirty="0">
                          <a:effectLst/>
                          <a:latin typeface="Meiryo UI" panose="020B0604030504040204" pitchFamily="50" charset="-128"/>
                          <a:ea typeface="Meiryo UI" panose="020B0604030504040204" pitchFamily="50" charset="-128"/>
                        </a:rPr>
                        <a:t>オンラインシステム対応</a:t>
                      </a:r>
                      <a:endParaRPr lang="ja-JP" altLang="en-US" sz="1400" b="0" i="0" u="none" strike="noStrike" dirty="0">
                        <a:solidFill>
                          <a:srgbClr val="000000"/>
                        </a:solidFill>
                        <a:effectLst/>
                        <a:latin typeface="Meiryo UI" panose="020B0604030504040204" pitchFamily="50" charset="-128"/>
                        <a:ea typeface="Meiryo UI" panose="020B0604030504040204" pitchFamily="50" charset="-128"/>
                      </a:endParaRPr>
                    </a:p>
                  </a:txBody>
                  <a:tcPr marL="7620" marR="7620" marT="7620" marB="0"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735067181"/>
                  </a:ext>
                </a:extLst>
              </a:tr>
              <a:tr h="274814">
                <a:tc>
                  <a:txBody>
                    <a:bodyPr/>
                    <a:lstStyle/>
                    <a:p>
                      <a:pPr algn="ctr" fontAlgn="ctr">
                        <a:buNone/>
                      </a:pPr>
                      <a:r>
                        <a:rPr lang="ja-JP" altLang="en-US" sz="1400" u="none" strike="noStrike" dirty="0">
                          <a:effectLst/>
                          <a:latin typeface="Meiryo UI" panose="020B0604030504040204" pitchFamily="50" charset="-128"/>
                          <a:ea typeface="Meiryo UI" panose="020B0604030504040204" pitchFamily="50" charset="-128"/>
                        </a:rPr>
                        <a:t>事務局</a:t>
                      </a:r>
                      <a:endParaRPr lang="ja-JP" altLang="en-US" sz="1400" b="0" i="0" u="none" strike="noStrike" dirty="0">
                        <a:solidFill>
                          <a:srgbClr val="000000"/>
                        </a:solidFill>
                        <a:effectLst/>
                        <a:latin typeface="Meiryo UI" panose="020B0604030504040204" pitchFamily="50" charset="-128"/>
                        <a:ea typeface="Meiryo UI" panose="020B0604030504040204" pitchFamily="50" charset="-128"/>
                      </a:endParaRPr>
                    </a:p>
                  </a:txBody>
                  <a:tcPr marL="7620" marR="7620" marT="7620" marB="0"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tcPr>
                </a:tc>
                <a:tc>
                  <a:txBody>
                    <a:bodyPr/>
                    <a:lstStyle/>
                    <a:p>
                      <a:pPr algn="ctr" fontAlgn="ctr">
                        <a:buNone/>
                      </a:pPr>
                      <a:r>
                        <a:rPr lang="ja-JP" altLang="en-US" sz="1400" u="none" strike="noStrike" dirty="0">
                          <a:effectLst/>
                          <a:latin typeface="Meiryo UI" panose="020B0604030504040204" pitchFamily="50" charset="-128"/>
                          <a:ea typeface="Meiryo UI" panose="020B0604030504040204" pitchFamily="50" charset="-128"/>
                        </a:rPr>
                        <a:t>金銭取り扱い</a:t>
                      </a:r>
                      <a:endParaRPr lang="ja-JP" altLang="en-US" sz="1400" b="0" i="0" u="none" strike="noStrike" dirty="0">
                        <a:solidFill>
                          <a:srgbClr val="000000"/>
                        </a:solidFill>
                        <a:effectLst/>
                        <a:latin typeface="Meiryo UI" panose="020B0604030504040204" pitchFamily="50" charset="-128"/>
                        <a:ea typeface="Meiryo UI" panose="020B0604030504040204" pitchFamily="50" charset="-128"/>
                      </a:endParaRPr>
                    </a:p>
                  </a:txBody>
                  <a:tcPr marL="7620" marR="7620" marT="7620" marB="0"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tcPr>
                </a:tc>
                <a:tc>
                  <a:txBody>
                    <a:bodyPr/>
                    <a:lstStyle/>
                    <a:p>
                      <a:pPr algn="ctr" fontAlgn="ctr">
                        <a:buNone/>
                      </a:pPr>
                      <a:r>
                        <a:rPr lang="ja-JP" altLang="en-US" sz="1400" u="none" strike="noStrike">
                          <a:effectLst/>
                          <a:latin typeface="Meiryo UI" panose="020B0604030504040204" pitchFamily="50" charset="-128"/>
                          <a:ea typeface="Meiryo UI" panose="020B0604030504040204" pitchFamily="50" charset="-128"/>
                        </a:rPr>
                        <a:t>オンラインバンキング</a:t>
                      </a:r>
                      <a:endParaRPr lang="ja-JP" altLang="en-US" sz="1400" b="0" i="0" u="none" strike="noStrike">
                        <a:solidFill>
                          <a:srgbClr val="000000"/>
                        </a:solidFill>
                        <a:effectLst/>
                        <a:latin typeface="Meiryo UI" panose="020B0604030504040204" pitchFamily="50" charset="-128"/>
                        <a:ea typeface="Meiryo UI" panose="020B0604030504040204" pitchFamily="50" charset="-128"/>
                      </a:endParaRPr>
                    </a:p>
                  </a:txBody>
                  <a:tcPr marL="7620" marR="7620" marT="7620" marB="0"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4053127779"/>
                  </a:ext>
                </a:extLst>
              </a:tr>
              <a:tr h="274814">
                <a:tc>
                  <a:txBody>
                    <a:bodyPr/>
                    <a:lstStyle/>
                    <a:p>
                      <a:pPr algn="ctr" fontAlgn="ctr">
                        <a:buNone/>
                      </a:pPr>
                      <a:r>
                        <a:rPr lang="ja-JP" altLang="en-US" sz="1400" b="1" u="none" strike="noStrike" dirty="0">
                          <a:effectLst/>
                          <a:latin typeface="Meiryo UI" panose="020B0604030504040204" pitchFamily="50" charset="-128"/>
                          <a:ea typeface="Meiryo UI" panose="020B0604030504040204" pitchFamily="50" charset="-128"/>
                        </a:rPr>
                        <a:t>個人会員</a:t>
                      </a:r>
                      <a:endParaRPr lang="ja-JP" altLang="en-US" sz="1400" b="1" i="0" u="none" strike="noStrike" dirty="0">
                        <a:solidFill>
                          <a:srgbClr val="000000"/>
                        </a:solidFill>
                        <a:effectLst/>
                        <a:latin typeface="Meiryo UI" panose="020B0604030504040204" pitchFamily="50" charset="-128"/>
                        <a:ea typeface="Meiryo UI" panose="020B0604030504040204" pitchFamily="50" charset="-128"/>
                      </a:endParaRPr>
                    </a:p>
                  </a:txBody>
                  <a:tcPr marL="7620" marR="7620" marT="7620" marB="0"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tcPr>
                </a:tc>
                <a:tc>
                  <a:txBody>
                    <a:bodyPr/>
                    <a:lstStyle/>
                    <a:p>
                      <a:pPr algn="ctr" fontAlgn="ctr">
                        <a:buNone/>
                      </a:pPr>
                      <a:r>
                        <a:rPr lang="ja-JP" altLang="en-US" sz="1400" b="1" u="none" strike="noStrike" dirty="0">
                          <a:effectLst/>
                          <a:latin typeface="Meiryo UI" panose="020B0604030504040204" pitchFamily="50" charset="-128"/>
                          <a:ea typeface="Meiryo UI" panose="020B0604030504040204" pitchFamily="50" charset="-128"/>
                        </a:rPr>
                        <a:t>クラブ、個別での受付</a:t>
                      </a:r>
                      <a:endParaRPr lang="ja-JP" altLang="en-US" sz="1400" b="1" i="0" u="none" strike="noStrike" dirty="0">
                        <a:solidFill>
                          <a:srgbClr val="000000"/>
                        </a:solidFill>
                        <a:effectLst/>
                        <a:latin typeface="Meiryo UI" panose="020B0604030504040204" pitchFamily="50" charset="-128"/>
                        <a:ea typeface="Meiryo UI" panose="020B0604030504040204" pitchFamily="50" charset="-128"/>
                      </a:endParaRPr>
                    </a:p>
                  </a:txBody>
                  <a:tcPr marL="7620" marR="7620" marT="7620" marB="0"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tcPr>
                </a:tc>
                <a:tc>
                  <a:txBody>
                    <a:bodyPr/>
                    <a:lstStyle/>
                    <a:p>
                      <a:pPr algn="ctr" fontAlgn="ctr">
                        <a:buNone/>
                      </a:pPr>
                      <a:r>
                        <a:rPr lang="ja-JP" altLang="en-US" sz="1400" u="none" strike="noStrike" dirty="0">
                          <a:effectLst/>
                          <a:latin typeface="Meiryo UI" panose="020B0604030504040204" pitchFamily="50" charset="-128"/>
                          <a:ea typeface="Meiryo UI" panose="020B0604030504040204" pitchFamily="50" charset="-128"/>
                        </a:rPr>
                        <a:t>オンラインシステム対応</a:t>
                      </a:r>
                      <a:endParaRPr lang="ja-JP" altLang="en-US" sz="1400" b="0" i="0" u="none" strike="noStrike" dirty="0">
                        <a:solidFill>
                          <a:srgbClr val="000000"/>
                        </a:solidFill>
                        <a:effectLst/>
                        <a:latin typeface="Meiryo UI" panose="020B0604030504040204" pitchFamily="50" charset="-128"/>
                        <a:ea typeface="Meiryo UI" panose="020B0604030504040204" pitchFamily="50" charset="-128"/>
                      </a:endParaRPr>
                    </a:p>
                  </a:txBody>
                  <a:tcPr marL="7620" marR="7620" marT="7620" marB="0"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97352691"/>
                  </a:ext>
                </a:extLst>
              </a:tr>
              <a:tr h="274814">
                <a:tc>
                  <a:txBody>
                    <a:bodyPr/>
                    <a:lstStyle/>
                    <a:p>
                      <a:pPr algn="ctr" fontAlgn="ctr">
                        <a:buNone/>
                      </a:pPr>
                      <a:r>
                        <a:rPr lang="ja-JP" altLang="en-US" sz="1400" u="none" strike="noStrike">
                          <a:effectLst/>
                          <a:latin typeface="Meiryo UI" panose="020B0604030504040204" pitchFamily="50" charset="-128"/>
                          <a:ea typeface="Meiryo UI" panose="020B0604030504040204" pitchFamily="50" charset="-128"/>
                        </a:rPr>
                        <a:t>個人会員</a:t>
                      </a:r>
                      <a:endParaRPr lang="ja-JP" altLang="en-US" sz="1400" b="0" i="0" u="none" strike="noStrike">
                        <a:solidFill>
                          <a:srgbClr val="000000"/>
                        </a:solidFill>
                        <a:effectLst/>
                        <a:latin typeface="Meiryo UI" panose="020B0604030504040204" pitchFamily="50" charset="-128"/>
                        <a:ea typeface="Meiryo UI" panose="020B0604030504040204" pitchFamily="50" charset="-128"/>
                      </a:endParaRPr>
                    </a:p>
                  </a:txBody>
                  <a:tcPr marL="7620" marR="7620" marT="7620" marB="0"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tcPr>
                </a:tc>
                <a:tc>
                  <a:txBody>
                    <a:bodyPr/>
                    <a:lstStyle/>
                    <a:p>
                      <a:pPr algn="ctr" fontAlgn="ctr">
                        <a:buNone/>
                      </a:pPr>
                      <a:r>
                        <a:rPr lang="ja-JP" altLang="en-US" sz="1400" b="1" u="none" strike="noStrike" dirty="0">
                          <a:effectLst/>
                          <a:latin typeface="Meiryo UI" panose="020B0604030504040204" pitchFamily="50" charset="-128"/>
                          <a:ea typeface="Meiryo UI" panose="020B0604030504040204" pitchFamily="50" charset="-128"/>
                        </a:rPr>
                        <a:t>会員証</a:t>
                      </a:r>
                      <a:r>
                        <a:rPr lang="ja-JP" altLang="en-US" sz="1400" u="none" strike="noStrike" dirty="0">
                          <a:effectLst/>
                          <a:latin typeface="Meiryo UI" panose="020B0604030504040204" pitchFamily="50" charset="-128"/>
                          <a:ea typeface="Meiryo UI" panose="020B0604030504040204" pitchFamily="50" charset="-128"/>
                        </a:rPr>
                        <a:t>の印刷、個別郵送</a:t>
                      </a:r>
                      <a:endParaRPr lang="ja-JP" altLang="en-US" sz="1400" b="0" i="0" u="none" strike="noStrike" dirty="0">
                        <a:solidFill>
                          <a:srgbClr val="000000"/>
                        </a:solidFill>
                        <a:effectLst/>
                        <a:latin typeface="Meiryo UI" panose="020B0604030504040204" pitchFamily="50" charset="-128"/>
                        <a:ea typeface="Meiryo UI" panose="020B0604030504040204" pitchFamily="50" charset="-128"/>
                      </a:endParaRPr>
                    </a:p>
                  </a:txBody>
                  <a:tcPr marL="7620" marR="7620" marT="7620" marB="0"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tcPr>
                </a:tc>
                <a:tc>
                  <a:txBody>
                    <a:bodyPr/>
                    <a:lstStyle/>
                    <a:p>
                      <a:pPr algn="ctr" fontAlgn="ctr">
                        <a:buNone/>
                      </a:pPr>
                      <a:r>
                        <a:rPr lang="ja-JP" altLang="en-US" sz="1400" u="none" strike="noStrike" dirty="0">
                          <a:effectLst/>
                          <a:latin typeface="Meiryo UI" panose="020B0604030504040204" pitchFamily="50" charset="-128"/>
                          <a:ea typeface="Meiryo UI" panose="020B0604030504040204" pitchFamily="50" charset="-128"/>
                        </a:rPr>
                        <a:t>（スマホ）デジタル表示、ライセンス押印</a:t>
                      </a:r>
                      <a:endParaRPr lang="ja-JP" altLang="en-US" sz="1400" b="0" i="0" u="none" strike="noStrike" dirty="0">
                        <a:solidFill>
                          <a:srgbClr val="000000"/>
                        </a:solidFill>
                        <a:effectLst/>
                        <a:latin typeface="Meiryo UI" panose="020B0604030504040204" pitchFamily="50" charset="-128"/>
                        <a:ea typeface="Meiryo UI" panose="020B0604030504040204" pitchFamily="50" charset="-128"/>
                      </a:endParaRPr>
                    </a:p>
                  </a:txBody>
                  <a:tcPr marL="7620" marR="7620" marT="7620" marB="0"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3655876"/>
                  </a:ext>
                </a:extLst>
              </a:tr>
              <a:tr h="274814">
                <a:tc>
                  <a:txBody>
                    <a:bodyPr/>
                    <a:lstStyle/>
                    <a:p>
                      <a:pPr algn="ctr" fontAlgn="ctr">
                        <a:buNone/>
                      </a:pPr>
                      <a:r>
                        <a:rPr lang="ja-JP" altLang="en-US" sz="1400" b="1" u="none" strike="noStrike" dirty="0">
                          <a:effectLst/>
                          <a:latin typeface="Meiryo UI" panose="020B0604030504040204" pitchFamily="50" charset="-128"/>
                          <a:ea typeface="Meiryo UI" panose="020B0604030504040204" pitchFamily="50" charset="-128"/>
                        </a:rPr>
                        <a:t>クラブ更新</a:t>
                      </a:r>
                      <a:endParaRPr lang="ja-JP" altLang="en-US" sz="1400" b="1" i="0" u="none" strike="noStrike" dirty="0">
                        <a:solidFill>
                          <a:srgbClr val="000000"/>
                        </a:solidFill>
                        <a:effectLst/>
                        <a:latin typeface="Meiryo UI" panose="020B0604030504040204" pitchFamily="50" charset="-128"/>
                        <a:ea typeface="Meiryo UI" panose="020B0604030504040204" pitchFamily="50" charset="-128"/>
                      </a:endParaRPr>
                    </a:p>
                  </a:txBody>
                  <a:tcPr marL="7620" marR="7620" marT="7620" marB="0"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tcPr>
                </a:tc>
                <a:tc>
                  <a:txBody>
                    <a:bodyPr/>
                    <a:lstStyle/>
                    <a:p>
                      <a:pPr algn="ctr" fontAlgn="ctr">
                        <a:buNone/>
                      </a:pPr>
                      <a:r>
                        <a:rPr lang="ja-JP" altLang="en-US" sz="1400" u="none" strike="noStrike" dirty="0">
                          <a:effectLst/>
                          <a:latin typeface="Meiryo UI" panose="020B0604030504040204" pitchFamily="50" charset="-128"/>
                          <a:ea typeface="Meiryo UI" panose="020B0604030504040204" pitchFamily="50" charset="-128"/>
                        </a:rPr>
                        <a:t>面着、郵送での受付</a:t>
                      </a:r>
                      <a:endParaRPr lang="ja-JP" altLang="en-US" sz="1400" b="0" i="0" u="none" strike="noStrike" dirty="0">
                        <a:solidFill>
                          <a:srgbClr val="000000"/>
                        </a:solidFill>
                        <a:effectLst/>
                        <a:latin typeface="Meiryo UI" panose="020B0604030504040204" pitchFamily="50" charset="-128"/>
                        <a:ea typeface="Meiryo UI" panose="020B0604030504040204" pitchFamily="50" charset="-128"/>
                      </a:endParaRPr>
                    </a:p>
                  </a:txBody>
                  <a:tcPr marL="7620" marR="7620" marT="7620" marB="0"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tcPr>
                </a:tc>
                <a:tc>
                  <a:txBody>
                    <a:bodyPr/>
                    <a:lstStyle/>
                    <a:p>
                      <a:pPr algn="ctr" fontAlgn="ctr">
                        <a:buNone/>
                      </a:pPr>
                      <a:r>
                        <a:rPr lang="ja-JP" altLang="en-US" sz="1400" u="none" strike="noStrike" dirty="0">
                          <a:effectLst/>
                          <a:latin typeface="Meiryo UI" panose="020B0604030504040204" pitchFamily="50" charset="-128"/>
                          <a:ea typeface="Meiryo UI" panose="020B0604030504040204" pitchFamily="50" charset="-128"/>
                        </a:rPr>
                        <a:t>オンラインシステム対応</a:t>
                      </a:r>
                      <a:endParaRPr lang="ja-JP" altLang="en-US" sz="1400" b="0" i="0" u="none" strike="noStrike" dirty="0">
                        <a:solidFill>
                          <a:srgbClr val="000000"/>
                        </a:solidFill>
                        <a:effectLst/>
                        <a:latin typeface="Meiryo UI" panose="020B0604030504040204" pitchFamily="50" charset="-128"/>
                        <a:ea typeface="Meiryo UI" panose="020B0604030504040204" pitchFamily="50" charset="-128"/>
                      </a:endParaRPr>
                    </a:p>
                  </a:txBody>
                  <a:tcPr marL="7620" marR="7620" marT="7620" marB="0"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272330216"/>
                  </a:ext>
                </a:extLst>
              </a:tr>
              <a:tr h="274814">
                <a:tc>
                  <a:txBody>
                    <a:bodyPr/>
                    <a:lstStyle/>
                    <a:p>
                      <a:pPr algn="ctr" fontAlgn="ctr">
                        <a:buNone/>
                      </a:pPr>
                      <a:r>
                        <a:rPr lang="ja-JP" altLang="en-US" sz="1400" b="1" u="none" strike="noStrike" dirty="0">
                          <a:effectLst/>
                          <a:latin typeface="Meiryo UI" panose="020B0604030504040204" pitchFamily="50" charset="-128"/>
                          <a:ea typeface="Meiryo UI" panose="020B0604030504040204" pitchFamily="50" charset="-128"/>
                        </a:rPr>
                        <a:t>ハンドブック</a:t>
                      </a:r>
                      <a:endParaRPr lang="ja-JP" altLang="en-US" sz="1400" b="1" i="0" u="none" strike="noStrike" dirty="0">
                        <a:solidFill>
                          <a:srgbClr val="000000"/>
                        </a:solidFill>
                        <a:effectLst/>
                        <a:latin typeface="Meiryo UI" panose="020B0604030504040204" pitchFamily="50" charset="-128"/>
                        <a:ea typeface="Meiryo UI" panose="020B0604030504040204" pitchFamily="50" charset="-128"/>
                      </a:endParaRPr>
                    </a:p>
                  </a:txBody>
                  <a:tcPr marL="7620" marR="7620" marT="7620" marB="0"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tcPr>
                </a:tc>
                <a:tc>
                  <a:txBody>
                    <a:bodyPr/>
                    <a:lstStyle/>
                    <a:p>
                      <a:pPr algn="ctr" fontAlgn="ctr">
                        <a:buNone/>
                      </a:pPr>
                      <a:r>
                        <a:rPr lang="ja-JP" altLang="en-US" sz="1400" u="none" strike="noStrike" dirty="0">
                          <a:effectLst/>
                          <a:latin typeface="Meiryo UI" panose="020B0604030504040204" pitchFamily="50" charset="-128"/>
                          <a:ea typeface="Meiryo UI" panose="020B0604030504040204" pitchFamily="50" charset="-128"/>
                        </a:rPr>
                        <a:t>ハンドブックの印刷、個別郵送</a:t>
                      </a:r>
                      <a:endParaRPr lang="ja-JP" altLang="en-US" sz="1400" b="0" i="0" u="none" strike="noStrike" dirty="0">
                        <a:solidFill>
                          <a:srgbClr val="000000"/>
                        </a:solidFill>
                        <a:effectLst/>
                        <a:latin typeface="Meiryo UI" panose="020B0604030504040204" pitchFamily="50" charset="-128"/>
                        <a:ea typeface="Meiryo UI" panose="020B0604030504040204" pitchFamily="50" charset="-128"/>
                      </a:endParaRPr>
                    </a:p>
                  </a:txBody>
                  <a:tcPr marL="7620" marR="7620" marT="7620" marB="0"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tcPr>
                </a:tc>
                <a:tc>
                  <a:txBody>
                    <a:bodyPr/>
                    <a:lstStyle/>
                    <a:p>
                      <a:pPr algn="ctr" fontAlgn="ctr">
                        <a:buNone/>
                      </a:pPr>
                      <a:r>
                        <a:rPr lang="ja-JP" altLang="en-US" sz="1400" u="none" strike="noStrike" dirty="0">
                          <a:effectLst/>
                          <a:latin typeface="Meiryo UI" panose="020B0604030504040204" pitchFamily="50" charset="-128"/>
                          <a:ea typeface="Meiryo UI" panose="020B0604030504040204" pitchFamily="50" charset="-128"/>
                        </a:rPr>
                        <a:t>ハンドブック内容の</a:t>
                      </a:r>
                      <a:r>
                        <a:rPr lang="en-US" altLang="ja-JP" sz="1400" u="none" strike="noStrike" dirty="0">
                          <a:effectLst/>
                          <a:latin typeface="Meiryo UI" panose="020B0604030504040204" pitchFamily="50" charset="-128"/>
                          <a:ea typeface="Meiryo UI" panose="020B0604030504040204" pitchFamily="50" charset="-128"/>
                        </a:rPr>
                        <a:t>HP</a:t>
                      </a:r>
                      <a:r>
                        <a:rPr lang="ja-JP" altLang="en-US" sz="1400" u="none" strike="noStrike" dirty="0">
                          <a:effectLst/>
                          <a:latin typeface="Meiryo UI" panose="020B0604030504040204" pitchFamily="50" charset="-128"/>
                          <a:ea typeface="Meiryo UI" panose="020B0604030504040204" pitchFamily="50" charset="-128"/>
                        </a:rPr>
                        <a:t>掲載</a:t>
                      </a:r>
                      <a:endParaRPr lang="ja-JP" altLang="en-US" sz="1400" b="0" i="0" u="none" strike="noStrike" dirty="0">
                        <a:solidFill>
                          <a:srgbClr val="000000"/>
                        </a:solidFill>
                        <a:effectLst/>
                        <a:latin typeface="Meiryo UI" panose="020B0604030504040204" pitchFamily="50" charset="-128"/>
                        <a:ea typeface="Meiryo UI" panose="020B0604030504040204" pitchFamily="50" charset="-128"/>
                      </a:endParaRPr>
                    </a:p>
                  </a:txBody>
                  <a:tcPr marL="7620" marR="7620" marT="7620" marB="0"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636777632"/>
                  </a:ext>
                </a:extLst>
              </a:tr>
              <a:tr h="274814">
                <a:tc>
                  <a:txBody>
                    <a:bodyPr/>
                    <a:lstStyle/>
                    <a:p>
                      <a:pPr algn="ctr" fontAlgn="ctr">
                        <a:buNone/>
                      </a:pPr>
                      <a:r>
                        <a:rPr lang="ja-JP" altLang="en-US" sz="1400" b="1" u="none" strike="noStrike" dirty="0">
                          <a:effectLst/>
                          <a:latin typeface="Meiryo UI" panose="020B0604030504040204" pitchFamily="50" charset="-128"/>
                          <a:ea typeface="Meiryo UI" panose="020B0604030504040204" pitchFamily="50" charset="-128"/>
                        </a:rPr>
                        <a:t>表彰式</a:t>
                      </a:r>
                      <a:endParaRPr lang="ja-JP" altLang="en-US" sz="1400" b="1" i="0" u="none" strike="noStrike" dirty="0">
                        <a:solidFill>
                          <a:srgbClr val="000000"/>
                        </a:solidFill>
                        <a:effectLst/>
                        <a:latin typeface="Meiryo UI" panose="020B0604030504040204" pitchFamily="50" charset="-128"/>
                        <a:ea typeface="Meiryo UI" panose="020B0604030504040204" pitchFamily="50" charset="-128"/>
                      </a:endParaRPr>
                    </a:p>
                  </a:txBody>
                  <a:tcPr marL="7620" marR="7620" marT="7620" marB="0"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tcPr>
                </a:tc>
                <a:tc>
                  <a:txBody>
                    <a:bodyPr/>
                    <a:lstStyle/>
                    <a:p>
                      <a:pPr algn="ctr" fontAlgn="ctr">
                        <a:buNone/>
                      </a:pPr>
                      <a:r>
                        <a:rPr lang="ja-JP" altLang="en-US" sz="1400" b="1" u="none" strike="noStrike" dirty="0">
                          <a:effectLst/>
                          <a:latin typeface="Meiryo UI" panose="020B0604030504040204" pitchFamily="50" charset="-128"/>
                          <a:ea typeface="Meiryo UI" panose="020B0604030504040204" pitchFamily="50" charset="-128"/>
                        </a:rPr>
                        <a:t>案内</a:t>
                      </a:r>
                      <a:r>
                        <a:rPr lang="ja-JP" altLang="en-US" sz="1400" u="none" strike="noStrike" dirty="0">
                          <a:effectLst/>
                          <a:latin typeface="Meiryo UI" panose="020B0604030504040204" pitchFamily="50" charset="-128"/>
                          <a:ea typeface="Meiryo UI" panose="020B0604030504040204" pitchFamily="50" charset="-128"/>
                        </a:rPr>
                        <a:t>状郵送</a:t>
                      </a:r>
                      <a:endParaRPr lang="ja-JP" altLang="en-US" sz="1400" b="0" i="0" u="none" strike="noStrike" dirty="0">
                        <a:solidFill>
                          <a:srgbClr val="000000"/>
                        </a:solidFill>
                        <a:effectLst/>
                        <a:latin typeface="Meiryo UI" panose="020B0604030504040204" pitchFamily="50" charset="-128"/>
                        <a:ea typeface="Meiryo UI" panose="020B0604030504040204" pitchFamily="50" charset="-128"/>
                      </a:endParaRPr>
                    </a:p>
                  </a:txBody>
                  <a:tcPr marL="7620" marR="7620" marT="7620" marB="0"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tcPr>
                </a:tc>
                <a:tc>
                  <a:txBody>
                    <a:bodyPr/>
                    <a:lstStyle/>
                    <a:p>
                      <a:pPr algn="ctr" fontAlgn="ctr">
                        <a:buNone/>
                      </a:pPr>
                      <a:r>
                        <a:rPr lang="ja-JP" altLang="en-US" sz="1400" b="0" i="0" u="none" strike="noStrike" dirty="0">
                          <a:solidFill>
                            <a:srgbClr val="000000"/>
                          </a:solidFill>
                          <a:effectLst/>
                          <a:latin typeface="Meiryo UI" panose="020B0604030504040204" pitchFamily="50" charset="-128"/>
                          <a:ea typeface="Meiryo UI" panose="020B0604030504040204" pitchFamily="50" charset="-128"/>
                        </a:rPr>
                        <a:t>オンラインシステムおよびメールでの展開</a:t>
                      </a:r>
                    </a:p>
                  </a:txBody>
                  <a:tcPr marL="7620" marR="7620" marT="7620" marB="0"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606506932"/>
                  </a:ext>
                </a:extLst>
              </a:tr>
              <a:tr h="274814">
                <a:tc>
                  <a:txBody>
                    <a:bodyPr/>
                    <a:lstStyle/>
                    <a:p>
                      <a:pPr algn="ctr" fontAlgn="ctr">
                        <a:buNone/>
                      </a:pPr>
                      <a:r>
                        <a:rPr lang="ja-JP" altLang="en-US" sz="1400" u="none" strike="noStrike">
                          <a:effectLst/>
                          <a:latin typeface="Meiryo UI" panose="020B0604030504040204" pitchFamily="50" charset="-128"/>
                          <a:ea typeface="Meiryo UI" panose="020B0604030504040204" pitchFamily="50" charset="-128"/>
                        </a:rPr>
                        <a:t>表彰式</a:t>
                      </a:r>
                      <a:endParaRPr lang="ja-JP" altLang="en-US" sz="1400" b="0" i="0" u="none" strike="noStrike">
                        <a:solidFill>
                          <a:srgbClr val="000000"/>
                        </a:solidFill>
                        <a:effectLst/>
                        <a:latin typeface="Meiryo UI" panose="020B0604030504040204" pitchFamily="50" charset="-128"/>
                        <a:ea typeface="Meiryo UI" panose="020B0604030504040204" pitchFamily="50" charset="-128"/>
                      </a:endParaRPr>
                    </a:p>
                  </a:txBody>
                  <a:tcPr marL="7620" marR="7620" marT="7620" marB="0"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tcPr>
                </a:tc>
                <a:tc>
                  <a:txBody>
                    <a:bodyPr/>
                    <a:lstStyle/>
                    <a:p>
                      <a:pPr algn="ctr" fontAlgn="ctr">
                        <a:buNone/>
                      </a:pPr>
                      <a:r>
                        <a:rPr lang="zh-TW" altLang="en-US" sz="1400" b="1" u="none" strike="noStrike" dirty="0">
                          <a:effectLst/>
                          <a:latin typeface="Meiryo UI" panose="020B0604030504040204" pitchFamily="50" charset="-128"/>
                          <a:ea typeface="Meiryo UI" panose="020B0604030504040204" pitchFamily="50" charset="-128"/>
                        </a:rPr>
                        <a:t>表彰対象者</a:t>
                      </a:r>
                      <a:r>
                        <a:rPr lang="zh-TW" altLang="en-US" sz="1400" u="none" strike="noStrike" dirty="0">
                          <a:effectLst/>
                          <a:latin typeface="Meiryo UI" panose="020B0604030504040204" pitchFamily="50" charset="-128"/>
                          <a:ea typeface="Meiryo UI" panose="020B0604030504040204" pitchFamily="50" charset="-128"/>
                        </a:rPr>
                        <a:t>記載冊子</a:t>
                      </a:r>
                      <a:endParaRPr lang="zh-TW" altLang="en-US" sz="1400" b="0" i="0" u="none" strike="noStrike" dirty="0">
                        <a:solidFill>
                          <a:srgbClr val="000000"/>
                        </a:solidFill>
                        <a:effectLst/>
                        <a:latin typeface="Meiryo UI" panose="020B0604030504040204" pitchFamily="50" charset="-128"/>
                        <a:ea typeface="Meiryo UI" panose="020B0604030504040204" pitchFamily="50" charset="-128"/>
                      </a:endParaRPr>
                    </a:p>
                  </a:txBody>
                  <a:tcPr marL="7620" marR="7620" marT="7620" marB="0"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tcPr>
                </a:tc>
                <a:tc>
                  <a:txBody>
                    <a:bodyPr/>
                    <a:lstStyle/>
                    <a:p>
                      <a:pPr algn="ctr" fontAlgn="ctr">
                        <a:buNone/>
                      </a:pPr>
                      <a:r>
                        <a:rPr lang="en-US" altLang="ja-JP" sz="1400" u="none" strike="noStrike">
                          <a:effectLst/>
                          <a:latin typeface="Meiryo UI" panose="020B0604030504040204" pitchFamily="50" charset="-128"/>
                          <a:ea typeface="Meiryo UI" panose="020B0604030504040204" pitchFamily="50" charset="-128"/>
                        </a:rPr>
                        <a:t>HP</a:t>
                      </a:r>
                      <a:r>
                        <a:rPr lang="ja-JP" altLang="en-US" sz="1400" u="none" strike="noStrike">
                          <a:effectLst/>
                          <a:latin typeface="Meiryo UI" panose="020B0604030504040204" pitchFamily="50" charset="-128"/>
                          <a:ea typeface="Meiryo UI" panose="020B0604030504040204" pitchFamily="50" charset="-128"/>
                        </a:rPr>
                        <a:t>に掲載、および、当日は</a:t>
                      </a:r>
                      <a:r>
                        <a:rPr lang="en-US" altLang="ja-JP" sz="1400" u="none" strike="noStrike">
                          <a:effectLst/>
                          <a:latin typeface="Meiryo UI" panose="020B0604030504040204" pitchFamily="50" charset="-128"/>
                          <a:ea typeface="Meiryo UI" panose="020B0604030504040204" pitchFamily="50" charset="-128"/>
                        </a:rPr>
                        <a:t>A4</a:t>
                      </a:r>
                      <a:r>
                        <a:rPr lang="ja-JP" altLang="en-US" sz="1400" u="none" strike="noStrike">
                          <a:effectLst/>
                          <a:latin typeface="Meiryo UI" panose="020B0604030504040204" pitchFamily="50" charset="-128"/>
                          <a:ea typeface="Meiryo UI" panose="020B0604030504040204" pitchFamily="50" charset="-128"/>
                        </a:rPr>
                        <a:t>用紙に集約</a:t>
                      </a:r>
                      <a:endParaRPr lang="ja-JP" altLang="en-US" sz="1400" b="0" i="0" u="none" strike="noStrike">
                        <a:solidFill>
                          <a:srgbClr val="000000"/>
                        </a:solidFill>
                        <a:effectLst/>
                        <a:latin typeface="Meiryo UI" panose="020B0604030504040204" pitchFamily="50" charset="-128"/>
                        <a:ea typeface="Meiryo UI" panose="020B0604030504040204" pitchFamily="50" charset="-128"/>
                      </a:endParaRPr>
                    </a:p>
                  </a:txBody>
                  <a:tcPr marL="7620" marR="7620" marT="7620" marB="0"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628277900"/>
                  </a:ext>
                </a:extLst>
              </a:tr>
              <a:tr h="274814">
                <a:tc>
                  <a:txBody>
                    <a:bodyPr/>
                    <a:lstStyle/>
                    <a:p>
                      <a:pPr algn="ctr" fontAlgn="ctr">
                        <a:buNone/>
                      </a:pPr>
                      <a:r>
                        <a:rPr lang="en-US" sz="1400" b="1" u="none" strike="noStrike" dirty="0">
                          <a:effectLst/>
                          <a:latin typeface="Meiryo UI" panose="020B0604030504040204" pitchFamily="50" charset="-128"/>
                          <a:ea typeface="Meiryo UI" panose="020B0604030504040204" pitchFamily="50" charset="-128"/>
                        </a:rPr>
                        <a:t>JMRC</a:t>
                      </a:r>
                      <a:r>
                        <a:rPr lang="ja-JP" altLang="en-US" sz="1400" b="1" u="none" strike="noStrike" dirty="0">
                          <a:effectLst/>
                          <a:latin typeface="Meiryo UI" panose="020B0604030504040204" pitchFamily="50" charset="-128"/>
                          <a:ea typeface="Meiryo UI" panose="020B0604030504040204" pitchFamily="50" charset="-128"/>
                        </a:rPr>
                        <a:t>近畿見舞金</a:t>
                      </a:r>
                      <a:endParaRPr lang="ja-JP" altLang="en-US" sz="1400" b="1" i="0" u="none" strike="noStrike" dirty="0">
                        <a:solidFill>
                          <a:srgbClr val="000000"/>
                        </a:solidFill>
                        <a:effectLst/>
                        <a:latin typeface="Meiryo UI" panose="020B0604030504040204" pitchFamily="50" charset="-128"/>
                        <a:ea typeface="Meiryo UI" panose="020B0604030504040204" pitchFamily="50" charset="-128"/>
                      </a:endParaRPr>
                    </a:p>
                  </a:txBody>
                  <a:tcPr marL="7620" marR="7620" marT="7620" marB="0"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tcPr>
                </a:tc>
                <a:tc>
                  <a:txBody>
                    <a:bodyPr/>
                    <a:lstStyle/>
                    <a:p>
                      <a:pPr algn="ctr" fontAlgn="ctr">
                        <a:buNone/>
                      </a:pPr>
                      <a:r>
                        <a:rPr lang="ja-JP" altLang="en-US" sz="1400" b="1" u="none" strike="noStrike" dirty="0">
                          <a:effectLst/>
                          <a:latin typeface="Meiryo UI" panose="020B0604030504040204" pitchFamily="50" charset="-128"/>
                          <a:ea typeface="Meiryo UI" panose="020B0604030504040204" pitchFamily="50" charset="-128"/>
                        </a:rPr>
                        <a:t>受付対応</a:t>
                      </a:r>
                      <a:endParaRPr lang="ja-JP" altLang="en-US" sz="1400" b="1" i="0" u="none" strike="noStrike" dirty="0">
                        <a:solidFill>
                          <a:srgbClr val="000000"/>
                        </a:solidFill>
                        <a:effectLst/>
                        <a:latin typeface="Meiryo UI" panose="020B0604030504040204" pitchFamily="50" charset="-128"/>
                        <a:ea typeface="Meiryo UI" panose="020B0604030504040204" pitchFamily="50" charset="-128"/>
                      </a:endParaRPr>
                    </a:p>
                  </a:txBody>
                  <a:tcPr marL="7620" marR="7620" marT="7620" marB="0"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tcPr>
                </a:tc>
                <a:tc>
                  <a:txBody>
                    <a:bodyPr/>
                    <a:lstStyle/>
                    <a:p>
                      <a:pPr algn="ctr" fontAlgn="ctr">
                        <a:buNone/>
                      </a:pPr>
                      <a:r>
                        <a:rPr lang="ja-JP" altLang="en-US" sz="1400" u="none" strike="noStrike" dirty="0">
                          <a:effectLst/>
                          <a:latin typeface="Meiryo UI" panose="020B0604030504040204" pitchFamily="50" charset="-128"/>
                          <a:ea typeface="Meiryo UI" panose="020B0604030504040204" pitchFamily="50" charset="-128"/>
                        </a:rPr>
                        <a:t>オンラインシステム対応</a:t>
                      </a:r>
                      <a:endParaRPr lang="ja-JP" altLang="en-US" sz="1400" b="0" i="0" u="none" strike="noStrike" dirty="0">
                        <a:solidFill>
                          <a:srgbClr val="000000"/>
                        </a:solidFill>
                        <a:effectLst/>
                        <a:latin typeface="Meiryo UI" panose="020B0604030504040204" pitchFamily="50" charset="-128"/>
                        <a:ea typeface="Meiryo UI" panose="020B0604030504040204" pitchFamily="50" charset="-128"/>
                      </a:endParaRPr>
                    </a:p>
                  </a:txBody>
                  <a:tcPr marL="7620" marR="7620" marT="7620" marB="0"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762450633"/>
                  </a:ext>
                </a:extLst>
              </a:tr>
              <a:tr h="274814">
                <a:tc>
                  <a:txBody>
                    <a:bodyPr/>
                    <a:lstStyle/>
                    <a:p>
                      <a:pPr algn="ctr" fontAlgn="ctr">
                        <a:buNone/>
                      </a:pPr>
                      <a:r>
                        <a:rPr lang="ja-JP" altLang="en-US" sz="1400" b="1" u="none" strike="noStrike" dirty="0">
                          <a:effectLst/>
                          <a:latin typeface="Meiryo UI" panose="020B0604030504040204" pitchFamily="50" charset="-128"/>
                          <a:ea typeface="Meiryo UI" panose="020B0604030504040204" pitchFamily="50" charset="-128"/>
                        </a:rPr>
                        <a:t>スポーツ安全保険</a:t>
                      </a:r>
                      <a:endParaRPr lang="ja-JP" altLang="en-US" sz="1400" b="1" i="0" u="none" strike="noStrike" dirty="0">
                        <a:solidFill>
                          <a:srgbClr val="000000"/>
                        </a:solidFill>
                        <a:effectLst/>
                        <a:latin typeface="Meiryo UI" panose="020B0604030504040204" pitchFamily="50" charset="-128"/>
                        <a:ea typeface="Meiryo UI" panose="020B0604030504040204" pitchFamily="50" charset="-128"/>
                      </a:endParaRPr>
                    </a:p>
                  </a:txBody>
                  <a:tcPr marL="7620" marR="7620" marT="7620" marB="0"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tcPr>
                </a:tc>
                <a:tc>
                  <a:txBody>
                    <a:bodyPr/>
                    <a:lstStyle/>
                    <a:p>
                      <a:pPr algn="ctr" fontAlgn="ctr">
                        <a:buNone/>
                      </a:pPr>
                      <a:r>
                        <a:rPr lang="zh-TW" altLang="en-US" sz="1400" u="none" strike="noStrike" dirty="0">
                          <a:effectLst/>
                          <a:latin typeface="Meiryo UI" panose="020B0604030504040204" pitchFamily="50" charset="-128"/>
                          <a:ea typeface="Meiryo UI" panose="020B0604030504040204" pitchFamily="50" charset="-128"/>
                        </a:rPr>
                        <a:t>斡旋</a:t>
                      </a:r>
                      <a:r>
                        <a:rPr lang="zh-TW" altLang="en-US" sz="1400" b="1" u="none" strike="noStrike" dirty="0">
                          <a:effectLst/>
                          <a:latin typeface="Meiryo UI" panose="020B0604030504040204" pitchFamily="50" charset="-128"/>
                          <a:ea typeface="Meiryo UI" panose="020B0604030504040204" pitchFamily="50" charset="-128"/>
                        </a:rPr>
                        <a:t>窓口業務</a:t>
                      </a:r>
                      <a:endParaRPr lang="zh-TW" altLang="en-US" sz="1400" b="1" i="0" u="none" strike="noStrike" dirty="0">
                        <a:solidFill>
                          <a:srgbClr val="000000"/>
                        </a:solidFill>
                        <a:effectLst/>
                        <a:latin typeface="Meiryo UI" panose="020B0604030504040204" pitchFamily="50" charset="-128"/>
                        <a:ea typeface="Meiryo UI" panose="020B0604030504040204" pitchFamily="50" charset="-128"/>
                      </a:endParaRPr>
                    </a:p>
                  </a:txBody>
                  <a:tcPr marL="7620" marR="7620" marT="7620" marB="0"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tcPr>
                </a:tc>
                <a:tc>
                  <a:txBody>
                    <a:bodyPr/>
                    <a:lstStyle/>
                    <a:p>
                      <a:pPr algn="ctr" fontAlgn="ctr">
                        <a:buNone/>
                      </a:pPr>
                      <a:r>
                        <a:rPr lang="ja-JP" altLang="en-US" sz="1400" u="none" strike="noStrike" dirty="0">
                          <a:effectLst/>
                          <a:latin typeface="Meiryo UI" panose="020B0604030504040204" pitchFamily="50" charset="-128"/>
                          <a:ea typeface="Meiryo UI" panose="020B0604030504040204" pitchFamily="50" charset="-128"/>
                        </a:rPr>
                        <a:t>オンラインシステム対応</a:t>
                      </a:r>
                      <a:endParaRPr lang="ja-JP" altLang="en-US" sz="1400" b="0" i="0" u="none" strike="noStrike" dirty="0">
                        <a:solidFill>
                          <a:srgbClr val="000000"/>
                        </a:solidFill>
                        <a:effectLst/>
                        <a:latin typeface="Meiryo UI" panose="020B0604030504040204" pitchFamily="50" charset="-128"/>
                        <a:ea typeface="Meiryo UI" panose="020B0604030504040204" pitchFamily="50" charset="-128"/>
                      </a:endParaRPr>
                    </a:p>
                  </a:txBody>
                  <a:tcPr marL="7620" marR="7620" marT="7620" marB="0"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479462265"/>
                  </a:ext>
                </a:extLst>
              </a:tr>
              <a:tr h="274814">
                <a:tc>
                  <a:txBody>
                    <a:bodyPr/>
                    <a:lstStyle/>
                    <a:p>
                      <a:pPr algn="ctr" fontAlgn="ctr">
                        <a:buNone/>
                      </a:pPr>
                      <a:r>
                        <a:rPr lang="ja-JP" altLang="en-US" sz="1400" b="1" u="none" strike="noStrike" dirty="0">
                          <a:effectLst/>
                          <a:latin typeface="Meiryo UI" panose="020B0604030504040204" pitchFamily="50" charset="-128"/>
                          <a:ea typeface="Meiryo UI" panose="020B0604030504040204" pitchFamily="50" charset="-128"/>
                        </a:rPr>
                        <a:t>運営委員会</a:t>
                      </a:r>
                      <a:endParaRPr lang="ja-JP" altLang="en-US" sz="1400" b="1" i="0" u="none" strike="noStrike" dirty="0">
                        <a:solidFill>
                          <a:srgbClr val="000000"/>
                        </a:solidFill>
                        <a:effectLst/>
                        <a:latin typeface="Meiryo UI" panose="020B0604030504040204" pitchFamily="50" charset="-128"/>
                        <a:ea typeface="Meiryo UI" panose="020B0604030504040204" pitchFamily="50" charset="-128"/>
                      </a:endParaRPr>
                    </a:p>
                  </a:txBody>
                  <a:tcPr marL="7620" marR="7620" marT="7620" marB="0"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tcPr>
                </a:tc>
                <a:tc>
                  <a:txBody>
                    <a:bodyPr/>
                    <a:lstStyle/>
                    <a:p>
                      <a:pPr algn="ctr" fontAlgn="ctr">
                        <a:buNone/>
                      </a:pPr>
                      <a:r>
                        <a:rPr lang="zh-TW" altLang="en-US" sz="1400" u="none" strike="noStrike" dirty="0">
                          <a:effectLst/>
                          <a:latin typeface="Meiryo UI" panose="020B0604030504040204" pitchFamily="50" charset="-128"/>
                          <a:ea typeface="Meiryo UI" panose="020B0604030504040204" pitchFamily="50" charset="-128"/>
                        </a:rPr>
                        <a:t>委任状、出席確認紙対応</a:t>
                      </a:r>
                      <a:endParaRPr lang="zh-TW" altLang="en-US" sz="1400" b="0" i="0" u="none" strike="noStrike" dirty="0">
                        <a:solidFill>
                          <a:srgbClr val="000000"/>
                        </a:solidFill>
                        <a:effectLst/>
                        <a:latin typeface="Meiryo UI" panose="020B0604030504040204" pitchFamily="50" charset="-128"/>
                        <a:ea typeface="Meiryo UI" panose="020B0604030504040204" pitchFamily="50" charset="-128"/>
                      </a:endParaRPr>
                    </a:p>
                  </a:txBody>
                  <a:tcPr marL="7620" marR="7620" marT="7620" marB="0"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tcPr>
                </a:tc>
                <a:tc>
                  <a:txBody>
                    <a:bodyPr/>
                    <a:lstStyle/>
                    <a:p>
                      <a:pPr algn="ctr" fontAlgn="ctr">
                        <a:buNone/>
                      </a:pPr>
                      <a:r>
                        <a:rPr lang="ja-JP" altLang="en-US" sz="1400" u="none" strike="noStrike" dirty="0">
                          <a:effectLst/>
                          <a:latin typeface="Meiryo UI" panose="020B0604030504040204" pitchFamily="50" charset="-128"/>
                          <a:ea typeface="Meiryo UI" panose="020B0604030504040204" pitchFamily="50" charset="-128"/>
                        </a:rPr>
                        <a:t>オンラインシステム対応</a:t>
                      </a:r>
                      <a:endParaRPr lang="ja-JP" altLang="en-US" sz="1400" b="0" i="0" u="none" strike="noStrike" dirty="0">
                        <a:solidFill>
                          <a:srgbClr val="000000"/>
                        </a:solidFill>
                        <a:effectLst/>
                        <a:latin typeface="Meiryo UI" panose="020B0604030504040204" pitchFamily="50" charset="-128"/>
                        <a:ea typeface="Meiryo UI" panose="020B0604030504040204" pitchFamily="50" charset="-128"/>
                      </a:endParaRPr>
                    </a:p>
                  </a:txBody>
                  <a:tcPr marL="7620" marR="7620" marT="7620" marB="0"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479454564"/>
                  </a:ext>
                </a:extLst>
              </a:tr>
              <a:tr h="274814">
                <a:tc>
                  <a:txBody>
                    <a:bodyPr/>
                    <a:lstStyle/>
                    <a:p>
                      <a:pPr algn="ctr" fontAlgn="ctr">
                        <a:buNone/>
                      </a:pPr>
                      <a:r>
                        <a:rPr lang="ja-JP" altLang="en-US" sz="1400" u="none" strike="noStrike">
                          <a:effectLst/>
                          <a:latin typeface="Meiryo UI" panose="020B0604030504040204" pitchFamily="50" charset="-128"/>
                          <a:ea typeface="Meiryo UI" panose="020B0604030504040204" pitchFamily="50" charset="-128"/>
                        </a:rPr>
                        <a:t>運営委員会</a:t>
                      </a:r>
                      <a:endParaRPr lang="ja-JP" altLang="en-US" sz="1400" b="0" i="0" u="none" strike="noStrike">
                        <a:solidFill>
                          <a:srgbClr val="000000"/>
                        </a:solidFill>
                        <a:effectLst/>
                        <a:latin typeface="Meiryo UI" panose="020B0604030504040204" pitchFamily="50" charset="-128"/>
                        <a:ea typeface="Meiryo UI" panose="020B0604030504040204" pitchFamily="50" charset="-128"/>
                      </a:endParaRPr>
                    </a:p>
                  </a:txBody>
                  <a:tcPr marL="7620" marR="7620" marT="7620" marB="0"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tcPr>
                </a:tc>
                <a:tc>
                  <a:txBody>
                    <a:bodyPr/>
                    <a:lstStyle/>
                    <a:p>
                      <a:pPr algn="ctr" fontAlgn="ctr">
                        <a:buNone/>
                      </a:pPr>
                      <a:r>
                        <a:rPr lang="ja-JP" altLang="en-US" sz="1400" b="1" u="none" strike="noStrike" dirty="0">
                          <a:effectLst/>
                          <a:latin typeface="Meiryo UI" panose="020B0604030504040204" pitchFamily="50" charset="-128"/>
                          <a:ea typeface="Meiryo UI" panose="020B0604030504040204" pitchFamily="50" charset="-128"/>
                        </a:rPr>
                        <a:t>配布紙資料</a:t>
                      </a:r>
                      <a:endParaRPr lang="ja-JP" altLang="en-US" sz="1400" b="1" i="0" u="none" strike="noStrike" dirty="0">
                        <a:solidFill>
                          <a:srgbClr val="000000"/>
                        </a:solidFill>
                        <a:effectLst/>
                        <a:latin typeface="Meiryo UI" panose="020B0604030504040204" pitchFamily="50" charset="-128"/>
                        <a:ea typeface="Meiryo UI" panose="020B0604030504040204" pitchFamily="50" charset="-128"/>
                      </a:endParaRPr>
                    </a:p>
                  </a:txBody>
                  <a:tcPr marL="7620" marR="7620" marT="7620" marB="0"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tcPr>
                </a:tc>
                <a:tc>
                  <a:txBody>
                    <a:bodyPr/>
                    <a:lstStyle/>
                    <a:p>
                      <a:pPr algn="ctr" fontAlgn="ctr">
                        <a:buNone/>
                      </a:pPr>
                      <a:r>
                        <a:rPr lang="ja-JP" altLang="en-US" sz="1400" b="0" i="0" u="none" strike="noStrike" dirty="0">
                          <a:solidFill>
                            <a:srgbClr val="000000"/>
                          </a:solidFill>
                          <a:effectLst/>
                          <a:latin typeface="Meiryo UI" panose="020B0604030504040204" pitchFamily="50" charset="-128"/>
                          <a:ea typeface="Meiryo UI" panose="020B0604030504040204" pitchFamily="50" charset="-128"/>
                        </a:rPr>
                        <a:t>メールで事前配布、ポータル掲載</a:t>
                      </a:r>
                    </a:p>
                  </a:txBody>
                  <a:tcPr marL="7620" marR="7620" marT="7620" marB="0"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267579633"/>
                  </a:ext>
                </a:extLst>
              </a:tr>
            </a:tbl>
          </a:graphicData>
        </a:graphic>
      </p:graphicFrame>
      <p:sp>
        <p:nvSpPr>
          <p:cNvPr id="5" name="テキスト ボックス 4">
            <a:extLst>
              <a:ext uri="{FF2B5EF4-FFF2-40B4-BE49-F238E27FC236}">
                <a16:creationId xmlns:a16="http://schemas.microsoft.com/office/drawing/2014/main" id="{85650557-9B5E-2E1C-3F69-CD871C33162E}"/>
              </a:ext>
            </a:extLst>
          </p:cNvPr>
          <p:cNvSpPr txBox="1"/>
          <p:nvPr/>
        </p:nvSpPr>
        <p:spPr>
          <a:xfrm>
            <a:off x="1318260" y="4734342"/>
            <a:ext cx="8191500" cy="2123658"/>
          </a:xfrm>
          <a:prstGeom prst="rect">
            <a:avLst/>
          </a:prstGeom>
          <a:noFill/>
        </p:spPr>
        <p:txBody>
          <a:bodyPr wrap="square">
            <a:spAutoFit/>
          </a:bodyPr>
          <a:lstStyle/>
          <a:p>
            <a:r>
              <a:rPr lang="en-US" altLang="ja-JP" sz="1600" dirty="0">
                <a:latin typeface="Meiryo UI" panose="020B0604030504040204" pitchFamily="50" charset="-128"/>
                <a:ea typeface="Meiryo UI" panose="020B0604030504040204" pitchFamily="50" charset="-128"/>
              </a:rPr>
              <a:t>【</a:t>
            </a:r>
            <a:r>
              <a:rPr lang="ja-JP" altLang="en-US" sz="1600" dirty="0">
                <a:latin typeface="Meiryo UI" panose="020B0604030504040204" pitchFamily="50" charset="-128"/>
                <a:ea typeface="Meiryo UI" panose="020B0604030504040204" pitchFamily="50" charset="-128"/>
              </a:rPr>
              <a:t>仮称</a:t>
            </a:r>
            <a:r>
              <a:rPr lang="en-US" altLang="ja-JP" sz="1600" dirty="0">
                <a:latin typeface="Meiryo UI" panose="020B0604030504040204" pitchFamily="50" charset="-128"/>
                <a:ea typeface="Meiryo UI" panose="020B0604030504040204" pitchFamily="50" charset="-128"/>
              </a:rPr>
              <a:t>】 JMRC</a:t>
            </a:r>
            <a:r>
              <a:rPr lang="ja-JP" altLang="en-US" sz="1600" dirty="0">
                <a:latin typeface="Meiryo UI" panose="020B0604030504040204" pitchFamily="50" charset="-128"/>
                <a:ea typeface="Meiryo UI" panose="020B0604030504040204" pitchFamily="50" charset="-128"/>
              </a:rPr>
              <a:t>近畿　事務オンラインシステム（下記①②③④⑤の機能を有するシステム）	</a:t>
            </a:r>
          </a:p>
          <a:p>
            <a:r>
              <a:rPr lang="ja-JP" altLang="en-US" sz="1600" dirty="0">
                <a:latin typeface="Meiryo UI" panose="020B0604030504040204" pitchFamily="50" charset="-128"/>
                <a:ea typeface="Meiryo UI" panose="020B0604030504040204" pitchFamily="50" charset="-128"/>
              </a:rPr>
              <a:t>①</a:t>
            </a:r>
            <a:r>
              <a:rPr lang="en-US" altLang="ja-JP" sz="1600" dirty="0">
                <a:latin typeface="Meiryo UI" panose="020B0604030504040204" pitchFamily="50" charset="-128"/>
                <a:ea typeface="Meiryo UI" panose="020B0604030504040204" pitchFamily="50" charset="-128"/>
              </a:rPr>
              <a:t>HP</a:t>
            </a:r>
            <a:r>
              <a:rPr lang="ja-JP" altLang="en-US" sz="1600" dirty="0">
                <a:latin typeface="Meiryo UI" panose="020B0604030504040204" pitchFamily="50" charset="-128"/>
                <a:ea typeface="Meiryo UI" panose="020B0604030504040204" pitchFamily="50" charset="-128"/>
              </a:rPr>
              <a:t>機能	</a:t>
            </a:r>
            <a:r>
              <a:rPr lang="en-US" altLang="ja-JP" sz="1600" dirty="0">
                <a:latin typeface="Meiryo UI" panose="020B0604030504040204" pitchFamily="50" charset="-128"/>
                <a:ea typeface="Meiryo UI" panose="020B0604030504040204" pitchFamily="50" charset="-128"/>
              </a:rPr>
              <a:t>	</a:t>
            </a:r>
            <a:r>
              <a:rPr lang="ja-JP" altLang="en-US" sz="1600" dirty="0">
                <a:latin typeface="Meiryo UI" panose="020B0604030504040204" pitchFamily="50" charset="-128"/>
                <a:ea typeface="Meiryo UI" panose="020B0604030504040204" pitchFamily="50" charset="-128"/>
              </a:rPr>
              <a:t>既存</a:t>
            </a:r>
            <a:r>
              <a:rPr lang="en-US" altLang="ja-JP" sz="1600" dirty="0">
                <a:latin typeface="Meiryo UI" panose="020B0604030504040204" pitchFamily="50" charset="-128"/>
                <a:ea typeface="Meiryo UI" panose="020B0604030504040204" pitchFamily="50" charset="-128"/>
              </a:rPr>
              <a:t>HP</a:t>
            </a:r>
            <a:r>
              <a:rPr lang="ja-JP" altLang="en-US" sz="1600" dirty="0">
                <a:latin typeface="Meiryo UI" panose="020B0604030504040204" pitchFamily="50" charset="-128"/>
                <a:ea typeface="Meiryo UI" panose="020B0604030504040204" pitchFamily="50" charset="-128"/>
              </a:rPr>
              <a:t>の内容取り込み</a:t>
            </a:r>
          </a:p>
          <a:p>
            <a:r>
              <a:rPr lang="ja-JP" altLang="en-US" sz="1600" dirty="0">
                <a:latin typeface="Meiryo UI" panose="020B0604030504040204" pitchFamily="50" charset="-128"/>
                <a:ea typeface="Meiryo UI" panose="020B0604030504040204" pitchFamily="50" charset="-128"/>
              </a:rPr>
              <a:t>②各種受付	クラブ登録、更新等の手続、個人会員の登録、その他、保険関係の受付</a:t>
            </a:r>
          </a:p>
          <a:p>
            <a:r>
              <a:rPr lang="ja-JP" altLang="en-US" sz="1600" dirty="0">
                <a:latin typeface="Meiryo UI" panose="020B0604030504040204" pitchFamily="50" charset="-128"/>
                <a:ea typeface="Meiryo UI" panose="020B0604030504040204" pitchFamily="50" charset="-128"/>
              </a:rPr>
              <a:t>	</a:t>
            </a:r>
            <a:r>
              <a:rPr lang="en-US" altLang="ja-JP" sz="1600" dirty="0">
                <a:latin typeface="Meiryo UI" panose="020B0604030504040204" pitchFamily="50" charset="-128"/>
                <a:ea typeface="Meiryo UI" panose="020B0604030504040204" pitchFamily="50" charset="-128"/>
              </a:rPr>
              <a:t>	</a:t>
            </a:r>
            <a:r>
              <a:rPr lang="ja-JP" altLang="en-US" sz="1600" dirty="0">
                <a:latin typeface="Meiryo UI" panose="020B0604030504040204" pitchFamily="50" charset="-128"/>
                <a:ea typeface="Meiryo UI" panose="020B0604030504040204" pitchFamily="50" charset="-128"/>
              </a:rPr>
              <a:t>個人会員へのデジタル会員証表示</a:t>
            </a:r>
          </a:p>
          <a:p>
            <a:r>
              <a:rPr lang="ja-JP" altLang="en-US" sz="1600" dirty="0">
                <a:latin typeface="Meiryo UI" panose="020B0604030504040204" pitchFamily="50" charset="-128"/>
                <a:ea typeface="Meiryo UI" panose="020B0604030504040204" pitchFamily="50" charset="-128"/>
              </a:rPr>
              <a:t>③メール展開	正会員クラブ、個人会員への各種案内、代表者会議、表彰式の案内</a:t>
            </a:r>
          </a:p>
          <a:p>
            <a:r>
              <a:rPr lang="ja-JP" altLang="en-US" sz="1600" dirty="0">
                <a:latin typeface="Meiryo UI" panose="020B0604030504040204" pitchFamily="50" charset="-128"/>
                <a:ea typeface="Meiryo UI" panose="020B0604030504040204" pitchFamily="50" charset="-128"/>
              </a:rPr>
              <a:t>④情報共有</a:t>
            </a:r>
            <a:r>
              <a:rPr lang="en-US" altLang="ja-JP" sz="1600" dirty="0">
                <a:latin typeface="Meiryo UI" panose="020B0604030504040204" pitchFamily="50" charset="-128"/>
                <a:ea typeface="Meiryo UI" panose="020B0604030504040204" pitchFamily="50" charset="-128"/>
              </a:rPr>
              <a:t>	</a:t>
            </a:r>
            <a:r>
              <a:rPr lang="ja-JP" altLang="en-US" sz="1600" dirty="0">
                <a:latin typeface="Meiryo UI" panose="020B0604030504040204" pitchFamily="50" charset="-128"/>
                <a:ea typeface="Meiryo UI" panose="020B0604030504040204" pitchFamily="50" charset="-128"/>
              </a:rPr>
              <a:t>正会員クラブ。個人会員への情報展開・公開</a:t>
            </a:r>
          </a:p>
          <a:p>
            <a:r>
              <a:rPr lang="ja-JP" altLang="en-US" sz="1600" dirty="0">
                <a:latin typeface="Meiryo UI" panose="020B0604030504040204" pitchFamily="50" charset="-128"/>
                <a:ea typeface="Meiryo UI" panose="020B0604030504040204" pitchFamily="50" charset="-128"/>
              </a:rPr>
              <a:t>	</a:t>
            </a:r>
            <a:r>
              <a:rPr lang="en-US" altLang="ja-JP" sz="1600" dirty="0">
                <a:latin typeface="Meiryo UI" panose="020B0604030504040204" pitchFamily="50" charset="-128"/>
                <a:ea typeface="Meiryo UI" panose="020B0604030504040204" pitchFamily="50" charset="-128"/>
              </a:rPr>
              <a:t>	</a:t>
            </a:r>
            <a:r>
              <a:rPr lang="ja-JP" altLang="en-US" sz="1600" dirty="0">
                <a:latin typeface="Meiryo UI" panose="020B0604030504040204" pitchFamily="50" charset="-128"/>
                <a:ea typeface="Meiryo UI" panose="020B0604030504040204" pitchFamily="50" charset="-128"/>
              </a:rPr>
              <a:t>正会員クラブ、主催クラブ、運営委員間の情報共有</a:t>
            </a:r>
            <a:endParaRPr lang="en-US" altLang="ja-JP" sz="1600" dirty="0">
              <a:latin typeface="Meiryo UI" panose="020B0604030504040204" pitchFamily="50" charset="-128"/>
              <a:ea typeface="Meiryo UI" panose="020B0604030504040204" pitchFamily="50" charset="-128"/>
            </a:endParaRPr>
          </a:p>
          <a:p>
            <a:r>
              <a:rPr lang="ja-JP" altLang="en-US" sz="1600" dirty="0">
                <a:latin typeface="Meiryo UI" panose="020B0604030504040204" pitchFamily="50" charset="-128"/>
                <a:ea typeface="Meiryo UI" panose="020B0604030504040204" pitchFamily="50" charset="-128"/>
              </a:rPr>
              <a:t>⑤問い合わせ対応</a:t>
            </a:r>
            <a:r>
              <a:rPr lang="ja-JP" altLang="en-US" sz="2000" dirty="0">
                <a:latin typeface="Meiryo UI" panose="020B0604030504040204" pitchFamily="50" charset="-128"/>
                <a:ea typeface="Meiryo UI" panose="020B0604030504040204" pitchFamily="50" charset="-128"/>
              </a:rPr>
              <a:t>	</a:t>
            </a:r>
          </a:p>
        </p:txBody>
      </p:sp>
      <p:sp>
        <p:nvSpPr>
          <p:cNvPr id="4" name="テキスト ボックス 3">
            <a:extLst>
              <a:ext uri="{FF2B5EF4-FFF2-40B4-BE49-F238E27FC236}">
                <a16:creationId xmlns:a16="http://schemas.microsoft.com/office/drawing/2014/main" id="{6B84A9E8-B791-312D-9D40-9BCACCD85ED5}"/>
              </a:ext>
            </a:extLst>
          </p:cNvPr>
          <p:cNvSpPr txBox="1"/>
          <p:nvPr/>
        </p:nvSpPr>
        <p:spPr>
          <a:xfrm>
            <a:off x="224291" y="0"/>
            <a:ext cx="11488497" cy="646331"/>
          </a:xfrm>
          <a:prstGeom prst="rect">
            <a:avLst/>
          </a:prstGeom>
          <a:noFill/>
        </p:spPr>
        <p:txBody>
          <a:bodyPr wrap="square" rtlCol="0">
            <a:spAutoFit/>
          </a:bodyPr>
          <a:lstStyle/>
          <a:p>
            <a:r>
              <a:rPr lang="ja-JP" altLang="en-US" sz="3600" dirty="0">
                <a:latin typeface="Meiryo UI" panose="020B0604030504040204" pitchFamily="50" charset="-128"/>
                <a:ea typeface="Meiryo UI" panose="020B0604030504040204" pitchFamily="50" charset="-128"/>
              </a:rPr>
              <a:t>４．</a:t>
            </a:r>
            <a:r>
              <a:rPr lang="ja-JP" altLang="en-US" sz="2000" dirty="0">
                <a:latin typeface="Meiryo UI" panose="020B0604030504040204" pitchFamily="50" charset="-128"/>
                <a:ea typeface="Meiryo UI" panose="020B0604030504040204" pitchFamily="50" charset="-128"/>
              </a:rPr>
              <a:t>（前回リマインド）</a:t>
            </a:r>
            <a:r>
              <a:rPr lang="ja-JP" altLang="en-US" sz="3600" dirty="0">
                <a:latin typeface="Meiryo UI" panose="020B0604030504040204" pitchFamily="50" charset="-128"/>
                <a:ea typeface="Meiryo UI" panose="020B0604030504040204" pitchFamily="50" charset="-128"/>
              </a:rPr>
              <a:t>運営委員会事務業務のデジタル化提案</a:t>
            </a:r>
            <a:endParaRPr kumimoji="1" lang="ja-JP" altLang="en-US" sz="3600" dirty="0">
              <a:latin typeface="Meiryo UI" panose="020B0604030504040204" pitchFamily="50" charset="-128"/>
              <a:ea typeface="Meiryo UI" panose="020B0604030504040204" pitchFamily="50" charset="-128"/>
            </a:endParaRPr>
          </a:p>
        </p:txBody>
      </p:sp>
      <p:sp>
        <p:nvSpPr>
          <p:cNvPr id="6" name="テキスト ボックス 5">
            <a:extLst>
              <a:ext uri="{FF2B5EF4-FFF2-40B4-BE49-F238E27FC236}">
                <a16:creationId xmlns:a16="http://schemas.microsoft.com/office/drawing/2014/main" id="{B41ECD41-6BB5-9A97-54A1-4D19DDBC2C40}"/>
              </a:ext>
            </a:extLst>
          </p:cNvPr>
          <p:cNvSpPr txBox="1"/>
          <p:nvPr/>
        </p:nvSpPr>
        <p:spPr>
          <a:xfrm>
            <a:off x="58189" y="726609"/>
            <a:ext cx="11105804" cy="461665"/>
          </a:xfrm>
          <a:prstGeom prst="rect">
            <a:avLst/>
          </a:prstGeom>
          <a:noFill/>
        </p:spPr>
        <p:txBody>
          <a:bodyPr wrap="square" rtlCol="0">
            <a:spAutoFit/>
          </a:bodyPr>
          <a:lstStyle/>
          <a:p>
            <a:r>
              <a:rPr kumimoji="1" lang="ja-JP" altLang="en-US" sz="2400" dirty="0">
                <a:latin typeface="Meiryo UI" panose="020B0604030504040204" pitchFamily="50" charset="-128"/>
                <a:ea typeface="Meiryo UI" panose="020B0604030504040204" pitchFamily="50" charset="-128"/>
              </a:rPr>
              <a:t>（３）実現策案（業務のデジタル化）</a:t>
            </a:r>
            <a:endParaRPr lang="en-US" altLang="ja-JP" sz="2400" dirty="0">
              <a:latin typeface="Meiryo UI" panose="020B0604030504040204" pitchFamily="50" charset="-128"/>
              <a:ea typeface="Meiryo UI" panose="020B0604030504040204" pitchFamily="50" charset="-128"/>
            </a:endParaRPr>
          </a:p>
        </p:txBody>
      </p:sp>
      <p:pic>
        <p:nvPicPr>
          <p:cNvPr id="7" name="図 6">
            <a:extLst>
              <a:ext uri="{FF2B5EF4-FFF2-40B4-BE49-F238E27FC236}">
                <a16:creationId xmlns:a16="http://schemas.microsoft.com/office/drawing/2014/main" id="{525E1B99-091B-F018-1B9C-914EEC27910E}"/>
              </a:ext>
            </a:extLst>
          </p:cNvPr>
          <p:cNvPicPr>
            <a:picLocks noChangeAspect="1"/>
          </p:cNvPicPr>
          <p:nvPr/>
        </p:nvPicPr>
        <p:blipFill>
          <a:blip r:embed="rId2"/>
          <a:stretch>
            <a:fillRect/>
          </a:stretch>
        </p:blipFill>
        <p:spPr>
          <a:xfrm>
            <a:off x="8992283" y="957441"/>
            <a:ext cx="2897004" cy="3557841"/>
          </a:xfrm>
          <a:prstGeom prst="rect">
            <a:avLst/>
          </a:prstGeom>
        </p:spPr>
      </p:pic>
      <p:sp>
        <p:nvSpPr>
          <p:cNvPr id="8" name="吹き出し: 四角形 7">
            <a:extLst>
              <a:ext uri="{FF2B5EF4-FFF2-40B4-BE49-F238E27FC236}">
                <a16:creationId xmlns:a16="http://schemas.microsoft.com/office/drawing/2014/main" id="{8EB51DF7-A846-7DBC-0CBC-0F677C5F3B82}"/>
              </a:ext>
            </a:extLst>
          </p:cNvPr>
          <p:cNvSpPr/>
          <p:nvPr/>
        </p:nvSpPr>
        <p:spPr>
          <a:xfrm>
            <a:off x="9318567" y="4665640"/>
            <a:ext cx="2743200" cy="1130531"/>
          </a:xfrm>
          <a:prstGeom prst="wedgeRectCallout">
            <a:avLst>
              <a:gd name="adj1" fmla="val 15466"/>
              <a:gd name="adj2" fmla="val -91912"/>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dirty="0">
                <a:latin typeface="Meiryo UI" panose="020B0604030504040204" pitchFamily="50" charset="-128"/>
                <a:ea typeface="Meiryo UI" panose="020B0604030504040204" pitchFamily="50" charset="-128"/>
              </a:rPr>
              <a:t>（参考）</a:t>
            </a:r>
            <a:endParaRPr kumimoji="1" lang="en-US" altLang="ja-JP" dirty="0">
              <a:latin typeface="Meiryo UI" panose="020B0604030504040204" pitchFamily="50" charset="-128"/>
              <a:ea typeface="Meiryo UI" panose="020B0604030504040204" pitchFamily="50" charset="-128"/>
            </a:endParaRPr>
          </a:p>
          <a:p>
            <a:pPr algn="ctr"/>
            <a:r>
              <a:rPr kumimoji="1" lang="en-US" altLang="ja-JP" dirty="0">
                <a:latin typeface="Meiryo UI" panose="020B0604030504040204" pitchFamily="50" charset="-128"/>
                <a:ea typeface="Meiryo UI" panose="020B0604030504040204" pitchFamily="50" charset="-128"/>
              </a:rPr>
              <a:t>JMRC</a:t>
            </a:r>
            <a:r>
              <a:rPr kumimoji="1" lang="ja-JP" altLang="en-US" dirty="0">
                <a:latin typeface="Meiryo UI" panose="020B0604030504040204" pitchFamily="50" charset="-128"/>
                <a:ea typeface="Meiryo UI" panose="020B0604030504040204" pitchFamily="50" charset="-128"/>
              </a:rPr>
              <a:t>中部のクラブ登録印（個人会員証なし）</a:t>
            </a:r>
          </a:p>
        </p:txBody>
      </p:sp>
      <p:sp>
        <p:nvSpPr>
          <p:cNvPr id="2" name="テキスト ボックス 1">
            <a:extLst>
              <a:ext uri="{FF2B5EF4-FFF2-40B4-BE49-F238E27FC236}">
                <a16:creationId xmlns:a16="http://schemas.microsoft.com/office/drawing/2014/main" id="{010B3AD0-46F1-7A5C-97F7-5F2094214194}"/>
              </a:ext>
            </a:extLst>
          </p:cNvPr>
          <p:cNvSpPr txBox="1"/>
          <p:nvPr/>
        </p:nvSpPr>
        <p:spPr>
          <a:xfrm>
            <a:off x="10803308" y="132393"/>
            <a:ext cx="1197595" cy="461665"/>
          </a:xfrm>
          <a:prstGeom prst="rect">
            <a:avLst/>
          </a:prstGeom>
          <a:noFill/>
        </p:spPr>
        <p:txBody>
          <a:bodyPr wrap="square" rtlCol="0">
            <a:spAutoFit/>
          </a:bodyPr>
          <a:lstStyle/>
          <a:p>
            <a:pPr algn="r"/>
            <a:r>
              <a:rPr kumimoji="1" lang="en-US" altLang="ja-JP" sz="2400" dirty="0"/>
              <a:t>10/14</a:t>
            </a:r>
            <a:endParaRPr kumimoji="1" lang="ja-JP" altLang="en-US" sz="2400" dirty="0"/>
          </a:p>
        </p:txBody>
      </p:sp>
    </p:spTree>
    <p:extLst>
      <p:ext uri="{BB962C8B-B14F-4D97-AF65-F5344CB8AC3E}">
        <p14:creationId xmlns:p14="http://schemas.microsoft.com/office/powerpoint/2010/main" val="2187991908"/>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図 2">
            <a:extLst>
              <a:ext uri="{FF2B5EF4-FFF2-40B4-BE49-F238E27FC236}">
                <a16:creationId xmlns:a16="http://schemas.microsoft.com/office/drawing/2014/main" id="{8349D2A2-9F93-EBCC-F407-BA0CECB7B587}"/>
              </a:ext>
            </a:extLst>
          </p:cNvPr>
          <p:cNvPicPr>
            <a:picLocks noChangeAspect="1"/>
          </p:cNvPicPr>
          <p:nvPr/>
        </p:nvPicPr>
        <p:blipFill>
          <a:blip r:embed="rId2"/>
          <a:stretch>
            <a:fillRect/>
          </a:stretch>
        </p:blipFill>
        <p:spPr>
          <a:xfrm>
            <a:off x="1044323" y="1713840"/>
            <a:ext cx="6362626" cy="3956858"/>
          </a:xfrm>
          <a:prstGeom prst="rect">
            <a:avLst/>
          </a:prstGeom>
          <a:ln w="15875">
            <a:solidFill>
              <a:schemeClr val="tx1"/>
            </a:solidFill>
          </a:ln>
        </p:spPr>
      </p:pic>
      <p:pic>
        <p:nvPicPr>
          <p:cNvPr id="5" name="図 4">
            <a:extLst>
              <a:ext uri="{FF2B5EF4-FFF2-40B4-BE49-F238E27FC236}">
                <a16:creationId xmlns:a16="http://schemas.microsoft.com/office/drawing/2014/main" id="{95C9AF24-729D-56EC-8340-31FBEB8D714B}"/>
              </a:ext>
            </a:extLst>
          </p:cNvPr>
          <p:cNvPicPr>
            <a:picLocks noChangeAspect="1"/>
          </p:cNvPicPr>
          <p:nvPr/>
        </p:nvPicPr>
        <p:blipFill>
          <a:blip r:embed="rId3"/>
          <a:stretch>
            <a:fillRect/>
          </a:stretch>
        </p:blipFill>
        <p:spPr>
          <a:xfrm>
            <a:off x="8399041" y="977331"/>
            <a:ext cx="2574068" cy="5429876"/>
          </a:xfrm>
          <a:prstGeom prst="rect">
            <a:avLst/>
          </a:prstGeom>
          <a:ln>
            <a:solidFill>
              <a:schemeClr val="tx1"/>
            </a:solidFill>
          </a:ln>
        </p:spPr>
      </p:pic>
      <p:sp>
        <p:nvSpPr>
          <p:cNvPr id="6" name="テキスト ボックス 5">
            <a:extLst>
              <a:ext uri="{FF2B5EF4-FFF2-40B4-BE49-F238E27FC236}">
                <a16:creationId xmlns:a16="http://schemas.microsoft.com/office/drawing/2014/main" id="{D24DC97E-8F9E-28E5-55D8-DBA13DB6311C}"/>
              </a:ext>
            </a:extLst>
          </p:cNvPr>
          <p:cNvSpPr txBox="1"/>
          <p:nvPr/>
        </p:nvSpPr>
        <p:spPr>
          <a:xfrm>
            <a:off x="224291" y="0"/>
            <a:ext cx="11488497" cy="646331"/>
          </a:xfrm>
          <a:prstGeom prst="rect">
            <a:avLst/>
          </a:prstGeom>
          <a:noFill/>
        </p:spPr>
        <p:txBody>
          <a:bodyPr wrap="square" rtlCol="0">
            <a:spAutoFit/>
          </a:bodyPr>
          <a:lstStyle/>
          <a:p>
            <a:r>
              <a:rPr lang="ja-JP" altLang="en-US" sz="3600" dirty="0">
                <a:latin typeface="Meiryo UI" panose="020B0604030504040204" pitchFamily="50" charset="-128"/>
                <a:ea typeface="Meiryo UI" panose="020B0604030504040204" pitchFamily="50" charset="-128"/>
              </a:rPr>
              <a:t>４．</a:t>
            </a:r>
            <a:r>
              <a:rPr lang="ja-JP" altLang="en-US" sz="2000" dirty="0">
                <a:latin typeface="Meiryo UI" panose="020B0604030504040204" pitchFamily="50" charset="-128"/>
                <a:ea typeface="Meiryo UI" panose="020B0604030504040204" pitchFamily="50" charset="-128"/>
              </a:rPr>
              <a:t>（前回リマインド）</a:t>
            </a:r>
            <a:r>
              <a:rPr lang="ja-JP" altLang="en-US" sz="3600" dirty="0">
                <a:latin typeface="Meiryo UI" panose="020B0604030504040204" pitchFamily="50" charset="-128"/>
                <a:ea typeface="Meiryo UI" panose="020B0604030504040204" pitchFamily="50" charset="-128"/>
              </a:rPr>
              <a:t>運営委員会事務業務のデジタル化提案</a:t>
            </a:r>
            <a:endParaRPr kumimoji="1" lang="ja-JP" altLang="en-US" sz="3600" dirty="0">
              <a:latin typeface="Meiryo UI" panose="020B0604030504040204" pitchFamily="50" charset="-128"/>
              <a:ea typeface="Meiryo UI" panose="020B0604030504040204" pitchFamily="50" charset="-128"/>
            </a:endParaRPr>
          </a:p>
        </p:txBody>
      </p:sp>
      <p:sp>
        <p:nvSpPr>
          <p:cNvPr id="7" name="テキスト ボックス 6">
            <a:extLst>
              <a:ext uri="{FF2B5EF4-FFF2-40B4-BE49-F238E27FC236}">
                <a16:creationId xmlns:a16="http://schemas.microsoft.com/office/drawing/2014/main" id="{88183912-A454-5000-2A62-6817F5373F4A}"/>
              </a:ext>
            </a:extLst>
          </p:cNvPr>
          <p:cNvSpPr txBox="1"/>
          <p:nvPr/>
        </p:nvSpPr>
        <p:spPr>
          <a:xfrm>
            <a:off x="592974" y="806333"/>
            <a:ext cx="3740727" cy="461665"/>
          </a:xfrm>
          <a:prstGeom prst="rect">
            <a:avLst/>
          </a:prstGeom>
          <a:noFill/>
        </p:spPr>
        <p:txBody>
          <a:bodyPr wrap="square" rtlCol="0">
            <a:spAutoFit/>
          </a:bodyPr>
          <a:lstStyle/>
          <a:p>
            <a:r>
              <a:rPr kumimoji="1" lang="ja-JP" altLang="en-US" sz="2400" dirty="0">
                <a:latin typeface="Meiryo UI" panose="020B0604030504040204" pitchFamily="50" charset="-128"/>
                <a:ea typeface="Meiryo UI" panose="020B0604030504040204" pitchFamily="50" charset="-128"/>
              </a:rPr>
              <a:t>オンライン会員証の例</a:t>
            </a:r>
            <a:endParaRPr lang="en-US" altLang="ja-JP" sz="2400" dirty="0">
              <a:latin typeface="Meiryo UI" panose="020B0604030504040204" pitchFamily="50" charset="-128"/>
              <a:ea typeface="Meiryo UI" panose="020B0604030504040204" pitchFamily="50" charset="-128"/>
            </a:endParaRPr>
          </a:p>
        </p:txBody>
      </p:sp>
      <p:sp>
        <p:nvSpPr>
          <p:cNvPr id="8" name="テキスト ボックス 7">
            <a:extLst>
              <a:ext uri="{FF2B5EF4-FFF2-40B4-BE49-F238E27FC236}">
                <a16:creationId xmlns:a16="http://schemas.microsoft.com/office/drawing/2014/main" id="{8E526382-4962-D99B-A08B-AFECF19DEEB4}"/>
              </a:ext>
            </a:extLst>
          </p:cNvPr>
          <p:cNvSpPr txBox="1"/>
          <p:nvPr/>
        </p:nvSpPr>
        <p:spPr>
          <a:xfrm>
            <a:off x="10803308" y="132393"/>
            <a:ext cx="1197595" cy="461665"/>
          </a:xfrm>
          <a:prstGeom prst="rect">
            <a:avLst/>
          </a:prstGeom>
          <a:noFill/>
        </p:spPr>
        <p:txBody>
          <a:bodyPr wrap="square" rtlCol="0">
            <a:spAutoFit/>
          </a:bodyPr>
          <a:lstStyle/>
          <a:p>
            <a:pPr algn="r"/>
            <a:r>
              <a:rPr kumimoji="1" lang="en-US" altLang="ja-JP" sz="2400" dirty="0"/>
              <a:t>11/14</a:t>
            </a:r>
            <a:endParaRPr kumimoji="1" lang="ja-JP" altLang="en-US" sz="2400" dirty="0"/>
          </a:p>
        </p:txBody>
      </p:sp>
    </p:spTree>
    <p:extLst>
      <p:ext uri="{BB962C8B-B14F-4D97-AF65-F5344CB8AC3E}">
        <p14:creationId xmlns:p14="http://schemas.microsoft.com/office/powerpoint/2010/main" val="2652510230"/>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テキスト ボックス 1">
            <a:extLst>
              <a:ext uri="{FF2B5EF4-FFF2-40B4-BE49-F238E27FC236}">
                <a16:creationId xmlns:a16="http://schemas.microsoft.com/office/drawing/2014/main" id="{E52D04AF-88D7-AF66-8F72-565A0FBBBD0C}"/>
              </a:ext>
            </a:extLst>
          </p:cNvPr>
          <p:cNvSpPr txBox="1"/>
          <p:nvPr/>
        </p:nvSpPr>
        <p:spPr>
          <a:xfrm>
            <a:off x="224291" y="754204"/>
            <a:ext cx="11405060" cy="3985706"/>
          </a:xfrm>
          <a:prstGeom prst="rect">
            <a:avLst/>
          </a:prstGeom>
          <a:noFill/>
        </p:spPr>
        <p:txBody>
          <a:bodyPr wrap="square" rtlCol="0">
            <a:spAutoFit/>
          </a:bodyPr>
          <a:lstStyle/>
          <a:p>
            <a:r>
              <a:rPr lang="ja-JP" altLang="en-US" sz="2300" dirty="0">
                <a:latin typeface="Meiryo UI" panose="020B0604030504040204" pitchFamily="50" charset="-128"/>
                <a:ea typeface="Meiryo UI" panose="020B0604030504040204" pitchFamily="50" charset="-128"/>
              </a:rPr>
              <a:t>　◆前提条件</a:t>
            </a:r>
            <a:r>
              <a:rPr lang="en-US" altLang="ja-JP" sz="2300" dirty="0">
                <a:latin typeface="Meiryo UI" panose="020B0604030504040204" pitchFamily="50" charset="-128"/>
                <a:ea typeface="Meiryo UI" panose="020B0604030504040204" pitchFamily="50" charset="-128"/>
              </a:rPr>
              <a:t>/</a:t>
            </a:r>
            <a:r>
              <a:rPr lang="ja-JP" altLang="en-US" sz="2300" dirty="0">
                <a:latin typeface="Meiryo UI" panose="020B0604030504040204" pitchFamily="50" charset="-128"/>
                <a:ea typeface="Meiryo UI" panose="020B0604030504040204" pitchFamily="50" charset="-128"/>
              </a:rPr>
              <a:t>審議事項</a:t>
            </a:r>
            <a:endParaRPr lang="en-US" altLang="ja-JP" sz="2300" dirty="0">
              <a:latin typeface="Meiryo UI" panose="020B0604030504040204" pitchFamily="50" charset="-128"/>
              <a:ea typeface="Meiryo UI" panose="020B0604030504040204" pitchFamily="50" charset="-128"/>
            </a:endParaRPr>
          </a:p>
          <a:p>
            <a:r>
              <a:rPr lang="ja-JP" altLang="en-US" sz="2300" dirty="0">
                <a:latin typeface="Meiryo UI" panose="020B0604030504040204" pitchFamily="50" charset="-128"/>
                <a:ea typeface="Meiryo UI" panose="020B0604030504040204" pitchFamily="50" charset="-128"/>
              </a:rPr>
              <a:t>　　　①個人会員登録、クラブ登録</a:t>
            </a:r>
            <a:endParaRPr lang="en-US" altLang="ja-JP" sz="2300" dirty="0">
              <a:latin typeface="Meiryo UI" panose="020B0604030504040204" pitchFamily="50" charset="-128"/>
              <a:ea typeface="Meiryo UI" panose="020B0604030504040204" pitchFamily="50" charset="-128"/>
            </a:endParaRPr>
          </a:p>
          <a:p>
            <a:r>
              <a:rPr lang="ja-JP" altLang="en-US" sz="2300" dirty="0">
                <a:latin typeface="Meiryo UI" panose="020B0604030504040204" pitchFamily="50" charset="-128"/>
                <a:ea typeface="Meiryo UI" panose="020B0604030504040204" pitchFamily="50" charset="-128"/>
              </a:rPr>
              <a:t>　　　　⇒個人会員登録および個人会員登録後のクラブ登録についてポータル上で実施する</a:t>
            </a:r>
            <a:endParaRPr lang="en-US" altLang="ja-JP" sz="2300" dirty="0">
              <a:latin typeface="Meiryo UI" panose="020B0604030504040204" pitchFamily="50" charset="-128"/>
              <a:ea typeface="Meiryo UI" panose="020B0604030504040204" pitchFamily="50" charset="-128"/>
            </a:endParaRPr>
          </a:p>
          <a:p>
            <a:r>
              <a:rPr lang="ja-JP" altLang="en-US" sz="2300" dirty="0">
                <a:latin typeface="Meiryo UI" panose="020B0604030504040204" pitchFamily="50" charset="-128"/>
                <a:ea typeface="Meiryo UI" panose="020B0604030504040204" pitchFamily="50" charset="-128"/>
              </a:rPr>
              <a:t>　　　　　　クラブの正会員登録、個人会員、個人のクラブ登録もすべて事務局新ポータルにて行う</a:t>
            </a:r>
            <a:endParaRPr lang="en-US" altLang="ja-JP" sz="2300" dirty="0">
              <a:latin typeface="Meiryo UI" panose="020B0604030504040204" pitchFamily="50" charset="-128"/>
              <a:ea typeface="Meiryo UI" panose="020B0604030504040204" pitchFamily="50" charset="-128"/>
            </a:endParaRPr>
          </a:p>
          <a:p>
            <a:r>
              <a:rPr lang="ja-JP" altLang="en-US" sz="2300" dirty="0">
                <a:latin typeface="Meiryo UI" panose="020B0604030504040204" pitchFamily="50" charset="-128"/>
                <a:ea typeface="Meiryo UI" panose="020B0604030504040204" pitchFamily="50" charset="-128"/>
              </a:rPr>
              <a:t>　　　②スポーツ安全保険の入会、登録業務等、基本すべてポータル上で実施する</a:t>
            </a:r>
            <a:endParaRPr lang="en-US" altLang="ja-JP" sz="2300" dirty="0">
              <a:latin typeface="Meiryo UI" panose="020B0604030504040204" pitchFamily="50" charset="-128"/>
              <a:ea typeface="Meiryo UI" panose="020B0604030504040204" pitchFamily="50" charset="-128"/>
            </a:endParaRPr>
          </a:p>
          <a:p>
            <a:r>
              <a:rPr lang="ja-JP" altLang="en-US" sz="2300" dirty="0">
                <a:latin typeface="Meiryo UI" panose="020B0604030504040204" pitchFamily="50" charset="-128"/>
                <a:ea typeface="Meiryo UI" panose="020B0604030504040204" pitchFamily="50" charset="-128"/>
              </a:rPr>
              <a:t>　　　③各種会員登録、スポーツ安全保険等の入金は振込み、およびペイメントコアによる</a:t>
            </a:r>
            <a:endParaRPr lang="en-US" altLang="ja-JP" sz="2300" dirty="0">
              <a:latin typeface="Meiryo UI" panose="020B0604030504040204" pitchFamily="50" charset="-128"/>
              <a:ea typeface="Meiryo UI" panose="020B0604030504040204" pitchFamily="50" charset="-128"/>
            </a:endParaRPr>
          </a:p>
          <a:p>
            <a:r>
              <a:rPr lang="ja-JP" altLang="en-US" sz="2300" dirty="0">
                <a:latin typeface="Meiryo UI" panose="020B0604030504040204" pitchFamily="50" charset="-128"/>
                <a:ea typeface="Meiryo UI" panose="020B0604030504040204" pitchFamily="50" charset="-128"/>
              </a:rPr>
              <a:t>　　　　クレジット支払いに限定する</a:t>
            </a:r>
            <a:endParaRPr lang="en-US" altLang="ja-JP" sz="2300" dirty="0">
              <a:latin typeface="Meiryo UI" panose="020B0604030504040204" pitchFamily="50" charset="-128"/>
              <a:ea typeface="Meiryo UI" panose="020B0604030504040204" pitchFamily="50" charset="-128"/>
            </a:endParaRPr>
          </a:p>
          <a:p>
            <a:r>
              <a:rPr lang="ja-JP" altLang="en-US" sz="2300" dirty="0">
                <a:latin typeface="Meiryo UI" panose="020B0604030504040204" pitchFamily="50" charset="-128"/>
                <a:ea typeface="Meiryo UI" panose="020B0604030504040204" pitchFamily="50" charset="-128"/>
              </a:rPr>
              <a:t>　　　④会計年度の年度末から年末への移行する</a:t>
            </a:r>
            <a:endParaRPr lang="en-US" altLang="ja-JP" sz="2300" dirty="0">
              <a:latin typeface="Meiryo UI" panose="020B0604030504040204" pitchFamily="50" charset="-128"/>
              <a:ea typeface="Meiryo UI" panose="020B0604030504040204" pitchFamily="50" charset="-128"/>
            </a:endParaRPr>
          </a:p>
          <a:p>
            <a:r>
              <a:rPr lang="ja-JP" altLang="en-US" sz="2300" dirty="0">
                <a:latin typeface="Meiryo UI" panose="020B0604030504040204" pitchFamily="50" charset="-128"/>
                <a:ea typeface="Meiryo UI" panose="020B0604030504040204" pitchFamily="50" charset="-128"/>
              </a:rPr>
              <a:t>　　　⑤ハンドブックの廃止</a:t>
            </a:r>
            <a:endParaRPr lang="en-US" altLang="ja-JP" sz="2300" dirty="0">
              <a:latin typeface="Meiryo UI" panose="020B0604030504040204" pitchFamily="50" charset="-128"/>
              <a:ea typeface="Meiryo UI" panose="020B0604030504040204" pitchFamily="50" charset="-128"/>
            </a:endParaRPr>
          </a:p>
          <a:p>
            <a:r>
              <a:rPr lang="ja-JP" altLang="en-US" sz="2300" dirty="0">
                <a:latin typeface="Meiryo UI" panose="020B0604030504040204" pitchFamily="50" charset="-128"/>
                <a:ea typeface="Meiryo UI" panose="020B0604030504040204" pitchFamily="50" charset="-128"/>
              </a:rPr>
              <a:t>　　　　⇒事務局新ポータルに掲載</a:t>
            </a:r>
            <a:endParaRPr lang="en-US" altLang="ja-JP" sz="2300" dirty="0">
              <a:latin typeface="Meiryo UI" panose="020B0604030504040204" pitchFamily="50" charset="-128"/>
              <a:ea typeface="Meiryo UI" panose="020B0604030504040204" pitchFamily="50" charset="-128"/>
            </a:endParaRPr>
          </a:p>
          <a:p>
            <a:r>
              <a:rPr lang="ja-JP" altLang="en-US" sz="2300" dirty="0">
                <a:latin typeface="Meiryo UI" panose="020B0604030504040204" pitchFamily="50" charset="-128"/>
                <a:ea typeface="Meiryo UI" panose="020B0604030504040204" pitchFamily="50" charset="-128"/>
              </a:rPr>
              <a:t>　　　⑥’</a:t>
            </a:r>
            <a:r>
              <a:rPr lang="en-US" altLang="ja-JP" sz="2300" dirty="0">
                <a:latin typeface="Meiryo UI" panose="020B0604030504040204" pitchFamily="50" charset="-128"/>
                <a:ea typeface="Meiryo UI" panose="020B0604030504040204" pitchFamily="50" charset="-128"/>
              </a:rPr>
              <a:t>27</a:t>
            </a:r>
            <a:r>
              <a:rPr lang="ja-JP" altLang="en-US" sz="2300" dirty="0">
                <a:latin typeface="Meiryo UI" panose="020B0604030504040204" pitchFamily="50" charset="-128"/>
                <a:ea typeface="Meiryo UI" panose="020B0604030504040204" pitchFamily="50" charset="-128"/>
              </a:rPr>
              <a:t>年初より、</a:t>
            </a:r>
            <a:r>
              <a:rPr lang="en-US" altLang="ja-JP" sz="2300" dirty="0">
                <a:latin typeface="Meiryo UI" panose="020B0604030504040204" pitchFamily="50" charset="-128"/>
                <a:ea typeface="Meiryo UI" panose="020B0604030504040204" pitchFamily="50" charset="-128"/>
              </a:rPr>
              <a:t>HP</a:t>
            </a:r>
            <a:r>
              <a:rPr lang="ja-JP" altLang="en-US" sz="2300" dirty="0">
                <a:latin typeface="Meiryo UI" panose="020B0604030504040204" pitchFamily="50" charset="-128"/>
                <a:ea typeface="Meiryo UI" panose="020B0604030504040204" pitchFamily="50" charset="-128"/>
              </a:rPr>
              <a:t>から新ポータルへの移行を目指す</a:t>
            </a:r>
            <a:endParaRPr lang="en-US" altLang="ja-JP" sz="2300" dirty="0">
              <a:latin typeface="Meiryo UI" panose="020B0604030504040204" pitchFamily="50" charset="-128"/>
              <a:ea typeface="Meiryo UI" panose="020B0604030504040204" pitchFamily="50" charset="-128"/>
            </a:endParaRPr>
          </a:p>
        </p:txBody>
      </p:sp>
      <p:sp>
        <p:nvSpPr>
          <p:cNvPr id="4" name="テキスト ボックス 3">
            <a:extLst>
              <a:ext uri="{FF2B5EF4-FFF2-40B4-BE49-F238E27FC236}">
                <a16:creationId xmlns:a16="http://schemas.microsoft.com/office/drawing/2014/main" id="{CC58450F-17E6-AFC2-A3E0-4D9F38E26C76}"/>
              </a:ext>
            </a:extLst>
          </p:cNvPr>
          <p:cNvSpPr txBox="1"/>
          <p:nvPr/>
        </p:nvSpPr>
        <p:spPr>
          <a:xfrm>
            <a:off x="299106" y="4847783"/>
            <a:ext cx="7755927" cy="1862048"/>
          </a:xfrm>
          <a:prstGeom prst="rect">
            <a:avLst/>
          </a:prstGeom>
          <a:noFill/>
        </p:spPr>
        <p:txBody>
          <a:bodyPr wrap="square" rtlCol="0">
            <a:spAutoFit/>
          </a:bodyPr>
          <a:lstStyle/>
          <a:p>
            <a:r>
              <a:rPr lang="ja-JP" altLang="en-US" sz="2300" dirty="0">
                <a:latin typeface="Meiryo UI" panose="020B0604030504040204" pitchFamily="50" charset="-128"/>
                <a:ea typeface="Meiryo UI" panose="020B0604030504040204" pitchFamily="50" charset="-128"/>
              </a:rPr>
              <a:t>　　</a:t>
            </a:r>
            <a:r>
              <a:rPr lang="en-US" altLang="ja-JP" sz="2300" dirty="0">
                <a:latin typeface="Meiryo UI" panose="020B0604030504040204" pitchFamily="50" charset="-128"/>
                <a:ea typeface="Meiryo UI" panose="020B0604030504040204" pitchFamily="50" charset="-128"/>
              </a:rPr>
              <a:t>【</a:t>
            </a:r>
            <a:r>
              <a:rPr lang="ja-JP" altLang="en-US" sz="2300" dirty="0">
                <a:latin typeface="Meiryo UI" panose="020B0604030504040204" pitchFamily="50" charset="-128"/>
                <a:ea typeface="Meiryo UI" panose="020B0604030504040204" pitchFamily="50" charset="-128"/>
              </a:rPr>
              <a:t>移行までに行う必要があること</a:t>
            </a:r>
            <a:r>
              <a:rPr lang="en-US" altLang="ja-JP" sz="2300" dirty="0">
                <a:latin typeface="Meiryo UI" panose="020B0604030504040204" pitchFamily="50" charset="-128"/>
                <a:ea typeface="Meiryo UI" panose="020B0604030504040204" pitchFamily="50" charset="-128"/>
              </a:rPr>
              <a:t>】</a:t>
            </a:r>
          </a:p>
          <a:p>
            <a:r>
              <a:rPr lang="ja-JP" altLang="en-US" sz="2300" dirty="0">
                <a:latin typeface="Meiryo UI" panose="020B0604030504040204" pitchFamily="50" charset="-128"/>
                <a:ea typeface="Meiryo UI" panose="020B0604030504040204" pitchFamily="50" charset="-128"/>
              </a:rPr>
              <a:t>　　　①事務局データの指定クラウドサーバーへの移行</a:t>
            </a:r>
            <a:endParaRPr lang="en-US" altLang="ja-JP" sz="2300" dirty="0">
              <a:latin typeface="Meiryo UI" panose="020B0604030504040204" pitchFamily="50" charset="-128"/>
              <a:ea typeface="Meiryo UI" panose="020B0604030504040204" pitchFamily="50" charset="-128"/>
            </a:endParaRPr>
          </a:p>
          <a:p>
            <a:r>
              <a:rPr lang="ja-JP" altLang="en-US" sz="2300" dirty="0">
                <a:latin typeface="Meiryo UI" panose="020B0604030504040204" pitchFamily="50" charset="-128"/>
                <a:ea typeface="Meiryo UI" panose="020B0604030504040204" pitchFamily="50" charset="-128"/>
              </a:rPr>
              <a:t>　　　②ポータルにつながる口座の指定</a:t>
            </a:r>
            <a:endParaRPr lang="en-US" altLang="ja-JP" sz="2300" dirty="0">
              <a:latin typeface="Meiryo UI" panose="020B0604030504040204" pitchFamily="50" charset="-128"/>
              <a:ea typeface="Meiryo UI" panose="020B0604030504040204" pitchFamily="50" charset="-128"/>
            </a:endParaRPr>
          </a:p>
          <a:p>
            <a:r>
              <a:rPr lang="ja-JP" altLang="en-US" sz="2300" dirty="0">
                <a:latin typeface="Meiryo UI" panose="020B0604030504040204" pitchFamily="50" charset="-128"/>
                <a:ea typeface="Meiryo UI" panose="020B0604030504040204" pitchFamily="50" charset="-128"/>
              </a:rPr>
              <a:t>　　</a:t>
            </a:r>
            <a:r>
              <a:rPr lang="en-US" altLang="ja-JP" sz="2300" dirty="0">
                <a:latin typeface="Meiryo UI" panose="020B0604030504040204" pitchFamily="50" charset="-128"/>
                <a:ea typeface="Meiryo UI" panose="020B0604030504040204" pitchFamily="50" charset="-128"/>
              </a:rPr>
              <a:t>【</a:t>
            </a:r>
            <a:r>
              <a:rPr lang="ja-JP" altLang="en-US" sz="2300" dirty="0">
                <a:latin typeface="Meiryo UI" panose="020B0604030504040204" pitchFamily="50" charset="-128"/>
                <a:ea typeface="Meiryo UI" panose="020B0604030504040204" pitchFamily="50" charset="-128"/>
              </a:rPr>
              <a:t>審議依頼事項</a:t>
            </a:r>
            <a:r>
              <a:rPr lang="en-US" altLang="ja-JP" sz="2300" dirty="0">
                <a:latin typeface="Meiryo UI" panose="020B0604030504040204" pitchFamily="50" charset="-128"/>
                <a:ea typeface="Meiryo UI" panose="020B0604030504040204" pitchFamily="50" charset="-128"/>
              </a:rPr>
              <a:t>】</a:t>
            </a:r>
          </a:p>
          <a:p>
            <a:r>
              <a:rPr lang="ja-JP" altLang="en-US" sz="2300" dirty="0">
                <a:latin typeface="Meiryo UI" panose="020B0604030504040204" pitchFamily="50" charset="-128"/>
                <a:ea typeface="Meiryo UI" panose="020B0604030504040204" pitchFamily="50" charset="-128"/>
              </a:rPr>
              <a:t>　　　・ポータルサイト作成に着手して良いか</a:t>
            </a:r>
            <a:endParaRPr lang="en-US" altLang="ja-JP" sz="2300" dirty="0">
              <a:latin typeface="Meiryo UI" panose="020B0604030504040204" pitchFamily="50" charset="-128"/>
              <a:ea typeface="Meiryo UI" panose="020B0604030504040204" pitchFamily="50" charset="-128"/>
            </a:endParaRPr>
          </a:p>
        </p:txBody>
      </p:sp>
      <p:sp>
        <p:nvSpPr>
          <p:cNvPr id="5" name="テキスト ボックス 4">
            <a:extLst>
              <a:ext uri="{FF2B5EF4-FFF2-40B4-BE49-F238E27FC236}">
                <a16:creationId xmlns:a16="http://schemas.microsoft.com/office/drawing/2014/main" id="{9ED20E83-80AD-F825-C05E-48467F534DAA}"/>
              </a:ext>
            </a:extLst>
          </p:cNvPr>
          <p:cNvSpPr txBox="1"/>
          <p:nvPr/>
        </p:nvSpPr>
        <p:spPr>
          <a:xfrm>
            <a:off x="224291" y="0"/>
            <a:ext cx="11488497" cy="646331"/>
          </a:xfrm>
          <a:prstGeom prst="rect">
            <a:avLst/>
          </a:prstGeom>
          <a:noFill/>
        </p:spPr>
        <p:txBody>
          <a:bodyPr wrap="square" rtlCol="0">
            <a:spAutoFit/>
          </a:bodyPr>
          <a:lstStyle/>
          <a:p>
            <a:r>
              <a:rPr lang="ja-JP" altLang="en-US" sz="3600" dirty="0">
                <a:latin typeface="Meiryo UI" panose="020B0604030504040204" pitchFamily="50" charset="-128"/>
                <a:ea typeface="Meiryo UI" panose="020B0604030504040204" pitchFamily="50" charset="-128"/>
              </a:rPr>
              <a:t>５．</a:t>
            </a:r>
            <a:r>
              <a:rPr lang="en-US" altLang="ja-JP" sz="3600" dirty="0">
                <a:latin typeface="Meiryo UI" panose="020B0604030504040204" pitchFamily="50" charset="-128"/>
                <a:ea typeface="Meiryo UI" panose="020B0604030504040204" pitchFamily="50" charset="-128"/>
              </a:rPr>
              <a:t>JMRC</a:t>
            </a:r>
            <a:r>
              <a:rPr lang="ja-JP" altLang="en-US" sz="3600" dirty="0">
                <a:latin typeface="Meiryo UI" panose="020B0604030504040204" pitchFamily="50" charset="-128"/>
                <a:ea typeface="Meiryo UI" panose="020B0604030504040204" pitchFamily="50" charset="-128"/>
              </a:rPr>
              <a:t>近畿事務局ポータルシステム提案のまとめ</a:t>
            </a:r>
            <a:endParaRPr kumimoji="1" lang="ja-JP" altLang="en-US" sz="3600" dirty="0">
              <a:latin typeface="Meiryo UI" panose="020B0604030504040204" pitchFamily="50" charset="-128"/>
              <a:ea typeface="Meiryo UI" panose="020B0604030504040204" pitchFamily="50" charset="-128"/>
            </a:endParaRPr>
          </a:p>
        </p:txBody>
      </p:sp>
      <p:sp>
        <p:nvSpPr>
          <p:cNvPr id="3" name="テキスト ボックス 2">
            <a:extLst>
              <a:ext uri="{FF2B5EF4-FFF2-40B4-BE49-F238E27FC236}">
                <a16:creationId xmlns:a16="http://schemas.microsoft.com/office/drawing/2014/main" id="{23E9B27E-5897-1BF1-E162-60C987085C98}"/>
              </a:ext>
            </a:extLst>
          </p:cNvPr>
          <p:cNvSpPr txBox="1"/>
          <p:nvPr/>
        </p:nvSpPr>
        <p:spPr>
          <a:xfrm>
            <a:off x="10803308" y="132393"/>
            <a:ext cx="1197595" cy="461665"/>
          </a:xfrm>
          <a:prstGeom prst="rect">
            <a:avLst/>
          </a:prstGeom>
          <a:noFill/>
        </p:spPr>
        <p:txBody>
          <a:bodyPr wrap="square" rtlCol="0">
            <a:spAutoFit/>
          </a:bodyPr>
          <a:lstStyle/>
          <a:p>
            <a:pPr algn="r"/>
            <a:r>
              <a:rPr kumimoji="1" lang="en-US" altLang="ja-JP" sz="2400" dirty="0"/>
              <a:t>14/14</a:t>
            </a:r>
            <a:endParaRPr kumimoji="1" lang="ja-JP" altLang="en-US" sz="2400" dirty="0"/>
          </a:p>
        </p:txBody>
      </p:sp>
    </p:spTree>
    <p:extLst>
      <p:ext uri="{BB962C8B-B14F-4D97-AF65-F5344CB8AC3E}">
        <p14:creationId xmlns:p14="http://schemas.microsoft.com/office/powerpoint/2010/main" val="1862977203"/>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テキスト ボックス 1">
            <a:extLst>
              <a:ext uri="{FF2B5EF4-FFF2-40B4-BE49-F238E27FC236}">
                <a16:creationId xmlns:a16="http://schemas.microsoft.com/office/drawing/2014/main" id="{15A6A2BA-9DF9-00E9-7E46-50BC0AF2BA11}"/>
              </a:ext>
            </a:extLst>
          </p:cNvPr>
          <p:cNvSpPr txBox="1"/>
          <p:nvPr/>
        </p:nvSpPr>
        <p:spPr>
          <a:xfrm>
            <a:off x="224291" y="0"/>
            <a:ext cx="11488497" cy="646331"/>
          </a:xfrm>
          <a:prstGeom prst="rect">
            <a:avLst/>
          </a:prstGeom>
          <a:noFill/>
        </p:spPr>
        <p:txBody>
          <a:bodyPr wrap="square" rtlCol="0">
            <a:spAutoFit/>
          </a:bodyPr>
          <a:lstStyle/>
          <a:p>
            <a:r>
              <a:rPr lang="ja-JP" altLang="en-US" sz="3600" dirty="0">
                <a:latin typeface="Meiryo UI" panose="020B0604030504040204" pitchFamily="50" charset="-128"/>
                <a:ea typeface="Meiryo UI" panose="020B0604030504040204" pitchFamily="50" charset="-128"/>
              </a:rPr>
              <a:t>５．</a:t>
            </a:r>
            <a:r>
              <a:rPr lang="en-US" altLang="ja-JP" sz="3600" dirty="0">
                <a:latin typeface="Meiryo UI" panose="020B0604030504040204" pitchFamily="50" charset="-128"/>
                <a:ea typeface="Meiryo UI" panose="020B0604030504040204" pitchFamily="50" charset="-128"/>
              </a:rPr>
              <a:t>JMRC</a:t>
            </a:r>
            <a:r>
              <a:rPr lang="ja-JP" altLang="en-US" sz="3600" dirty="0">
                <a:latin typeface="Meiryo UI" panose="020B0604030504040204" pitchFamily="50" charset="-128"/>
                <a:ea typeface="Meiryo UI" panose="020B0604030504040204" pitchFamily="50" charset="-128"/>
              </a:rPr>
              <a:t>近畿事務局ポータルシステム提案のまとめ</a:t>
            </a:r>
            <a:endParaRPr kumimoji="1" lang="ja-JP" altLang="en-US" sz="3600" dirty="0">
              <a:latin typeface="Meiryo UI" panose="020B0604030504040204" pitchFamily="50" charset="-128"/>
              <a:ea typeface="Meiryo UI" panose="020B0604030504040204" pitchFamily="50" charset="-128"/>
            </a:endParaRPr>
          </a:p>
        </p:txBody>
      </p:sp>
      <p:sp>
        <p:nvSpPr>
          <p:cNvPr id="3" name="テキスト ボックス 2">
            <a:extLst>
              <a:ext uri="{FF2B5EF4-FFF2-40B4-BE49-F238E27FC236}">
                <a16:creationId xmlns:a16="http://schemas.microsoft.com/office/drawing/2014/main" id="{1B56767E-7143-7492-6F2A-7BFDA1881EAA}"/>
              </a:ext>
            </a:extLst>
          </p:cNvPr>
          <p:cNvSpPr txBox="1"/>
          <p:nvPr/>
        </p:nvSpPr>
        <p:spPr>
          <a:xfrm>
            <a:off x="74815" y="754204"/>
            <a:ext cx="11920450" cy="3631763"/>
          </a:xfrm>
          <a:prstGeom prst="rect">
            <a:avLst/>
          </a:prstGeom>
          <a:noFill/>
        </p:spPr>
        <p:txBody>
          <a:bodyPr wrap="square" rtlCol="0">
            <a:spAutoFit/>
          </a:bodyPr>
          <a:lstStyle/>
          <a:p>
            <a:r>
              <a:rPr lang="ja-JP" altLang="en-US" sz="2300" dirty="0">
                <a:latin typeface="Meiryo UI" panose="020B0604030504040204" pitchFamily="50" charset="-128"/>
                <a:ea typeface="Meiryo UI" panose="020B0604030504040204" pitchFamily="50" charset="-128"/>
              </a:rPr>
              <a:t>　◆システムに要求される機能</a:t>
            </a:r>
            <a:endParaRPr lang="en-US" altLang="ja-JP" sz="2300" dirty="0">
              <a:latin typeface="Meiryo UI" panose="020B0604030504040204" pitchFamily="50" charset="-128"/>
              <a:ea typeface="Meiryo UI" panose="020B0604030504040204" pitchFamily="50" charset="-128"/>
            </a:endParaRPr>
          </a:p>
          <a:p>
            <a:r>
              <a:rPr lang="ja-JP" altLang="en-US" sz="2300" dirty="0">
                <a:latin typeface="Meiryo UI" panose="020B0604030504040204" pitchFamily="50" charset="-128"/>
                <a:ea typeface="Meiryo UI" panose="020B0604030504040204" pitchFamily="50" charset="-128"/>
              </a:rPr>
              <a:t>　（１）入力フォーム</a:t>
            </a:r>
            <a:endParaRPr lang="en-US" altLang="ja-JP" sz="2300" dirty="0">
              <a:latin typeface="Meiryo UI" panose="020B0604030504040204" pitchFamily="50" charset="-128"/>
              <a:ea typeface="Meiryo UI" panose="020B0604030504040204" pitchFamily="50" charset="-128"/>
            </a:endParaRPr>
          </a:p>
          <a:p>
            <a:r>
              <a:rPr lang="ja-JP" altLang="en-US" sz="2300" dirty="0">
                <a:latin typeface="Meiryo UI" panose="020B0604030504040204" pitchFamily="50" charset="-128"/>
                <a:ea typeface="Meiryo UI" panose="020B0604030504040204" pitchFamily="50" charset="-128"/>
              </a:rPr>
              <a:t>　　　　①登録（正会員クラブ、個人会員、個人会員のクラブ紐づけ、事務局）</a:t>
            </a:r>
            <a:endParaRPr lang="en-US" altLang="ja-JP" sz="2300" dirty="0">
              <a:latin typeface="Meiryo UI" panose="020B0604030504040204" pitchFamily="50" charset="-128"/>
              <a:ea typeface="Meiryo UI" panose="020B0604030504040204" pitchFamily="50" charset="-128"/>
            </a:endParaRPr>
          </a:p>
          <a:p>
            <a:r>
              <a:rPr lang="ja-JP" altLang="en-US" sz="2300" dirty="0">
                <a:latin typeface="Meiryo UI" panose="020B0604030504040204" pitchFamily="50" charset="-128"/>
                <a:ea typeface="Meiryo UI" panose="020B0604030504040204" pitchFamily="50" charset="-128"/>
              </a:rPr>
              <a:t>　　　　②申し込み（スポーツ安全保険、</a:t>
            </a:r>
            <a:r>
              <a:rPr lang="en-US" altLang="ja-JP" sz="2300" dirty="0">
                <a:latin typeface="Meiryo UI" panose="020B0604030504040204" pitchFamily="50" charset="-128"/>
                <a:ea typeface="Meiryo UI" panose="020B0604030504040204" pitchFamily="50" charset="-128"/>
              </a:rPr>
              <a:t>JMRC</a:t>
            </a:r>
            <a:r>
              <a:rPr lang="ja-JP" altLang="en-US" sz="2300" dirty="0">
                <a:latin typeface="Meiryo UI" panose="020B0604030504040204" pitchFamily="50" charset="-128"/>
                <a:ea typeface="Meiryo UI" panose="020B0604030504040204" pitchFamily="50" charset="-128"/>
              </a:rPr>
              <a:t>近畿見舞金）</a:t>
            </a:r>
            <a:endParaRPr lang="en-US" altLang="ja-JP" sz="2300" dirty="0">
              <a:latin typeface="Meiryo UI" panose="020B0604030504040204" pitchFamily="50" charset="-128"/>
              <a:ea typeface="Meiryo UI" panose="020B0604030504040204" pitchFamily="50" charset="-128"/>
            </a:endParaRPr>
          </a:p>
          <a:p>
            <a:r>
              <a:rPr lang="ja-JP" altLang="en-US" sz="2300" dirty="0">
                <a:latin typeface="Meiryo UI" panose="020B0604030504040204" pitchFamily="50" charset="-128"/>
                <a:ea typeface="Meiryo UI" panose="020B0604030504040204" pitchFamily="50" charset="-128"/>
              </a:rPr>
              <a:t>　　　　②承認（個人会員のクラブ紐づけ＝正会員クラブの承認、事務局＝委員長の承認）</a:t>
            </a:r>
            <a:endParaRPr lang="en-US" altLang="ja-JP" sz="2300" dirty="0">
              <a:latin typeface="Meiryo UI" panose="020B0604030504040204" pitchFamily="50" charset="-128"/>
              <a:ea typeface="Meiryo UI" panose="020B0604030504040204" pitchFamily="50" charset="-128"/>
            </a:endParaRPr>
          </a:p>
          <a:p>
            <a:r>
              <a:rPr lang="ja-JP" altLang="en-US" sz="2300" dirty="0">
                <a:latin typeface="Meiryo UI" panose="020B0604030504040204" pitchFamily="50" charset="-128"/>
                <a:ea typeface="Meiryo UI" panose="020B0604030504040204" pitchFamily="50" charset="-128"/>
              </a:rPr>
              <a:t>　（２）デジタル会員証、加入者証（個人会員、スポーツ安全保険）の</a:t>
            </a:r>
            <a:r>
              <a:rPr lang="en-US" altLang="ja-JP" sz="2300" dirty="0">
                <a:latin typeface="Meiryo UI" panose="020B0604030504040204" pitchFamily="50" charset="-128"/>
                <a:ea typeface="Meiryo UI" panose="020B0604030504040204" pitchFamily="50" charset="-128"/>
              </a:rPr>
              <a:t>PC</a:t>
            </a:r>
            <a:r>
              <a:rPr lang="ja-JP" altLang="en-US" sz="2300" dirty="0">
                <a:latin typeface="Meiryo UI" panose="020B0604030504040204" pitchFamily="50" charset="-128"/>
                <a:ea typeface="Meiryo UI" panose="020B0604030504040204" pitchFamily="50" charset="-128"/>
              </a:rPr>
              <a:t>、スマホ表示</a:t>
            </a:r>
            <a:endParaRPr lang="en-US" altLang="ja-JP" sz="2300" dirty="0">
              <a:latin typeface="Meiryo UI" panose="020B0604030504040204" pitchFamily="50" charset="-128"/>
              <a:ea typeface="Meiryo UI" panose="020B0604030504040204" pitchFamily="50" charset="-128"/>
            </a:endParaRPr>
          </a:p>
          <a:p>
            <a:r>
              <a:rPr lang="ja-JP" altLang="en-US" sz="2300" dirty="0">
                <a:latin typeface="Meiryo UI" panose="020B0604030504040204" pitchFamily="50" charset="-128"/>
                <a:ea typeface="Meiryo UI" panose="020B0604030504040204" pitchFamily="50" charset="-128"/>
              </a:rPr>
              <a:t>　（３）情報展開（グループ、個人別のメール発信、事務局からの発信、事務局内の情報共有）</a:t>
            </a:r>
            <a:endParaRPr lang="en-US" altLang="ja-JP" sz="2300" dirty="0">
              <a:latin typeface="Meiryo UI" panose="020B0604030504040204" pitchFamily="50" charset="-128"/>
              <a:ea typeface="Meiryo UI" panose="020B0604030504040204" pitchFamily="50" charset="-128"/>
            </a:endParaRPr>
          </a:p>
          <a:p>
            <a:r>
              <a:rPr lang="ja-JP" altLang="en-US" sz="2300" dirty="0">
                <a:latin typeface="Meiryo UI" panose="020B0604030504040204" pitchFamily="50" charset="-128"/>
                <a:ea typeface="Meiryo UI" panose="020B0604030504040204" pitchFamily="50" charset="-128"/>
              </a:rPr>
              <a:t>　（４）金融機関の</a:t>
            </a:r>
            <a:r>
              <a:rPr lang="en-US" altLang="ja-JP" sz="2300" dirty="0">
                <a:latin typeface="Meiryo UI" panose="020B0604030504040204" pitchFamily="50" charset="-128"/>
                <a:ea typeface="Meiryo UI" panose="020B0604030504040204" pitchFamily="50" charset="-128"/>
              </a:rPr>
              <a:t>CSV</a:t>
            </a:r>
            <a:r>
              <a:rPr lang="ja-JP" altLang="en-US" sz="2300" dirty="0">
                <a:latin typeface="Meiryo UI" panose="020B0604030504040204" pitchFamily="50" charset="-128"/>
                <a:ea typeface="Meiryo UI" panose="020B0604030504040204" pitchFamily="50" charset="-128"/>
              </a:rPr>
              <a:t>データ取り込み（正会員クラブ、個人会員、スポ安）</a:t>
            </a:r>
            <a:endParaRPr lang="en-US" altLang="ja-JP" sz="2300" dirty="0">
              <a:latin typeface="Meiryo UI" panose="020B0604030504040204" pitchFamily="50" charset="-128"/>
              <a:ea typeface="Meiryo UI" panose="020B0604030504040204" pitchFamily="50" charset="-128"/>
            </a:endParaRPr>
          </a:p>
          <a:p>
            <a:r>
              <a:rPr lang="ja-JP" altLang="en-US" sz="2300" dirty="0">
                <a:latin typeface="Meiryo UI" panose="020B0604030504040204" pitchFamily="50" charset="-128"/>
                <a:ea typeface="Meiryo UI" panose="020B0604030504040204" pitchFamily="50" charset="-128"/>
              </a:rPr>
              <a:t>　（５）</a:t>
            </a:r>
            <a:r>
              <a:rPr lang="en-US" altLang="ja-JP" sz="2300" dirty="0">
                <a:latin typeface="Meiryo UI" panose="020B0604030504040204" pitchFamily="50" charset="-128"/>
                <a:ea typeface="Meiryo UI" panose="020B0604030504040204" pitchFamily="50" charset="-128"/>
              </a:rPr>
              <a:t>【</a:t>
            </a:r>
            <a:r>
              <a:rPr lang="ja-JP" altLang="en-US" sz="2300" dirty="0">
                <a:latin typeface="Meiryo UI" panose="020B0604030504040204" pitchFamily="50" charset="-128"/>
                <a:ea typeface="Meiryo UI" panose="020B0604030504040204" pitchFamily="50" charset="-128"/>
              </a:rPr>
              <a:t>一般公開</a:t>
            </a:r>
            <a:r>
              <a:rPr lang="en-US" altLang="ja-JP" sz="2300" dirty="0">
                <a:latin typeface="Meiryo UI" panose="020B0604030504040204" pitchFamily="50" charset="-128"/>
                <a:ea typeface="Meiryo UI" panose="020B0604030504040204" pitchFamily="50" charset="-128"/>
              </a:rPr>
              <a:t>】</a:t>
            </a:r>
            <a:r>
              <a:rPr lang="ja-JP" altLang="en-US" sz="2300" dirty="0">
                <a:latin typeface="Meiryo UI" panose="020B0604030504040204" pitchFamily="50" charset="-128"/>
                <a:ea typeface="Meiryo UI" panose="020B0604030504040204" pitchFamily="50" charset="-128"/>
              </a:rPr>
              <a:t> </a:t>
            </a:r>
            <a:r>
              <a:rPr lang="en-US" altLang="ja-JP" sz="2300" dirty="0">
                <a:latin typeface="Meiryo UI" panose="020B0604030504040204" pitchFamily="50" charset="-128"/>
                <a:ea typeface="Meiryo UI" panose="020B0604030504040204" pitchFamily="50" charset="-128"/>
              </a:rPr>
              <a:t>JAF</a:t>
            </a:r>
            <a:r>
              <a:rPr lang="ja-JP" altLang="en-US" sz="2300" dirty="0">
                <a:latin typeface="Meiryo UI" panose="020B0604030504040204" pitchFamily="50" charset="-128"/>
                <a:ea typeface="Meiryo UI" panose="020B0604030504040204" pitchFamily="50" charset="-128"/>
              </a:rPr>
              <a:t>、</a:t>
            </a:r>
            <a:r>
              <a:rPr lang="en-US" altLang="ja-JP" sz="2300" dirty="0">
                <a:latin typeface="Meiryo UI" panose="020B0604030504040204" pitchFamily="50" charset="-128"/>
                <a:ea typeface="Meiryo UI" panose="020B0604030504040204" pitchFamily="50" charset="-128"/>
              </a:rPr>
              <a:t>JMRC</a:t>
            </a:r>
            <a:r>
              <a:rPr lang="ja-JP" altLang="en-US" sz="2300" dirty="0">
                <a:latin typeface="Meiryo UI" panose="020B0604030504040204" pitchFamily="50" charset="-128"/>
                <a:ea typeface="Meiryo UI" panose="020B0604030504040204" pitchFamily="50" charset="-128"/>
              </a:rPr>
              <a:t>他、各機関へのリンクの追加、削除</a:t>
            </a:r>
            <a:endParaRPr lang="en-US" altLang="ja-JP" sz="2300" dirty="0">
              <a:latin typeface="Meiryo UI" panose="020B0604030504040204" pitchFamily="50" charset="-128"/>
              <a:ea typeface="Meiryo UI" panose="020B0604030504040204" pitchFamily="50" charset="-128"/>
            </a:endParaRPr>
          </a:p>
          <a:p>
            <a:r>
              <a:rPr lang="ja-JP" altLang="en-US" sz="2300" dirty="0">
                <a:latin typeface="Meiryo UI" panose="020B0604030504040204" pitchFamily="50" charset="-128"/>
                <a:ea typeface="Meiryo UI" panose="020B0604030504040204" pitchFamily="50" charset="-128"/>
              </a:rPr>
              <a:t>　</a:t>
            </a:r>
            <a:endParaRPr lang="en-US" altLang="ja-JP" sz="2300" dirty="0">
              <a:latin typeface="Meiryo UI" panose="020B0604030504040204" pitchFamily="50" charset="-128"/>
              <a:ea typeface="Meiryo UI" panose="020B0604030504040204" pitchFamily="50" charset="-128"/>
            </a:endParaRPr>
          </a:p>
        </p:txBody>
      </p:sp>
    </p:spTree>
    <p:extLst>
      <p:ext uri="{BB962C8B-B14F-4D97-AF65-F5344CB8AC3E}">
        <p14:creationId xmlns:p14="http://schemas.microsoft.com/office/powerpoint/2010/main" val="2448743259"/>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テキスト ボックス 1">
            <a:extLst>
              <a:ext uri="{FF2B5EF4-FFF2-40B4-BE49-F238E27FC236}">
                <a16:creationId xmlns:a16="http://schemas.microsoft.com/office/drawing/2014/main" id="{D6C79B76-5ECE-E05D-0CFE-75E44F46DA2B}"/>
              </a:ext>
            </a:extLst>
          </p:cNvPr>
          <p:cNvSpPr txBox="1"/>
          <p:nvPr/>
        </p:nvSpPr>
        <p:spPr>
          <a:xfrm>
            <a:off x="178724" y="708543"/>
            <a:ext cx="11834552" cy="6247864"/>
          </a:xfrm>
          <a:prstGeom prst="rect">
            <a:avLst/>
          </a:prstGeom>
          <a:noFill/>
        </p:spPr>
        <p:txBody>
          <a:bodyPr wrap="square" rtlCol="0">
            <a:spAutoFit/>
          </a:bodyPr>
          <a:lstStyle/>
          <a:p>
            <a:r>
              <a:rPr kumimoji="1" lang="ja-JP" altLang="en-US" sz="2000" dirty="0">
                <a:latin typeface="Meiryo UI" panose="020B0604030504040204" pitchFamily="50" charset="-128"/>
                <a:ea typeface="Meiryo UI" panose="020B0604030504040204" pitchFamily="50" charset="-128"/>
              </a:rPr>
              <a:t>出席：三役（運営委員長欠席）、財務委員長、財務委員、事務局長、事務局員</a:t>
            </a:r>
            <a:endParaRPr kumimoji="1" lang="en-US" altLang="ja-JP" sz="2000" dirty="0">
              <a:latin typeface="Meiryo UI" panose="020B0604030504040204" pitchFamily="50" charset="-128"/>
              <a:ea typeface="Meiryo UI" panose="020B0604030504040204" pitchFamily="50" charset="-128"/>
            </a:endParaRPr>
          </a:p>
          <a:p>
            <a:r>
              <a:rPr kumimoji="1" lang="ja-JP" altLang="en-US" sz="2000" dirty="0">
                <a:latin typeface="Meiryo UI" panose="020B0604030504040204" pitchFamily="50" charset="-128"/>
                <a:ea typeface="Meiryo UI" panose="020B0604030504040204" pitchFamily="50" charset="-128"/>
              </a:rPr>
              <a:t>・スポーツ安全保険の現状</a:t>
            </a:r>
            <a:endParaRPr kumimoji="1" lang="en-US" altLang="ja-JP" sz="2000" dirty="0">
              <a:latin typeface="Meiryo UI" panose="020B0604030504040204" pitchFamily="50" charset="-128"/>
              <a:ea typeface="Meiryo UI" panose="020B0604030504040204" pitchFamily="50" charset="-128"/>
            </a:endParaRPr>
          </a:p>
          <a:p>
            <a:r>
              <a:rPr lang="ja-JP" altLang="en-US" sz="2000" dirty="0">
                <a:latin typeface="Meiryo UI" panose="020B0604030504040204" pitchFamily="50" charset="-128"/>
                <a:ea typeface="Meiryo UI" panose="020B0604030504040204" pitchFamily="50" charset="-128"/>
              </a:rPr>
              <a:t>　　１．</a:t>
            </a:r>
            <a:r>
              <a:rPr kumimoji="1" lang="ja-JP" altLang="en-US" sz="2000" dirty="0">
                <a:latin typeface="Meiryo UI" panose="020B0604030504040204" pitchFamily="50" charset="-128"/>
                <a:ea typeface="Meiryo UI" panose="020B0604030504040204" pitchFamily="50" charset="-128"/>
              </a:rPr>
              <a:t>初回は</a:t>
            </a:r>
            <a:r>
              <a:rPr kumimoji="1" lang="en-US" altLang="ja-JP" sz="2000" dirty="0">
                <a:latin typeface="Meiryo UI" panose="020B0604030504040204" pitchFamily="50" charset="-128"/>
                <a:ea typeface="Meiryo UI" panose="020B0604030504040204" pitchFamily="50" charset="-128"/>
              </a:rPr>
              <a:t>4</a:t>
            </a:r>
            <a:r>
              <a:rPr kumimoji="1" lang="ja-JP" altLang="en-US" sz="2000" dirty="0">
                <a:latin typeface="Meiryo UI" panose="020B0604030504040204" pitchFamily="50" charset="-128"/>
                <a:ea typeface="Meiryo UI" panose="020B0604030504040204" pitchFamily="50" charset="-128"/>
              </a:rPr>
              <a:t>人</a:t>
            </a:r>
            <a:r>
              <a:rPr kumimoji="1" lang="en-US" altLang="ja-JP" sz="2000" dirty="0">
                <a:latin typeface="Meiryo UI" panose="020B0604030504040204" pitchFamily="50" charset="-128"/>
                <a:ea typeface="Meiryo UI" panose="020B0604030504040204" pitchFamily="50" charset="-128"/>
              </a:rPr>
              <a:t>/</a:t>
            </a:r>
            <a:r>
              <a:rPr kumimoji="1" lang="ja-JP" altLang="en-US" sz="2000" dirty="0">
                <a:latin typeface="Meiryo UI" panose="020B0604030504040204" pitchFamily="50" charset="-128"/>
                <a:ea typeface="Meiryo UI" panose="020B0604030504040204" pitchFamily="50" charset="-128"/>
              </a:rPr>
              <a:t>申込単位以上の申し込みで登録が必要、追加は個別で随時可能</a:t>
            </a:r>
            <a:endParaRPr kumimoji="1" lang="en-US" altLang="ja-JP" sz="2000" dirty="0">
              <a:latin typeface="Meiryo UI" panose="020B0604030504040204" pitchFamily="50" charset="-128"/>
              <a:ea typeface="Meiryo UI" panose="020B0604030504040204" pitchFamily="50" charset="-128"/>
            </a:endParaRPr>
          </a:p>
          <a:p>
            <a:r>
              <a:rPr lang="ja-JP" altLang="en-US" sz="2000" dirty="0">
                <a:latin typeface="Meiryo UI" panose="020B0604030504040204" pitchFamily="50" charset="-128"/>
                <a:ea typeface="Meiryo UI" panose="020B0604030504040204" pitchFamily="50" charset="-128"/>
              </a:rPr>
              <a:t>　　２．ノンライセンスでの申し込みは初回のみの受け付け（初回の</a:t>
            </a:r>
            <a:r>
              <a:rPr lang="en-US" altLang="ja-JP" sz="2000" dirty="0">
                <a:latin typeface="Meiryo UI" panose="020B0604030504040204" pitchFamily="50" charset="-128"/>
                <a:ea typeface="Meiryo UI" panose="020B0604030504040204" pitchFamily="50" charset="-128"/>
              </a:rPr>
              <a:t>4</a:t>
            </a:r>
            <a:r>
              <a:rPr lang="ja-JP" altLang="en-US" sz="2000" dirty="0">
                <a:latin typeface="Meiryo UI" panose="020B0604030504040204" pitchFamily="50" charset="-128"/>
                <a:ea typeface="Meiryo UI" panose="020B0604030504040204" pitchFamily="50" charset="-128"/>
              </a:rPr>
              <a:t>人に限定）</a:t>
            </a:r>
            <a:endParaRPr lang="en-US" altLang="ja-JP" sz="2000" dirty="0">
              <a:latin typeface="Meiryo UI" panose="020B0604030504040204" pitchFamily="50" charset="-128"/>
              <a:ea typeface="Meiryo UI" panose="020B0604030504040204" pitchFamily="50" charset="-128"/>
            </a:endParaRPr>
          </a:p>
          <a:p>
            <a:r>
              <a:rPr lang="ja-JP" altLang="en-US" sz="2000" dirty="0">
                <a:latin typeface="Meiryo UI" panose="020B0604030504040204" pitchFamily="50" charset="-128"/>
                <a:ea typeface="Meiryo UI" panose="020B0604030504040204" pitchFamily="50" charset="-128"/>
              </a:rPr>
              <a:t>　　３．追加申込み分は個人会員登録者に限る</a:t>
            </a:r>
            <a:endParaRPr lang="en-US" altLang="ja-JP" sz="2000" dirty="0">
              <a:latin typeface="Meiryo UI" panose="020B0604030504040204" pitchFamily="50" charset="-128"/>
              <a:ea typeface="Meiryo UI" panose="020B0604030504040204" pitchFamily="50" charset="-128"/>
            </a:endParaRPr>
          </a:p>
          <a:p>
            <a:r>
              <a:rPr lang="en-US" altLang="ja-JP" sz="2000" dirty="0">
                <a:latin typeface="Meiryo UI" panose="020B0604030504040204" pitchFamily="50" charset="-128"/>
                <a:ea typeface="Meiryo UI" panose="020B0604030504040204" pitchFamily="50" charset="-128"/>
              </a:rPr>
              <a:t>【</a:t>
            </a:r>
            <a:r>
              <a:rPr lang="ja-JP" altLang="en-US" sz="2000" dirty="0">
                <a:latin typeface="Meiryo UI" panose="020B0604030504040204" pitchFamily="50" charset="-128"/>
                <a:ea typeface="Meiryo UI" panose="020B0604030504040204" pitchFamily="50" charset="-128"/>
              </a:rPr>
              <a:t>議論</a:t>
            </a:r>
            <a:r>
              <a:rPr lang="en-US" altLang="ja-JP" sz="2000" dirty="0">
                <a:latin typeface="Meiryo UI" panose="020B0604030504040204" pitchFamily="50" charset="-128"/>
                <a:ea typeface="Meiryo UI" panose="020B0604030504040204" pitchFamily="50" charset="-128"/>
              </a:rPr>
              <a:t>】</a:t>
            </a:r>
          </a:p>
          <a:p>
            <a:r>
              <a:rPr lang="ja-JP" altLang="en-US" sz="2000" dirty="0">
                <a:latin typeface="Meiryo UI" panose="020B0604030504040204" pitchFamily="50" charset="-128"/>
                <a:ea typeface="Meiryo UI" panose="020B0604030504040204" pitchFamily="50" charset="-128"/>
              </a:rPr>
              <a:t>　・追加分、個人会員でなくても入れるようにした方がよいのではないか？</a:t>
            </a:r>
            <a:endParaRPr lang="en-US" altLang="ja-JP" sz="2000" dirty="0">
              <a:latin typeface="Meiryo UI" panose="020B0604030504040204" pitchFamily="50" charset="-128"/>
              <a:ea typeface="Meiryo UI" panose="020B0604030504040204" pitchFamily="50" charset="-128"/>
            </a:endParaRPr>
          </a:p>
          <a:p>
            <a:r>
              <a:rPr lang="ja-JP" altLang="en-US" sz="2000" dirty="0">
                <a:latin typeface="Meiryo UI" panose="020B0604030504040204" pitchFamily="50" charset="-128"/>
                <a:ea typeface="Meiryo UI" panose="020B0604030504040204" pitchFamily="50" charset="-128"/>
              </a:rPr>
              <a:t>　・入会は個人会員限定にしていきたい</a:t>
            </a:r>
            <a:endParaRPr lang="en-US" altLang="ja-JP" sz="2000" dirty="0">
              <a:latin typeface="Meiryo UI" panose="020B0604030504040204" pitchFamily="50" charset="-128"/>
              <a:ea typeface="Meiryo UI" panose="020B0604030504040204" pitchFamily="50" charset="-128"/>
            </a:endParaRPr>
          </a:p>
          <a:p>
            <a:r>
              <a:rPr lang="ja-JP" altLang="en-US" sz="2000" dirty="0">
                <a:latin typeface="Meiryo UI" panose="020B0604030504040204" pitchFamily="50" charset="-128"/>
                <a:ea typeface="Meiryo UI" panose="020B0604030504040204" pitchFamily="50" charset="-128"/>
              </a:rPr>
              <a:t>　・ライセンスなしでも個人会員に入れるようにすべきでは？オートテスト対応にもなる</a:t>
            </a:r>
            <a:endParaRPr lang="en-US" altLang="ja-JP" sz="2000" dirty="0">
              <a:latin typeface="Meiryo UI" panose="020B0604030504040204" pitchFamily="50" charset="-128"/>
              <a:ea typeface="Meiryo UI" panose="020B0604030504040204" pitchFamily="50" charset="-128"/>
            </a:endParaRPr>
          </a:p>
          <a:p>
            <a:r>
              <a:rPr lang="ja-JP" altLang="en-US" sz="2000" dirty="0">
                <a:latin typeface="Meiryo UI" panose="020B0604030504040204" pitchFamily="50" charset="-128"/>
                <a:ea typeface="Meiryo UI" panose="020B0604030504040204" pitchFamily="50" charset="-128"/>
              </a:rPr>
              <a:t>　・運転免許を持っていれば個人会員に入れるようにする</a:t>
            </a:r>
            <a:endParaRPr lang="en-US" altLang="ja-JP" sz="2000" dirty="0">
              <a:latin typeface="Meiryo UI" panose="020B0604030504040204" pitchFamily="50" charset="-128"/>
              <a:ea typeface="Meiryo UI" panose="020B0604030504040204" pitchFamily="50" charset="-128"/>
            </a:endParaRPr>
          </a:p>
          <a:p>
            <a:r>
              <a:rPr lang="ja-JP" altLang="en-US" sz="2000" dirty="0">
                <a:latin typeface="Meiryo UI" panose="020B0604030504040204" pitchFamily="50" charset="-128"/>
                <a:ea typeface="Meiryo UI" panose="020B0604030504040204" pitchFamily="50" charset="-128"/>
              </a:rPr>
              <a:t>　・一度でも参加者、オフィシャルをやる可能性のある人は個人会員に入会可能とする</a:t>
            </a:r>
            <a:endParaRPr lang="en-US" altLang="ja-JP" sz="2000" dirty="0">
              <a:latin typeface="Meiryo UI" panose="020B0604030504040204" pitchFamily="50" charset="-128"/>
              <a:ea typeface="Meiryo UI" panose="020B0604030504040204" pitchFamily="50" charset="-128"/>
            </a:endParaRPr>
          </a:p>
          <a:p>
            <a:r>
              <a:rPr lang="ja-JP" altLang="en-US" sz="2000" dirty="0">
                <a:latin typeface="Meiryo UI" panose="020B0604030504040204" pitchFamily="50" charset="-128"/>
                <a:ea typeface="Meiryo UI" panose="020B0604030504040204" pitchFamily="50" charset="-128"/>
              </a:rPr>
              <a:t>　・スポーツ安全保険への加入条件は個人会員のみとする</a:t>
            </a:r>
            <a:endParaRPr lang="en-US" altLang="ja-JP" sz="2000" dirty="0">
              <a:latin typeface="Meiryo UI" panose="020B0604030504040204" pitchFamily="50" charset="-128"/>
              <a:ea typeface="Meiryo UI" panose="020B0604030504040204" pitchFamily="50" charset="-128"/>
            </a:endParaRPr>
          </a:p>
          <a:p>
            <a:r>
              <a:rPr lang="ja-JP" altLang="en-US" sz="2000" dirty="0">
                <a:latin typeface="Meiryo UI" panose="020B0604030504040204" pitchFamily="50" charset="-128"/>
                <a:ea typeface="Meiryo UI" panose="020B0604030504040204" pitchFamily="50" charset="-128"/>
              </a:rPr>
              <a:t>　・以上を運営委員会にて審議する</a:t>
            </a:r>
            <a:endParaRPr lang="en-US" altLang="ja-JP" sz="2000" dirty="0">
              <a:latin typeface="Meiryo UI" panose="020B0604030504040204" pitchFamily="50" charset="-128"/>
              <a:ea typeface="Meiryo UI" panose="020B0604030504040204" pitchFamily="50" charset="-128"/>
            </a:endParaRPr>
          </a:p>
          <a:p>
            <a:r>
              <a:rPr lang="en-US" altLang="ja-JP" sz="2000" dirty="0">
                <a:latin typeface="Meiryo UI" panose="020B0604030504040204" pitchFamily="50" charset="-128"/>
                <a:ea typeface="Meiryo UI" panose="020B0604030504040204" pitchFamily="50" charset="-128"/>
              </a:rPr>
              <a:t>【</a:t>
            </a:r>
            <a:r>
              <a:rPr lang="ja-JP" altLang="en-US" sz="2000" dirty="0">
                <a:latin typeface="Meiryo UI" panose="020B0604030504040204" pitchFamily="50" charset="-128"/>
                <a:ea typeface="Meiryo UI" panose="020B0604030504040204" pitchFamily="50" charset="-128"/>
              </a:rPr>
              <a:t>解決案</a:t>
            </a:r>
            <a:r>
              <a:rPr lang="en-US" altLang="ja-JP" sz="2000" dirty="0">
                <a:latin typeface="Meiryo UI" panose="020B0604030504040204" pitchFamily="50" charset="-128"/>
                <a:ea typeface="Meiryo UI" panose="020B0604030504040204" pitchFamily="50" charset="-128"/>
              </a:rPr>
              <a:t>】</a:t>
            </a:r>
          </a:p>
          <a:p>
            <a:r>
              <a:rPr lang="ja-JP" altLang="en-US" sz="2000" dirty="0">
                <a:latin typeface="Meiryo UI" panose="020B0604030504040204" pitchFamily="50" charset="-128"/>
                <a:ea typeface="Meiryo UI" panose="020B0604030504040204" pitchFamily="50" charset="-128"/>
              </a:rPr>
              <a:t>　■参加者、オフィシャルは全員個人会員を</a:t>
            </a:r>
            <a:r>
              <a:rPr lang="en-US" altLang="ja-JP" sz="2000" dirty="0">
                <a:latin typeface="Meiryo UI" panose="020B0604030504040204" pitchFamily="50" charset="-128"/>
                <a:ea typeface="Meiryo UI" panose="020B0604030504040204" pitchFamily="50" charset="-128"/>
              </a:rPr>
              <a:t>MUST</a:t>
            </a:r>
            <a:r>
              <a:rPr lang="ja-JP" altLang="en-US" sz="2000" dirty="0">
                <a:latin typeface="Meiryo UI" panose="020B0604030504040204" pitchFamily="50" charset="-128"/>
                <a:ea typeface="Meiryo UI" panose="020B0604030504040204" pitchFamily="50" charset="-128"/>
              </a:rPr>
              <a:t>とする</a:t>
            </a:r>
            <a:endParaRPr lang="en-US" altLang="ja-JP" sz="2000" dirty="0">
              <a:latin typeface="Meiryo UI" panose="020B0604030504040204" pitchFamily="50" charset="-128"/>
              <a:ea typeface="Meiryo UI" panose="020B0604030504040204" pitchFamily="50" charset="-128"/>
            </a:endParaRPr>
          </a:p>
          <a:p>
            <a:r>
              <a:rPr lang="ja-JP" altLang="en-US" sz="2000" dirty="0">
                <a:latin typeface="Meiryo UI" panose="020B0604030504040204" pitchFamily="50" charset="-128"/>
                <a:ea typeface="Meiryo UI" panose="020B0604030504040204" pitchFamily="50" charset="-128"/>
              </a:rPr>
              <a:t>　■ライセンスなしでも個人会員に入れるようにする（オートテストに対応）→</a:t>
            </a:r>
            <a:r>
              <a:rPr lang="en-US" altLang="ja-JP" sz="2000" dirty="0">
                <a:latin typeface="Meiryo UI" panose="020B0604030504040204" pitchFamily="50" charset="-128"/>
                <a:ea typeface="Meiryo UI" panose="020B0604030504040204" pitchFamily="50" charset="-128"/>
              </a:rPr>
              <a:t>『</a:t>
            </a:r>
            <a:r>
              <a:rPr lang="ja-JP" altLang="en-US" sz="2000" dirty="0">
                <a:latin typeface="Meiryo UI" panose="020B0604030504040204" pitchFamily="50" charset="-128"/>
                <a:ea typeface="Meiryo UI" panose="020B0604030504040204" pitchFamily="50" charset="-128"/>
              </a:rPr>
              <a:t>免許書番号</a:t>
            </a:r>
            <a:r>
              <a:rPr lang="en-US" altLang="ja-JP" sz="2000" dirty="0">
                <a:latin typeface="Meiryo UI" panose="020B0604030504040204" pitchFamily="50" charset="-128"/>
                <a:ea typeface="Meiryo UI" panose="020B0604030504040204" pitchFamily="50" charset="-128"/>
              </a:rPr>
              <a:t>‐</a:t>
            </a:r>
            <a:r>
              <a:rPr lang="ja-JP" altLang="en-US" sz="2000" dirty="0">
                <a:latin typeface="Meiryo UI" panose="020B0604030504040204" pitchFamily="50" charset="-128"/>
                <a:ea typeface="Meiryo UI" panose="020B0604030504040204" pitchFamily="50" charset="-128"/>
              </a:rPr>
              <a:t>クラブコード</a:t>
            </a:r>
            <a:r>
              <a:rPr lang="en-US" altLang="ja-JP" sz="2000" dirty="0">
                <a:latin typeface="Meiryo UI" panose="020B0604030504040204" pitchFamily="50" charset="-128"/>
                <a:ea typeface="Meiryo UI" panose="020B0604030504040204" pitchFamily="50" charset="-128"/>
              </a:rPr>
              <a:t>』</a:t>
            </a:r>
            <a:r>
              <a:rPr lang="ja-JP" altLang="en-US" sz="2000" dirty="0">
                <a:latin typeface="Meiryo UI" panose="020B0604030504040204" pitchFamily="50" charset="-128"/>
                <a:ea typeface="Meiryo UI" panose="020B0604030504040204" pitchFamily="50" charset="-128"/>
              </a:rPr>
              <a:t>にする</a:t>
            </a:r>
            <a:endParaRPr lang="en-US" altLang="ja-JP" sz="2000" dirty="0">
              <a:latin typeface="Meiryo UI" panose="020B0604030504040204" pitchFamily="50" charset="-128"/>
              <a:ea typeface="Meiryo UI" panose="020B0604030504040204" pitchFamily="50" charset="-128"/>
            </a:endParaRPr>
          </a:p>
          <a:p>
            <a:r>
              <a:rPr lang="ja-JP" altLang="en-US" sz="2000" dirty="0">
                <a:latin typeface="Meiryo UI" panose="020B0604030504040204" pitchFamily="50" charset="-128"/>
                <a:ea typeface="Meiryo UI" panose="020B0604030504040204" pitchFamily="50" charset="-128"/>
              </a:rPr>
              <a:t>　■スポ安加入条件は個人会員のみとする（初回は</a:t>
            </a:r>
            <a:r>
              <a:rPr lang="en-US" altLang="ja-JP" sz="2000" dirty="0">
                <a:latin typeface="Meiryo UI" panose="020B0604030504040204" pitchFamily="50" charset="-128"/>
                <a:ea typeface="Meiryo UI" panose="020B0604030504040204" pitchFamily="50" charset="-128"/>
              </a:rPr>
              <a:t>4</a:t>
            </a:r>
            <a:r>
              <a:rPr lang="ja-JP" altLang="en-US" sz="2000" dirty="0">
                <a:latin typeface="Meiryo UI" panose="020B0604030504040204" pitchFamily="50" charset="-128"/>
                <a:ea typeface="Meiryo UI" panose="020B0604030504040204" pitchFamily="50" charset="-128"/>
              </a:rPr>
              <a:t>名以上で申し込み要）</a:t>
            </a:r>
            <a:endParaRPr lang="en-US" altLang="ja-JP" sz="2000" dirty="0">
              <a:latin typeface="Meiryo UI" panose="020B0604030504040204" pitchFamily="50" charset="-128"/>
              <a:ea typeface="Meiryo UI" panose="020B0604030504040204" pitchFamily="50" charset="-128"/>
            </a:endParaRPr>
          </a:p>
          <a:p>
            <a:r>
              <a:rPr lang="ja-JP" altLang="en-US" sz="2000" dirty="0">
                <a:latin typeface="Meiryo UI" panose="020B0604030504040204" pitchFamily="50" charset="-128"/>
                <a:ea typeface="Meiryo UI" panose="020B0604030504040204" pitchFamily="50" charset="-128"/>
              </a:rPr>
              <a:t>　■個人会員はクラブ加入を絶対条件とする、オートテストは当日の保険加入として主催クラブ臨時会員扱いにする</a:t>
            </a:r>
            <a:endParaRPr lang="en-US" altLang="ja-JP" sz="2000" dirty="0">
              <a:latin typeface="Meiryo UI" panose="020B0604030504040204" pitchFamily="50" charset="-128"/>
              <a:ea typeface="Meiryo UI" panose="020B0604030504040204" pitchFamily="50" charset="-128"/>
            </a:endParaRPr>
          </a:p>
          <a:p>
            <a:r>
              <a:rPr lang="ja-JP" altLang="en-US" sz="2000" dirty="0">
                <a:latin typeface="Meiryo UI" panose="020B0604030504040204" pitchFamily="50" charset="-128"/>
                <a:ea typeface="Meiryo UI" panose="020B0604030504040204" pitchFamily="50" charset="-128"/>
              </a:rPr>
              <a:t>　　個人会員に区分「</a:t>
            </a:r>
            <a:r>
              <a:rPr lang="en-US" altLang="ja-JP" sz="2000" dirty="0">
                <a:latin typeface="Meiryo UI" panose="020B0604030504040204" pitchFamily="50" charset="-128"/>
                <a:ea typeface="Meiryo UI" panose="020B0604030504040204" pitchFamily="50" charset="-128"/>
              </a:rPr>
              <a:t>Entrant</a:t>
            </a:r>
            <a:r>
              <a:rPr lang="ja-JP" altLang="en-US" sz="2000" dirty="0">
                <a:latin typeface="Meiryo UI" panose="020B0604030504040204" pitchFamily="50" charset="-128"/>
                <a:ea typeface="Meiryo UI" panose="020B0604030504040204" pitchFamily="50" charset="-128"/>
              </a:rPr>
              <a:t>」「</a:t>
            </a:r>
            <a:r>
              <a:rPr lang="en-US" altLang="ja-JP" sz="2000" dirty="0">
                <a:latin typeface="Meiryo UI" panose="020B0604030504040204" pitchFamily="50" charset="-128"/>
                <a:ea typeface="Meiryo UI" panose="020B0604030504040204" pitchFamily="50" charset="-128"/>
              </a:rPr>
              <a:t>Official</a:t>
            </a:r>
            <a:r>
              <a:rPr lang="ja-JP" altLang="en-US" sz="2000" dirty="0">
                <a:latin typeface="Meiryo UI" panose="020B0604030504040204" pitchFamily="50" charset="-128"/>
                <a:ea typeface="Meiryo UI" panose="020B0604030504040204" pitchFamily="50" charset="-128"/>
              </a:rPr>
              <a:t>」「</a:t>
            </a:r>
            <a:r>
              <a:rPr lang="en-US" altLang="ja-JP" sz="2000" dirty="0">
                <a:latin typeface="Meiryo UI" panose="020B0604030504040204" pitchFamily="50" charset="-128"/>
                <a:ea typeface="Meiryo UI" panose="020B0604030504040204" pitchFamily="50" charset="-128"/>
              </a:rPr>
              <a:t>Autotest]</a:t>
            </a:r>
            <a:r>
              <a:rPr lang="ja-JP" altLang="en-US" sz="2000" dirty="0">
                <a:latin typeface="Meiryo UI" panose="020B0604030504040204" pitchFamily="50" charset="-128"/>
                <a:ea typeface="Meiryo UI" panose="020B0604030504040204" pitchFamily="50" charset="-128"/>
              </a:rPr>
              <a:t>等を加えて、</a:t>
            </a:r>
            <a:r>
              <a:rPr lang="en-US" altLang="ja-JP" sz="2000" dirty="0">
                <a:latin typeface="Meiryo UI" panose="020B0604030504040204" pitchFamily="50" charset="-128"/>
                <a:ea typeface="Meiryo UI" panose="020B0604030504040204" pitchFamily="50" charset="-128"/>
              </a:rPr>
              <a:t>『</a:t>
            </a:r>
            <a:r>
              <a:rPr lang="ja-JP" altLang="en-US" sz="2000" dirty="0">
                <a:latin typeface="Meiryo UI" panose="020B0604030504040204" pitchFamily="50" charset="-128"/>
                <a:ea typeface="Meiryo UI" panose="020B0604030504040204" pitchFamily="50" charset="-128"/>
              </a:rPr>
              <a:t>免許書番号</a:t>
            </a:r>
            <a:r>
              <a:rPr lang="en-US" altLang="ja-JP" sz="2000" dirty="0">
                <a:latin typeface="Meiryo UI" panose="020B0604030504040204" pitchFamily="50" charset="-128"/>
                <a:ea typeface="Meiryo UI" panose="020B0604030504040204" pitchFamily="50" charset="-128"/>
              </a:rPr>
              <a:t>‐</a:t>
            </a:r>
            <a:r>
              <a:rPr lang="ja-JP" altLang="en-US" sz="2000" dirty="0">
                <a:latin typeface="Meiryo UI" panose="020B0604030504040204" pitchFamily="50" charset="-128"/>
                <a:ea typeface="Meiryo UI" panose="020B0604030504040204" pitchFamily="50" charset="-128"/>
              </a:rPr>
              <a:t>区分頭文字</a:t>
            </a:r>
            <a:r>
              <a:rPr lang="en-US" altLang="ja-JP" sz="2000" dirty="0">
                <a:latin typeface="Meiryo UI" panose="020B0604030504040204" pitchFamily="50" charset="-128"/>
                <a:ea typeface="Meiryo UI" panose="020B0604030504040204" pitchFamily="50" charset="-128"/>
              </a:rPr>
              <a:t>‐</a:t>
            </a:r>
            <a:r>
              <a:rPr lang="ja-JP" altLang="en-US" sz="2000" dirty="0">
                <a:latin typeface="Meiryo UI" panose="020B0604030504040204" pitchFamily="50" charset="-128"/>
                <a:ea typeface="Meiryo UI" panose="020B0604030504040204" pitchFamily="50" charset="-128"/>
              </a:rPr>
              <a:t>クラブコード</a:t>
            </a:r>
            <a:r>
              <a:rPr lang="en-US" altLang="ja-JP" sz="2000" dirty="0">
                <a:latin typeface="Meiryo UI" panose="020B0604030504040204" pitchFamily="50" charset="-128"/>
                <a:ea typeface="Meiryo UI" panose="020B0604030504040204" pitchFamily="50" charset="-128"/>
              </a:rPr>
              <a:t>』</a:t>
            </a:r>
            <a:r>
              <a:rPr lang="ja-JP" altLang="en-US" sz="2000" dirty="0">
                <a:latin typeface="Meiryo UI" panose="020B0604030504040204" pitchFamily="50" charset="-128"/>
                <a:ea typeface="Meiryo UI" panose="020B0604030504040204" pitchFamily="50" charset="-128"/>
              </a:rPr>
              <a:t>とする</a:t>
            </a:r>
            <a:endParaRPr lang="en-US" altLang="ja-JP" sz="2000" dirty="0">
              <a:latin typeface="Meiryo UI" panose="020B0604030504040204" pitchFamily="50" charset="-128"/>
              <a:ea typeface="Meiryo UI" panose="020B0604030504040204" pitchFamily="50" charset="-128"/>
            </a:endParaRPr>
          </a:p>
          <a:p>
            <a:r>
              <a:rPr lang="ja-JP" altLang="en-US" sz="2000" dirty="0">
                <a:latin typeface="Meiryo UI" panose="020B0604030504040204" pitchFamily="50" charset="-128"/>
                <a:ea typeface="Meiryo UI" panose="020B0604030504040204" pitchFamily="50" charset="-128"/>
              </a:rPr>
              <a:t>　　会費区分は例えば、「</a:t>
            </a:r>
            <a:r>
              <a:rPr lang="en-US" altLang="ja-JP" sz="2000" dirty="0">
                <a:latin typeface="Meiryo UI" panose="020B0604030504040204" pitchFamily="50" charset="-128"/>
                <a:ea typeface="Meiryo UI" panose="020B0604030504040204" pitchFamily="50" charset="-128"/>
              </a:rPr>
              <a:t>Entrant</a:t>
            </a:r>
            <a:r>
              <a:rPr lang="ja-JP" altLang="en-US" sz="2000" dirty="0">
                <a:latin typeface="Meiryo UI" panose="020B0604030504040204" pitchFamily="50" charset="-128"/>
                <a:ea typeface="Meiryo UI" panose="020B0604030504040204" pitchFamily="50" charset="-128"/>
              </a:rPr>
              <a:t>」「</a:t>
            </a:r>
            <a:r>
              <a:rPr lang="en-US" altLang="ja-JP" sz="2000" dirty="0">
                <a:latin typeface="Meiryo UI" panose="020B0604030504040204" pitchFamily="50" charset="-128"/>
                <a:ea typeface="Meiryo UI" panose="020B0604030504040204" pitchFamily="50" charset="-128"/>
              </a:rPr>
              <a:t>Official</a:t>
            </a:r>
            <a:r>
              <a:rPr lang="ja-JP" altLang="en-US" sz="2000" dirty="0">
                <a:latin typeface="Meiryo UI" panose="020B0604030504040204" pitchFamily="50" charset="-128"/>
                <a:ea typeface="Meiryo UI" panose="020B0604030504040204" pitchFamily="50" charset="-128"/>
              </a:rPr>
              <a:t>」→</a:t>
            </a:r>
            <a:r>
              <a:rPr lang="en-US" altLang="ja-JP" sz="2000" dirty="0">
                <a:latin typeface="Meiryo UI" panose="020B0604030504040204" pitchFamily="50" charset="-128"/>
                <a:ea typeface="Meiryo UI" panose="020B0604030504040204" pitchFamily="50" charset="-128"/>
              </a:rPr>
              <a:t>2,000</a:t>
            </a:r>
            <a:r>
              <a:rPr lang="ja-JP" altLang="en-US" sz="2000" dirty="0">
                <a:latin typeface="Meiryo UI" panose="020B0604030504040204" pitchFamily="50" charset="-128"/>
                <a:ea typeface="Meiryo UI" panose="020B0604030504040204" pitchFamily="50" charset="-128"/>
              </a:rPr>
              <a:t>円、「</a:t>
            </a:r>
            <a:r>
              <a:rPr lang="en-US" altLang="ja-JP" sz="2000" dirty="0">
                <a:latin typeface="Meiryo UI" panose="020B0604030504040204" pitchFamily="50" charset="-128"/>
                <a:ea typeface="Meiryo UI" panose="020B0604030504040204" pitchFamily="50" charset="-128"/>
              </a:rPr>
              <a:t>Autotest</a:t>
            </a:r>
            <a:r>
              <a:rPr lang="ja-JP" altLang="en-US" sz="2000" dirty="0">
                <a:latin typeface="Meiryo UI" panose="020B0604030504040204" pitchFamily="50" charset="-128"/>
                <a:ea typeface="Meiryo UI" panose="020B0604030504040204" pitchFamily="50" charset="-128"/>
              </a:rPr>
              <a:t>」→</a:t>
            </a:r>
            <a:r>
              <a:rPr lang="en-US" altLang="ja-JP" sz="2000" dirty="0">
                <a:latin typeface="Meiryo UI" panose="020B0604030504040204" pitchFamily="50" charset="-128"/>
                <a:ea typeface="Meiryo UI" panose="020B0604030504040204" pitchFamily="50" charset="-128"/>
              </a:rPr>
              <a:t>500</a:t>
            </a:r>
            <a:r>
              <a:rPr lang="ja-JP" altLang="en-US" sz="2000" dirty="0">
                <a:latin typeface="Meiryo UI" panose="020B0604030504040204" pitchFamily="50" charset="-128"/>
                <a:ea typeface="Meiryo UI" panose="020B0604030504040204" pitchFamily="50" charset="-128"/>
              </a:rPr>
              <a:t>円を基本で検討する</a:t>
            </a:r>
            <a:endParaRPr lang="en-US" altLang="ja-JP" sz="2000" dirty="0">
              <a:latin typeface="Meiryo UI" panose="020B0604030504040204" pitchFamily="50" charset="-128"/>
              <a:ea typeface="Meiryo UI" panose="020B0604030504040204" pitchFamily="50" charset="-128"/>
            </a:endParaRPr>
          </a:p>
        </p:txBody>
      </p:sp>
      <p:sp>
        <p:nvSpPr>
          <p:cNvPr id="3" name="テキスト ボックス 2">
            <a:extLst>
              <a:ext uri="{FF2B5EF4-FFF2-40B4-BE49-F238E27FC236}">
                <a16:creationId xmlns:a16="http://schemas.microsoft.com/office/drawing/2014/main" id="{B766342D-28B5-AFB8-9CB5-8D96115497C8}"/>
              </a:ext>
            </a:extLst>
          </p:cNvPr>
          <p:cNvSpPr txBox="1"/>
          <p:nvPr/>
        </p:nvSpPr>
        <p:spPr>
          <a:xfrm>
            <a:off x="224291" y="0"/>
            <a:ext cx="11488497" cy="646331"/>
          </a:xfrm>
          <a:prstGeom prst="rect">
            <a:avLst/>
          </a:prstGeom>
          <a:noFill/>
        </p:spPr>
        <p:txBody>
          <a:bodyPr wrap="square" rtlCol="0">
            <a:spAutoFit/>
          </a:bodyPr>
          <a:lstStyle/>
          <a:p>
            <a:r>
              <a:rPr lang="ja-JP" altLang="en-US" sz="3600" dirty="0">
                <a:latin typeface="Meiryo UI" panose="020B0604030504040204" pitchFamily="50" charset="-128"/>
                <a:ea typeface="Meiryo UI" panose="020B0604030504040204" pitchFamily="50" charset="-128"/>
              </a:rPr>
              <a:t>６．スポ安取扱いに関する打ち合わせ（</a:t>
            </a:r>
            <a:r>
              <a:rPr lang="en-US" altLang="ja-JP" sz="3600" dirty="0">
                <a:latin typeface="Meiryo UI" panose="020B0604030504040204" pitchFamily="50" charset="-128"/>
                <a:ea typeface="Meiryo UI" panose="020B0604030504040204" pitchFamily="50" charset="-128"/>
              </a:rPr>
              <a:t>8/7</a:t>
            </a:r>
            <a:r>
              <a:rPr lang="ja-JP" altLang="en-US" sz="3600" dirty="0">
                <a:latin typeface="Meiryo UI" panose="020B0604030504040204" pitchFamily="50" charset="-128"/>
                <a:ea typeface="Meiryo UI" panose="020B0604030504040204" pitchFamily="50" charset="-128"/>
              </a:rPr>
              <a:t>）議事メモ</a:t>
            </a:r>
            <a:endParaRPr kumimoji="1" lang="ja-JP" altLang="en-US" sz="3600" dirty="0">
              <a:latin typeface="Meiryo UI" panose="020B0604030504040204" pitchFamily="50" charset="-128"/>
              <a:ea typeface="Meiryo UI" panose="020B0604030504040204" pitchFamily="50" charset="-128"/>
            </a:endParaRPr>
          </a:p>
        </p:txBody>
      </p:sp>
    </p:spTree>
    <p:extLst>
      <p:ext uri="{BB962C8B-B14F-4D97-AF65-F5344CB8AC3E}">
        <p14:creationId xmlns:p14="http://schemas.microsoft.com/office/powerpoint/2010/main" val="2865259034"/>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テキスト ボックス 1">
            <a:extLst>
              <a:ext uri="{FF2B5EF4-FFF2-40B4-BE49-F238E27FC236}">
                <a16:creationId xmlns:a16="http://schemas.microsoft.com/office/drawing/2014/main" id="{29DB3D47-F41F-5981-2E1A-34F80C2303EE}"/>
              </a:ext>
            </a:extLst>
          </p:cNvPr>
          <p:cNvSpPr txBox="1"/>
          <p:nvPr/>
        </p:nvSpPr>
        <p:spPr>
          <a:xfrm>
            <a:off x="224291" y="0"/>
            <a:ext cx="11488497" cy="646331"/>
          </a:xfrm>
          <a:prstGeom prst="rect">
            <a:avLst/>
          </a:prstGeom>
          <a:noFill/>
        </p:spPr>
        <p:txBody>
          <a:bodyPr wrap="square" rtlCol="0">
            <a:spAutoFit/>
          </a:bodyPr>
          <a:lstStyle/>
          <a:p>
            <a:r>
              <a:rPr lang="ja-JP" altLang="en-US" sz="3600" dirty="0">
                <a:latin typeface="Meiryo UI" panose="020B0604030504040204" pitchFamily="50" charset="-128"/>
                <a:ea typeface="Meiryo UI" panose="020B0604030504040204" pitchFamily="50" charset="-128"/>
              </a:rPr>
              <a:t>３．</a:t>
            </a:r>
            <a:r>
              <a:rPr lang="en-US" altLang="ja-JP" sz="3600" dirty="0">
                <a:latin typeface="Meiryo UI" panose="020B0604030504040204" pitchFamily="50" charset="-128"/>
                <a:ea typeface="Meiryo UI" panose="020B0604030504040204" pitchFamily="50" charset="-128"/>
              </a:rPr>
              <a:t>JMRC</a:t>
            </a:r>
            <a:r>
              <a:rPr lang="ja-JP" altLang="en-US" sz="3600" dirty="0">
                <a:latin typeface="Meiryo UI" panose="020B0604030504040204" pitchFamily="50" charset="-128"/>
                <a:ea typeface="Meiryo UI" panose="020B0604030504040204" pitchFamily="50" charset="-128"/>
              </a:rPr>
              <a:t>近畿事務局ポータルシステム要件</a:t>
            </a:r>
            <a:endParaRPr kumimoji="1" lang="ja-JP" altLang="en-US" sz="3600" dirty="0">
              <a:latin typeface="Meiryo UI" panose="020B0604030504040204" pitchFamily="50" charset="-128"/>
              <a:ea typeface="Meiryo UI" panose="020B0604030504040204" pitchFamily="50" charset="-128"/>
            </a:endParaRPr>
          </a:p>
        </p:txBody>
      </p:sp>
      <p:sp>
        <p:nvSpPr>
          <p:cNvPr id="3" name="テキスト ボックス 2">
            <a:extLst>
              <a:ext uri="{FF2B5EF4-FFF2-40B4-BE49-F238E27FC236}">
                <a16:creationId xmlns:a16="http://schemas.microsoft.com/office/drawing/2014/main" id="{24126B72-1749-C2C6-1B11-A4567944543F}"/>
              </a:ext>
            </a:extLst>
          </p:cNvPr>
          <p:cNvSpPr txBox="1"/>
          <p:nvPr/>
        </p:nvSpPr>
        <p:spPr>
          <a:xfrm>
            <a:off x="224291" y="783584"/>
            <a:ext cx="11105804" cy="461665"/>
          </a:xfrm>
          <a:prstGeom prst="rect">
            <a:avLst/>
          </a:prstGeom>
          <a:noFill/>
        </p:spPr>
        <p:txBody>
          <a:bodyPr wrap="square" rtlCol="0">
            <a:spAutoFit/>
          </a:bodyPr>
          <a:lstStyle/>
          <a:p>
            <a:r>
              <a:rPr kumimoji="1" lang="ja-JP" altLang="en-US" sz="2400" dirty="0">
                <a:latin typeface="Meiryo UI" panose="020B0604030504040204" pitchFamily="50" charset="-128"/>
                <a:ea typeface="Meiryo UI" panose="020B0604030504040204" pitchFamily="50" charset="-128"/>
              </a:rPr>
              <a:t>（２）推進日程案</a:t>
            </a:r>
            <a:endParaRPr lang="en-US" altLang="ja-JP" sz="2400" dirty="0">
              <a:latin typeface="Meiryo UI" panose="020B0604030504040204" pitchFamily="50" charset="-128"/>
              <a:ea typeface="Meiryo UI" panose="020B0604030504040204" pitchFamily="50" charset="-128"/>
            </a:endParaRPr>
          </a:p>
        </p:txBody>
      </p:sp>
      <p:graphicFrame>
        <p:nvGraphicFramePr>
          <p:cNvPr id="5" name="表 4">
            <a:extLst>
              <a:ext uri="{FF2B5EF4-FFF2-40B4-BE49-F238E27FC236}">
                <a16:creationId xmlns:a16="http://schemas.microsoft.com/office/drawing/2014/main" id="{B49E6217-72BE-DE31-DE09-C652964DBEA2}"/>
              </a:ext>
            </a:extLst>
          </p:cNvPr>
          <p:cNvGraphicFramePr>
            <a:graphicFrameLocks noGrp="1"/>
          </p:cNvGraphicFramePr>
          <p:nvPr>
            <p:extLst>
              <p:ext uri="{D42A27DB-BD31-4B8C-83A1-F6EECF244321}">
                <p14:modId xmlns:p14="http://schemas.microsoft.com/office/powerpoint/2010/main" val="132596617"/>
              </p:ext>
            </p:extLst>
          </p:nvPr>
        </p:nvGraphicFramePr>
        <p:xfrm>
          <a:off x="731519" y="1327829"/>
          <a:ext cx="10474039" cy="5338978"/>
        </p:xfrm>
        <a:graphic>
          <a:graphicData uri="http://schemas.openxmlformats.org/drawingml/2006/table">
            <a:tbl>
              <a:tblPr firstRow="1">
                <a:tableStyleId>{5C22544A-7EE6-4342-B048-85BDC9FD1C3A}</a:tableStyleId>
              </a:tblPr>
              <a:tblGrid>
                <a:gridCol w="1809973">
                  <a:extLst>
                    <a:ext uri="{9D8B030D-6E8A-4147-A177-3AD203B41FA5}">
                      <a16:colId xmlns:a16="http://schemas.microsoft.com/office/drawing/2014/main" val="3139049056"/>
                    </a:ext>
                  </a:extLst>
                </a:gridCol>
                <a:gridCol w="962674">
                  <a:extLst>
                    <a:ext uri="{9D8B030D-6E8A-4147-A177-3AD203B41FA5}">
                      <a16:colId xmlns:a16="http://schemas.microsoft.com/office/drawing/2014/main" val="1253697898"/>
                    </a:ext>
                  </a:extLst>
                </a:gridCol>
                <a:gridCol w="962674">
                  <a:extLst>
                    <a:ext uri="{9D8B030D-6E8A-4147-A177-3AD203B41FA5}">
                      <a16:colId xmlns:a16="http://schemas.microsoft.com/office/drawing/2014/main" val="1243339930"/>
                    </a:ext>
                  </a:extLst>
                </a:gridCol>
                <a:gridCol w="962674">
                  <a:extLst>
                    <a:ext uri="{9D8B030D-6E8A-4147-A177-3AD203B41FA5}">
                      <a16:colId xmlns:a16="http://schemas.microsoft.com/office/drawing/2014/main" val="600200607"/>
                    </a:ext>
                  </a:extLst>
                </a:gridCol>
                <a:gridCol w="962674">
                  <a:extLst>
                    <a:ext uri="{9D8B030D-6E8A-4147-A177-3AD203B41FA5}">
                      <a16:colId xmlns:a16="http://schemas.microsoft.com/office/drawing/2014/main" val="3989355331"/>
                    </a:ext>
                  </a:extLst>
                </a:gridCol>
                <a:gridCol w="962674">
                  <a:extLst>
                    <a:ext uri="{9D8B030D-6E8A-4147-A177-3AD203B41FA5}">
                      <a16:colId xmlns:a16="http://schemas.microsoft.com/office/drawing/2014/main" val="2576481672"/>
                    </a:ext>
                  </a:extLst>
                </a:gridCol>
                <a:gridCol w="962674">
                  <a:extLst>
                    <a:ext uri="{9D8B030D-6E8A-4147-A177-3AD203B41FA5}">
                      <a16:colId xmlns:a16="http://schemas.microsoft.com/office/drawing/2014/main" val="670716050"/>
                    </a:ext>
                  </a:extLst>
                </a:gridCol>
                <a:gridCol w="962674">
                  <a:extLst>
                    <a:ext uri="{9D8B030D-6E8A-4147-A177-3AD203B41FA5}">
                      <a16:colId xmlns:a16="http://schemas.microsoft.com/office/drawing/2014/main" val="2365230711"/>
                    </a:ext>
                  </a:extLst>
                </a:gridCol>
                <a:gridCol w="962674">
                  <a:extLst>
                    <a:ext uri="{9D8B030D-6E8A-4147-A177-3AD203B41FA5}">
                      <a16:colId xmlns:a16="http://schemas.microsoft.com/office/drawing/2014/main" val="3415834017"/>
                    </a:ext>
                  </a:extLst>
                </a:gridCol>
                <a:gridCol w="962674">
                  <a:extLst>
                    <a:ext uri="{9D8B030D-6E8A-4147-A177-3AD203B41FA5}">
                      <a16:colId xmlns:a16="http://schemas.microsoft.com/office/drawing/2014/main" val="2870847221"/>
                    </a:ext>
                  </a:extLst>
                </a:gridCol>
              </a:tblGrid>
              <a:tr h="477148">
                <a:tc>
                  <a:txBody>
                    <a:bodyPr/>
                    <a:lstStyle/>
                    <a:p>
                      <a:pPr algn="ctr"/>
                      <a:endParaRPr kumimoji="1" lang="ja-JP" altLang="en-US" sz="1800" dirty="0">
                        <a:latin typeface="Meiryo UI" panose="020B0604030504040204" pitchFamily="50" charset="-128"/>
                        <a:ea typeface="Meiryo UI" panose="020B0604030504040204" pitchFamily="50" charset="-128"/>
                      </a:endParaRPr>
                    </a:p>
                  </a:txBody>
                  <a:tcPr/>
                </a:tc>
                <a:tc gridSpan="8">
                  <a:txBody>
                    <a:bodyPr/>
                    <a:lstStyle/>
                    <a:p>
                      <a:pPr algn="ctr"/>
                      <a:r>
                        <a:rPr kumimoji="1" lang="en-US" altLang="ja-JP" sz="1800" dirty="0"/>
                        <a:t>2026</a:t>
                      </a:r>
                      <a:r>
                        <a:rPr kumimoji="1" lang="ja-JP" altLang="en-US" sz="1800" dirty="0"/>
                        <a:t>年</a:t>
                      </a:r>
                    </a:p>
                  </a:txBody>
                  <a:tcPr anchor="ctr"/>
                </a:tc>
                <a:tc hMerge="1">
                  <a:txBody>
                    <a:bodyPr/>
                    <a:lstStyle/>
                    <a:p>
                      <a:pPr algn="ctr"/>
                      <a:endParaRPr kumimoji="1" lang="ja-JP" altLang="en-US" sz="1800" dirty="0"/>
                    </a:p>
                  </a:txBody>
                  <a:tcPr anchor="ctr"/>
                </a:tc>
                <a:tc hMerge="1">
                  <a:txBody>
                    <a:bodyPr/>
                    <a:lstStyle/>
                    <a:p>
                      <a:pPr algn="ctr"/>
                      <a:endParaRPr kumimoji="1" lang="ja-JP" altLang="en-US" sz="1800" dirty="0"/>
                    </a:p>
                  </a:txBody>
                  <a:tcPr anchor="ctr"/>
                </a:tc>
                <a:tc hMerge="1">
                  <a:txBody>
                    <a:bodyPr/>
                    <a:lstStyle/>
                    <a:p>
                      <a:pPr algn="ctr"/>
                      <a:endParaRPr kumimoji="1" lang="ja-JP" altLang="en-US" sz="1800" dirty="0"/>
                    </a:p>
                  </a:txBody>
                  <a:tcPr anchor="ctr"/>
                </a:tc>
                <a:tc hMerge="1">
                  <a:txBody>
                    <a:bodyPr/>
                    <a:lstStyle/>
                    <a:p>
                      <a:pPr algn="ctr"/>
                      <a:endParaRPr kumimoji="1" lang="ja-JP" altLang="en-US" sz="1800" dirty="0"/>
                    </a:p>
                  </a:txBody>
                  <a:tcPr anchor="ctr"/>
                </a:tc>
                <a:tc hMerge="1">
                  <a:txBody>
                    <a:bodyPr/>
                    <a:lstStyle/>
                    <a:p>
                      <a:pPr algn="ctr"/>
                      <a:endParaRPr kumimoji="1" lang="ja-JP" altLang="en-US" sz="1800" dirty="0"/>
                    </a:p>
                  </a:txBody>
                  <a:tcPr anchor="ctr"/>
                </a:tc>
                <a:tc hMerge="1">
                  <a:txBody>
                    <a:bodyPr/>
                    <a:lstStyle/>
                    <a:p>
                      <a:pPr algn="ctr"/>
                      <a:endParaRPr kumimoji="1" lang="ja-JP" altLang="en-US" sz="1800" dirty="0"/>
                    </a:p>
                  </a:txBody>
                  <a:tcPr anchor="ctr"/>
                </a:tc>
                <a:tc hMerge="1">
                  <a:txBody>
                    <a:bodyPr/>
                    <a:lstStyle/>
                    <a:p>
                      <a:pPr algn="ctr"/>
                      <a:endParaRPr kumimoji="1" lang="ja-JP" altLang="en-US" sz="1800" dirty="0"/>
                    </a:p>
                  </a:txBody>
                  <a:tcPr anchor="ctr"/>
                </a:tc>
                <a:tc>
                  <a:txBody>
                    <a:bodyPr/>
                    <a:lstStyle/>
                    <a:p>
                      <a:pPr algn="ctr"/>
                      <a:r>
                        <a:rPr kumimoji="1" lang="en-US" altLang="ja-JP" sz="1800" dirty="0">
                          <a:latin typeface="Meiryo UI" panose="020B0604030504040204" pitchFamily="50" charset="-128"/>
                          <a:ea typeface="Meiryo UI" panose="020B0604030504040204" pitchFamily="50" charset="-128"/>
                        </a:rPr>
                        <a:t>27</a:t>
                      </a:r>
                      <a:r>
                        <a:rPr kumimoji="1" lang="ja-JP" altLang="en-US" sz="1800" dirty="0">
                          <a:latin typeface="Meiryo UI" panose="020B0604030504040204" pitchFamily="50" charset="-128"/>
                          <a:ea typeface="Meiryo UI" panose="020B0604030504040204" pitchFamily="50" charset="-128"/>
                        </a:rPr>
                        <a:t>年</a:t>
                      </a:r>
                    </a:p>
                  </a:txBody>
                  <a:tcPr anchor="ctr"/>
                </a:tc>
                <a:extLst>
                  <a:ext uri="{0D108BD9-81ED-4DB2-BD59-A6C34878D82A}">
                    <a16:rowId xmlns:a16="http://schemas.microsoft.com/office/drawing/2014/main" val="2104618590"/>
                  </a:ext>
                </a:extLst>
              </a:tr>
              <a:tr h="435742">
                <a:tc>
                  <a:txBody>
                    <a:bodyPr/>
                    <a:lstStyle/>
                    <a:p>
                      <a:pPr algn="ctr"/>
                      <a:endParaRPr kumimoji="1" lang="ja-JP" altLang="en-US" sz="1800" dirty="0">
                        <a:latin typeface="Meiryo UI" panose="020B0604030504040204" pitchFamily="50" charset="-128"/>
                        <a:ea typeface="Meiryo UI" panose="020B0604030504040204" pitchFamily="50" charset="-128"/>
                      </a:endParaRPr>
                    </a:p>
                  </a:txBody>
                  <a:tcPr/>
                </a:tc>
                <a:tc>
                  <a:txBody>
                    <a:bodyPr/>
                    <a:lstStyle/>
                    <a:p>
                      <a:pPr algn="ctr"/>
                      <a:r>
                        <a:rPr kumimoji="1" lang="ja-JP" altLang="en-US" sz="1800" dirty="0">
                          <a:latin typeface="Meiryo UI" panose="020B0604030504040204" pitchFamily="50" charset="-128"/>
                          <a:ea typeface="Meiryo UI" panose="020B0604030504040204" pitchFamily="50" charset="-128"/>
                        </a:rPr>
                        <a:t>５月</a:t>
                      </a:r>
                    </a:p>
                  </a:txBody>
                  <a:tcPr anchor="ctr"/>
                </a:tc>
                <a:tc>
                  <a:txBody>
                    <a:bodyPr/>
                    <a:lstStyle/>
                    <a:p>
                      <a:pPr algn="ctr"/>
                      <a:r>
                        <a:rPr kumimoji="1" lang="ja-JP" altLang="en-US" sz="1800" dirty="0">
                          <a:latin typeface="Meiryo UI" panose="020B0604030504040204" pitchFamily="50" charset="-128"/>
                          <a:ea typeface="Meiryo UI" panose="020B0604030504040204" pitchFamily="50" charset="-128"/>
                        </a:rPr>
                        <a:t>６月</a:t>
                      </a:r>
                    </a:p>
                  </a:txBody>
                  <a:tcPr anchor="ctr"/>
                </a:tc>
                <a:tc>
                  <a:txBody>
                    <a:bodyPr/>
                    <a:lstStyle/>
                    <a:p>
                      <a:pPr algn="ctr"/>
                      <a:r>
                        <a:rPr kumimoji="1" lang="ja-JP" altLang="en-US" sz="1800" dirty="0">
                          <a:latin typeface="Meiryo UI" panose="020B0604030504040204" pitchFamily="50" charset="-128"/>
                          <a:ea typeface="Meiryo UI" panose="020B0604030504040204" pitchFamily="50" charset="-128"/>
                        </a:rPr>
                        <a:t>７月</a:t>
                      </a:r>
                    </a:p>
                  </a:txBody>
                  <a:tcPr anchor="ctr"/>
                </a:tc>
                <a:tc>
                  <a:txBody>
                    <a:bodyPr/>
                    <a:lstStyle/>
                    <a:p>
                      <a:pPr algn="ctr"/>
                      <a:r>
                        <a:rPr kumimoji="1" lang="ja-JP" altLang="en-US" sz="1800" dirty="0">
                          <a:latin typeface="Meiryo UI" panose="020B0604030504040204" pitchFamily="50" charset="-128"/>
                          <a:ea typeface="Meiryo UI" panose="020B0604030504040204" pitchFamily="50" charset="-128"/>
                        </a:rPr>
                        <a:t>８月</a:t>
                      </a:r>
                    </a:p>
                  </a:txBody>
                  <a:tcPr anchor="ctr"/>
                </a:tc>
                <a:tc>
                  <a:txBody>
                    <a:bodyPr/>
                    <a:lstStyle/>
                    <a:p>
                      <a:pPr algn="ctr"/>
                      <a:r>
                        <a:rPr kumimoji="1" lang="ja-JP" altLang="en-US" sz="1800" dirty="0">
                          <a:latin typeface="Meiryo UI" panose="020B0604030504040204" pitchFamily="50" charset="-128"/>
                          <a:ea typeface="Meiryo UI" panose="020B0604030504040204" pitchFamily="50" charset="-128"/>
                        </a:rPr>
                        <a:t>９月</a:t>
                      </a:r>
                    </a:p>
                  </a:txBody>
                  <a:tcPr anchor="ctr"/>
                </a:tc>
                <a:tc>
                  <a:txBody>
                    <a:bodyPr/>
                    <a:lstStyle/>
                    <a:p>
                      <a:pPr algn="ctr"/>
                      <a:r>
                        <a:rPr kumimoji="1" lang="en-US" altLang="ja-JP" sz="1800" dirty="0">
                          <a:latin typeface="Meiryo UI" panose="020B0604030504040204" pitchFamily="50" charset="-128"/>
                          <a:ea typeface="Meiryo UI" panose="020B0604030504040204" pitchFamily="50" charset="-128"/>
                        </a:rPr>
                        <a:t>10</a:t>
                      </a:r>
                      <a:r>
                        <a:rPr kumimoji="1" lang="ja-JP" altLang="en-US" sz="1800" dirty="0">
                          <a:latin typeface="Meiryo UI" panose="020B0604030504040204" pitchFamily="50" charset="-128"/>
                          <a:ea typeface="Meiryo UI" panose="020B0604030504040204" pitchFamily="50" charset="-128"/>
                        </a:rPr>
                        <a:t>月</a:t>
                      </a:r>
                    </a:p>
                  </a:txBody>
                  <a:tcPr anchor="ctr"/>
                </a:tc>
                <a:tc>
                  <a:txBody>
                    <a:bodyPr/>
                    <a:lstStyle/>
                    <a:p>
                      <a:pPr algn="ctr"/>
                      <a:r>
                        <a:rPr kumimoji="1" lang="en-US" altLang="ja-JP" sz="1800" dirty="0">
                          <a:latin typeface="Meiryo UI" panose="020B0604030504040204" pitchFamily="50" charset="-128"/>
                          <a:ea typeface="Meiryo UI" panose="020B0604030504040204" pitchFamily="50" charset="-128"/>
                        </a:rPr>
                        <a:t>11</a:t>
                      </a:r>
                      <a:r>
                        <a:rPr kumimoji="1" lang="ja-JP" altLang="en-US" sz="1800" dirty="0">
                          <a:latin typeface="Meiryo UI" panose="020B0604030504040204" pitchFamily="50" charset="-128"/>
                          <a:ea typeface="Meiryo UI" panose="020B0604030504040204" pitchFamily="50" charset="-128"/>
                        </a:rPr>
                        <a:t>月</a:t>
                      </a:r>
                    </a:p>
                  </a:txBody>
                  <a:tcPr anchor="ctr"/>
                </a:tc>
                <a:tc>
                  <a:txBody>
                    <a:bodyPr/>
                    <a:lstStyle/>
                    <a:p>
                      <a:pPr algn="ctr"/>
                      <a:r>
                        <a:rPr kumimoji="1" lang="en-US" altLang="ja-JP" sz="1800" dirty="0">
                          <a:latin typeface="Meiryo UI" panose="020B0604030504040204" pitchFamily="50" charset="-128"/>
                          <a:ea typeface="Meiryo UI" panose="020B0604030504040204" pitchFamily="50" charset="-128"/>
                        </a:rPr>
                        <a:t>12</a:t>
                      </a:r>
                      <a:r>
                        <a:rPr kumimoji="1" lang="ja-JP" altLang="en-US" sz="1800" dirty="0">
                          <a:latin typeface="Meiryo UI" panose="020B0604030504040204" pitchFamily="50" charset="-128"/>
                          <a:ea typeface="Meiryo UI" panose="020B0604030504040204" pitchFamily="50" charset="-128"/>
                        </a:rPr>
                        <a:t>月</a:t>
                      </a:r>
                    </a:p>
                  </a:txBody>
                  <a:tcPr anchor="ctr"/>
                </a:tc>
                <a:tc>
                  <a:txBody>
                    <a:bodyPr/>
                    <a:lstStyle/>
                    <a:p>
                      <a:pPr algn="ctr"/>
                      <a:r>
                        <a:rPr kumimoji="1" lang="en-US" altLang="ja-JP" sz="1800" dirty="0">
                          <a:latin typeface="Meiryo UI" panose="020B0604030504040204" pitchFamily="50" charset="-128"/>
                          <a:ea typeface="Meiryo UI" panose="020B0604030504040204" pitchFamily="50" charset="-128"/>
                        </a:rPr>
                        <a:t>1</a:t>
                      </a:r>
                      <a:r>
                        <a:rPr kumimoji="1" lang="ja-JP" altLang="en-US" sz="1800" dirty="0">
                          <a:latin typeface="Meiryo UI" panose="020B0604030504040204" pitchFamily="50" charset="-128"/>
                          <a:ea typeface="Meiryo UI" panose="020B0604030504040204" pitchFamily="50" charset="-128"/>
                        </a:rPr>
                        <a:t>月</a:t>
                      </a:r>
                    </a:p>
                  </a:txBody>
                  <a:tcPr anchor="ctr"/>
                </a:tc>
                <a:extLst>
                  <a:ext uri="{0D108BD9-81ED-4DB2-BD59-A6C34878D82A}">
                    <a16:rowId xmlns:a16="http://schemas.microsoft.com/office/drawing/2014/main" val="440605023"/>
                  </a:ext>
                </a:extLst>
              </a:tr>
              <a:tr h="636031">
                <a:tc>
                  <a:txBody>
                    <a:bodyPr/>
                    <a:lstStyle/>
                    <a:p>
                      <a:pPr algn="ctr"/>
                      <a:r>
                        <a:rPr kumimoji="1" lang="ja-JP" altLang="en-US" sz="1800" dirty="0">
                          <a:latin typeface="Meiryo UI" panose="020B0604030504040204" pitchFamily="50" charset="-128"/>
                          <a:ea typeface="Meiryo UI" panose="020B0604030504040204" pitchFamily="50" charset="-128"/>
                        </a:rPr>
                        <a:t>運営委員会</a:t>
                      </a:r>
                    </a:p>
                  </a:txBody>
                  <a:tcPr anchor="ctr"/>
                </a:tc>
                <a:tc>
                  <a:txBody>
                    <a:bodyPr/>
                    <a:lstStyle/>
                    <a:p>
                      <a:pPr algn="ctr"/>
                      <a:endParaRPr kumimoji="1" lang="ja-JP" altLang="en-US" sz="1800" dirty="0">
                        <a:latin typeface="Meiryo UI" panose="020B0604030504040204" pitchFamily="50" charset="-128"/>
                        <a:ea typeface="Meiryo UI" panose="020B0604030504040204" pitchFamily="50" charset="-128"/>
                      </a:endParaRPr>
                    </a:p>
                  </a:txBody>
                  <a:tcPr/>
                </a:tc>
                <a:tc>
                  <a:txBody>
                    <a:bodyPr/>
                    <a:lstStyle/>
                    <a:p>
                      <a:pPr algn="ctr"/>
                      <a:endParaRPr kumimoji="1" lang="ja-JP" altLang="en-US" sz="1800" dirty="0">
                        <a:latin typeface="Meiryo UI" panose="020B0604030504040204" pitchFamily="50" charset="-128"/>
                        <a:ea typeface="Meiryo UI" panose="020B0604030504040204" pitchFamily="50" charset="-128"/>
                      </a:endParaRPr>
                    </a:p>
                  </a:txBody>
                  <a:tcPr/>
                </a:tc>
                <a:tc>
                  <a:txBody>
                    <a:bodyPr/>
                    <a:lstStyle/>
                    <a:p>
                      <a:pPr algn="ctr"/>
                      <a:endParaRPr kumimoji="1" lang="ja-JP" altLang="en-US" sz="1800" dirty="0">
                        <a:latin typeface="Meiryo UI" panose="020B0604030504040204" pitchFamily="50" charset="-128"/>
                        <a:ea typeface="Meiryo UI" panose="020B0604030504040204" pitchFamily="50" charset="-128"/>
                      </a:endParaRPr>
                    </a:p>
                  </a:txBody>
                  <a:tcPr/>
                </a:tc>
                <a:tc>
                  <a:txBody>
                    <a:bodyPr/>
                    <a:lstStyle/>
                    <a:p>
                      <a:pPr algn="ctr"/>
                      <a:endParaRPr kumimoji="1" lang="ja-JP" altLang="en-US" sz="1800" dirty="0">
                        <a:latin typeface="Meiryo UI" panose="020B0604030504040204" pitchFamily="50" charset="-128"/>
                        <a:ea typeface="Meiryo UI" panose="020B0604030504040204" pitchFamily="50" charset="-128"/>
                      </a:endParaRPr>
                    </a:p>
                  </a:txBody>
                  <a:tcPr/>
                </a:tc>
                <a:tc>
                  <a:txBody>
                    <a:bodyPr/>
                    <a:lstStyle/>
                    <a:p>
                      <a:pPr algn="ctr"/>
                      <a:endParaRPr kumimoji="1" lang="ja-JP" altLang="en-US" sz="1800">
                        <a:latin typeface="Meiryo UI" panose="020B0604030504040204" pitchFamily="50" charset="-128"/>
                        <a:ea typeface="Meiryo UI" panose="020B0604030504040204" pitchFamily="50" charset="-128"/>
                      </a:endParaRPr>
                    </a:p>
                  </a:txBody>
                  <a:tcPr/>
                </a:tc>
                <a:tc>
                  <a:txBody>
                    <a:bodyPr/>
                    <a:lstStyle/>
                    <a:p>
                      <a:pPr algn="ctr"/>
                      <a:endParaRPr kumimoji="1" lang="ja-JP" altLang="en-US" sz="1800">
                        <a:latin typeface="Meiryo UI" panose="020B0604030504040204" pitchFamily="50" charset="-128"/>
                        <a:ea typeface="Meiryo UI" panose="020B0604030504040204" pitchFamily="50" charset="-128"/>
                      </a:endParaRPr>
                    </a:p>
                  </a:txBody>
                  <a:tcPr/>
                </a:tc>
                <a:tc>
                  <a:txBody>
                    <a:bodyPr/>
                    <a:lstStyle/>
                    <a:p>
                      <a:pPr algn="ctr"/>
                      <a:endParaRPr kumimoji="1" lang="ja-JP" altLang="en-US" sz="1800">
                        <a:latin typeface="Meiryo UI" panose="020B0604030504040204" pitchFamily="50" charset="-128"/>
                        <a:ea typeface="Meiryo UI" panose="020B0604030504040204" pitchFamily="50" charset="-128"/>
                      </a:endParaRPr>
                    </a:p>
                  </a:txBody>
                  <a:tcPr/>
                </a:tc>
                <a:tc>
                  <a:txBody>
                    <a:bodyPr/>
                    <a:lstStyle/>
                    <a:p>
                      <a:pPr algn="ctr"/>
                      <a:endParaRPr kumimoji="1" lang="ja-JP" altLang="en-US" sz="1800">
                        <a:latin typeface="Meiryo UI" panose="020B0604030504040204" pitchFamily="50" charset="-128"/>
                        <a:ea typeface="Meiryo UI" panose="020B0604030504040204" pitchFamily="50" charset="-128"/>
                      </a:endParaRPr>
                    </a:p>
                  </a:txBody>
                  <a:tcPr/>
                </a:tc>
                <a:tc>
                  <a:txBody>
                    <a:bodyPr/>
                    <a:lstStyle/>
                    <a:p>
                      <a:pPr algn="ctr"/>
                      <a:endParaRPr kumimoji="1" lang="ja-JP" altLang="en-US" sz="1800">
                        <a:latin typeface="Meiryo UI" panose="020B0604030504040204" pitchFamily="50" charset="-128"/>
                        <a:ea typeface="Meiryo UI" panose="020B0604030504040204" pitchFamily="50" charset="-128"/>
                      </a:endParaRPr>
                    </a:p>
                  </a:txBody>
                  <a:tcPr/>
                </a:tc>
                <a:extLst>
                  <a:ext uri="{0D108BD9-81ED-4DB2-BD59-A6C34878D82A}">
                    <a16:rowId xmlns:a16="http://schemas.microsoft.com/office/drawing/2014/main" val="1063490641"/>
                  </a:ext>
                </a:extLst>
              </a:tr>
              <a:tr h="1266234">
                <a:tc>
                  <a:txBody>
                    <a:bodyPr/>
                    <a:lstStyle/>
                    <a:p>
                      <a:pPr algn="ctr"/>
                      <a:r>
                        <a:rPr kumimoji="1" lang="ja-JP" altLang="en-US" sz="1800" dirty="0">
                          <a:latin typeface="Meiryo UI" panose="020B0604030504040204" pitchFamily="50" charset="-128"/>
                          <a:ea typeface="Meiryo UI" panose="020B0604030504040204" pitchFamily="50" charset="-128"/>
                        </a:rPr>
                        <a:t>システム開発</a:t>
                      </a:r>
                    </a:p>
                  </a:txBody>
                  <a:tcPr anchor="ctr"/>
                </a:tc>
                <a:tc>
                  <a:txBody>
                    <a:bodyPr/>
                    <a:lstStyle/>
                    <a:p>
                      <a:pPr algn="ctr"/>
                      <a:endParaRPr kumimoji="1" lang="ja-JP" altLang="en-US" sz="1800" dirty="0">
                        <a:latin typeface="Meiryo UI" panose="020B0604030504040204" pitchFamily="50" charset="-128"/>
                        <a:ea typeface="Meiryo UI" panose="020B0604030504040204" pitchFamily="50" charset="-128"/>
                      </a:endParaRPr>
                    </a:p>
                  </a:txBody>
                  <a:tcPr/>
                </a:tc>
                <a:tc>
                  <a:txBody>
                    <a:bodyPr/>
                    <a:lstStyle/>
                    <a:p>
                      <a:pPr algn="ctr"/>
                      <a:endParaRPr kumimoji="1" lang="ja-JP" altLang="en-US" sz="1800" dirty="0">
                        <a:latin typeface="Meiryo UI" panose="020B0604030504040204" pitchFamily="50" charset="-128"/>
                        <a:ea typeface="Meiryo UI" panose="020B0604030504040204" pitchFamily="50" charset="-128"/>
                      </a:endParaRPr>
                    </a:p>
                  </a:txBody>
                  <a:tcPr/>
                </a:tc>
                <a:tc>
                  <a:txBody>
                    <a:bodyPr/>
                    <a:lstStyle/>
                    <a:p>
                      <a:pPr algn="ctr"/>
                      <a:endParaRPr kumimoji="1" lang="ja-JP" altLang="en-US" sz="1800" dirty="0">
                        <a:latin typeface="Meiryo UI" panose="020B0604030504040204" pitchFamily="50" charset="-128"/>
                        <a:ea typeface="Meiryo UI" panose="020B0604030504040204" pitchFamily="50" charset="-128"/>
                      </a:endParaRPr>
                    </a:p>
                  </a:txBody>
                  <a:tcPr/>
                </a:tc>
                <a:tc>
                  <a:txBody>
                    <a:bodyPr/>
                    <a:lstStyle/>
                    <a:p>
                      <a:pPr algn="ctr"/>
                      <a:endParaRPr kumimoji="1" lang="ja-JP" altLang="en-US" sz="1800" dirty="0">
                        <a:latin typeface="Meiryo UI" panose="020B0604030504040204" pitchFamily="50" charset="-128"/>
                        <a:ea typeface="Meiryo UI" panose="020B0604030504040204" pitchFamily="50" charset="-128"/>
                      </a:endParaRPr>
                    </a:p>
                  </a:txBody>
                  <a:tcPr/>
                </a:tc>
                <a:tc>
                  <a:txBody>
                    <a:bodyPr/>
                    <a:lstStyle/>
                    <a:p>
                      <a:pPr algn="ctr"/>
                      <a:endParaRPr kumimoji="1" lang="ja-JP" altLang="en-US" sz="1800" dirty="0">
                        <a:latin typeface="Meiryo UI" panose="020B0604030504040204" pitchFamily="50" charset="-128"/>
                        <a:ea typeface="Meiryo UI" panose="020B0604030504040204" pitchFamily="50" charset="-128"/>
                      </a:endParaRPr>
                    </a:p>
                  </a:txBody>
                  <a:tcPr/>
                </a:tc>
                <a:tc>
                  <a:txBody>
                    <a:bodyPr/>
                    <a:lstStyle/>
                    <a:p>
                      <a:pPr algn="ctr"/>
                      <a:endParaRPr kumimoji="1" lang="ja-JP" altLang="en-US" sz="1800" dirty="0">
                        <a:latin typeface="Meiryo UI" panose="020B0604030504040204" pitchFamily="50" charset="-128"/>
                        <a:ea typeface="Meiryo UI" panose="020B0604030504040204" pitchFamily="50" charset="-128"/>
                      </a:endParaRPr>
                    </a:p>
                  </a:txBody>
                  <a:tcPr/>
                </a:tc>
                <a:tc>
                  <a:txBody>
                    <a:bodyPr/>
                    <a:lstStyle/>
                    <a:p>
                      <a:pPr algn="ctr"/>
                      <a:endParaRPr kumimoji="1" lang="ja-JP" altLang="en-US" sz="1800" dirty="0">
                        <a:latin typeface="Meiryo UI" panose="020B0604030504040204" pitchFamily="50" charset="-128"/>
                        <a:ea typeface="Meiryo UI" panose="020B0604030504040204" pitchFamily="50" charset="-128"/>
                      </a:endParaRPr>
                    </a:p>
                  </a:txBody>
                  <a:tcPr/>
                </a:tc>
                <a:tc>
                  <a:txBody>
                    <a:bodyPr/>
                    <a:lstStyle/>
                    <a:p>
                      <a:pPr algn="ctr"/>
                      <a:endParaRPr kumimoji="1" lang="ja-JP" altLang="en-US" sz="1800" dirty="0">
                        <a:latin typeface="Meiryo UI" panose="020B0604030504040204" pitchFamily="50" charset="-128"/>
                        <a:ea typeface="Meiryo UI" panose="020B0604030504040204" pitchFamily="50" charset="-128"/>
                      </a:endParaRPr>
                    </a:p>
                  </a:txBody>
                  <a:tcPr/>
                </a:tc>
                <a:tc>
                  <a:txBody>
                    <a:bodyPr/>
                    <a:lstStyle/>
                    <a:p>
                      <a:pPr algn="ctr"/>
                      <a:endParaRPr kumimoji="1" lang="ja-JP" altLang="en-US" sz="1800" dirty="0">
                        <a:latin typeface="Meiryo UI" panose="020B0604030504040204" pitchFamily="50" charset="-128"/>
                        <a:ea typeface="Meiryo UI" panose="020B0604030504040204" pitchFamily="50" charset="-128"/>
                      </a:endParaRPr>
                    </a:p>
                  </a:txBody>
                  <a:tcPr/>
                </a:tc>
                <a:extLst>
                  <a:ext uri="{0D108BD9-81ED-4DB2-BD59-A6C34878D82A}">
                    <a16:rowId xmlns:a16="http://schemas.microsoft.com/office/drawing/2014/main" val="3240146630"/>
                  </a:ext>
                </a:extLst>
              </a:tr>
              <a:tr h="1551234">
                <a:tc>
                  <a:txBody>
                    <a:bodyPr/>
                    <a:lstStyle/>
                    <a:p>
                      <a:pPr algn="ctr"/>
                      <a:r>
                        <a:rPr kumimoji="1" lang="ja-JP" altLang="en-US" sz="1800" dirty="0">
                          <a:latin typeface="Meiryo UI" panose="020B0604030504040204" pitchFamily="50" charset="-128"/>
                          <a:ea typeface="Meiryo UI" panose="020B0604030504040204" pitchFamily="50" charset="-128"/>
                        </a:rPr>
                        <a:t>運営委員会</a:t>
                      </a:r>
                      <a:endParaRPr kumimoji="1" lang="en-US" altLang="ja-JP" sz="1800" dirty="0">
                        <a:latin typeface="Meiryo UI" panose="020B0604030504040204" pitchFamily="50" charset="-128"/>
                        <a:ea typeface="Meiryo UI" panose="020B0604030504040204" pitchFamily="50" charset="-128"/>
                      </a:endParaRPr>
                    </a:p>
                    <a:p>
                      <a:pPr algn="ctr"/>
                      <a:r>
                        <a:rPr kumimoji="1" lang="ja-JP" altLang="en-US" sz="1800" dirty="0">
                          <a:latin typeface="Meiryo UI" panose="020B0604030504040204" pitchFamily="50" charset="-128"/>
                          <a:ea typeface="Meiryo UI" panose="020B0604030504040204" pitchFamily="50" charset="-128"/>
                        </a:rPr>
                        <a:t>決議事項</a:t>
                      </a:r>
                    </a:p>
                  </a:txBody>
                  <a:tcPr anchor="ctr"/>
                </a:tc>
                <a:tc>
                  <a:txBody>
                    <a:bodyPr/>
                    <a:lstStyle/>
                    <a:p>
                      <a:pPr algn="ctr"/>
                      <a:endParaRPr kumimoji="1" lang="ja-JP" altLang="en-US" sz="1800" dirty="0">
                        <a:latin typeface="Meiryo UI" panose="020B0604030504040204" pitchFamily="50" charset="-128"/>
                        <a:ea typeface="Meiryo UI" panose="020B0604030504040204" pitchFamily="50" charset="-128"/>
                      </a:endParaRPr>
                    </a:p>
                  </a:txBody>
                  <a:tcPr/>
                </a:tc>
                <a:tc>
                  <a:txBody>
                    <a:bodyPr/>
                    <a:lstStyle/>
                    <a:p>
                      <a:pPr algn="ctr"/>
                      <a:endParaRPr kumimoji="1" lang="ja-JP" altLang="en-US" sz="1800" dirty="0">
                        <a:latin typeface="Meiryo UI" panose="020B0604030504040204" pitchFamily="50" charset="-128"/>
                        <a:ea typeface="Meiryo UI" panose="020B0604030504040204" pitchFamily="50" charset="-128"/>
                      </a:endParaRPr>
                    </a:p>
                  </a:txBody>
                  <a:tcPr/>
                </a:tc>
                <a:tc>
                  <a:txBody>
                    <a:bodyPr/>
                    <a:lstStyle/>
                    <a:p>
                      <a:pPr algn="ctr"/>
                      <a:endParaRPr kumimoji="1" lang="ja-JP" altLang="en-US" sz="1800" dirty="0">
                        <a:latin typeface="Meiryo UI" panose="020B0604030504040204" pitchFamily="50" charset="-128"/>
                        <a:ea typeface="Meiryo UI" panose="020B0604030504040204" pitchFamily="50" charset="-128"/>
                      </a:endParaRPr>
                    </a:p>
                  </a:txBody>
                  <a:tcPr/>
                </a:tc>
                <a:tc>
                  <a:txBody>
                    <a:bodyPr/>
                    <a:lstStyle/>
                    <a:p>
                      <a:pPr algn="ctr"/>
                      <a:endParaRPr kumimoji="1" lang="ja-JP" altLang="en-US" sz="1800" dirty="0">
                        <a:latin typeface="Meiryo UI" panose="020B0604030504040204" pitchFamily="50" charset="-128"/>
                        <a:ea typeface="Meiryo UI" panose="020B0604030504040204" pitchFamily="50" charset="-128"/>
                      </a:endParaRPr>
                    </a:p>
                  </a:txBody>
                  <a:tcPr/>
                </a:tc>
                <a:tc>
                  <a:txBody>
                    <a:bodyPr/>
                    <a:lstStyle/>
                    <a:p>
                      <a:pPr algn="ctr"/>
                      <a:endParaRPr kumimoji="1" lang="ja-JP" altLang="en-US" sz="1800" dirty="0">
                        <a:latin typeface="Meiryo UI" panose="020B0604030504040204" pitchFamily="50" charset="-128"/>
                        <a:ea typeface="Meiryo UI" panose="020B0604030504040204" pitchFamily="50" charset="-128"/>
                      </a:endParaRPr>
                    </a:p>
                  </a:txBody>
                  <a:tcPr/>
                </a:tc>
                <a:tc>
                  <a:txBody>
                    <a:bodyPr/>
                    <a:lstStyle/>
                    <a:p>
                      <a:pPr algn="ctr"/>
                      <a:endParaRPr kumimoji="1" lang="ja-JP" altLang="en-US" sz="1800" dirty="0">
                        <a:latin typeface="Meiryo UI" panose="020B0604030504040204" pitchFamily="50" charset="-128"/>
                        <a:ea typeface="Meiryo UI" panose="020B0604030504040204" pitchFamily="50" charset="-128"/>
                      </a:endParaRPr>
                    </a:p>
                  </a:txBody>
                  <a:tcPr/>
                </a:tc>
                <a:tc>
                  <a:txBody>
                    <a:bodyPr/>
                    <a:lstStyle/>
                    <a:p>
                      <a:pPr algn="ctr"/>
                      <a:endParaRPr kumimoji="1" lang="ja-JP" altLang="en-US" sz="1800" dirty="0">
                        <a:latin typeface="Meiryo UI" panose="020B0604030504040204" pitchFamily="50" charset="-128"/>
                        <a:ea typeface="Meiryo UI" panose="020B0604030504040204" pitchFamily="50" charset="-128"/>
                      </a:endParaRPr>
                    </a:p>
                  </a:txBody>
                  <a:tcPr/>
                </a:tc>
                <a:tc>
                  <a:txBody>
                    <a:bodyPr/>
                    <a:lstStyle/>
                    <a:p>
                      <a:pPr algn="ctr"/>
                      <a:endParaRPr kumimoji="1" lang="ja-JP" altLang="en-US" sz="1800" dirty="0">
                        <a:latin typeface="Meiryo UI" panose="020B0604030504040204" pitchFamily="50" charset="-128"/>
                        <a:ea typeface="Meiryo UI" panose="020B0604030504040204" pitchFamily="50" charset="-128"/>
                      </a:endParaRPr>
                    </a:p>
                  </a:txBody>
                  <a:tcPr/>
                </a:tc>
                <a:tc>
                  <a:txBody>
                    <a:bodyPr/>
                    <a:lstStyle/>
                    <a:p>
                      <a:pPr algn="ctr"/>
                      <a:endParaRPr kumimoji="1" lang="ja-JP" altLang="en-US" sz="1800" dirty="0">
                        <a:latin typeface="Meiryo UI" panose="020B0604030504040204" pitchFamily="50" charset="-128"/>
                        <a:ea typeface="Meiryo UI" panose="020B0604030504040204" pitchFamily="50" charset="-128"/>
                      </a:endParaRPr>
                    </a:p>
                  </a:txBody>
                  <a:tcPr/>
                </a:tc>
                <a:extLst>
                  <a:ext uri="{0D108BD9-81ED-4DB2-BD59-A6C34878D82A}">
                    <a16:rowId xmlns:a16="http://schemas.microsoft.com/office/drawing/2014/main" val="2719232398"/>
                  </a:ext>
                </a:extLst>
              </a:tr>
              <a:tr h="972589">
                <a:tc>
                  <a:txBody>
                    <a:bodyPr/>
                    <a:lstStyle/>
                    <a:p>
                      <a:pPr algn="ctr"/>
                      <a:r>
                        <a:rPr kumimoji="1" lang="ja-JP" altLang="en-US" sz="1800" dirty="0">
                          <a:latin typeface="Meiryo UI" panose="020B0604030504040204" pitchFamily="50" charset="-128"/>
                          <a:ea typeface="Meiryo UI" panose="020B0604030504040204" pitchFamily="50" charset="-128"/>
                        </a:rPr>
                        <a:t>その他の日程</a:t>
                      </a:r>
                    </a:p>
                  </a:txBody>
                  <a:tcPr anchor="ctr"/>
                </a:tc>
                <a:tc>
                  <a:txBody>
                    <a:bodyPr/>
                    <a:lstStyle/>
                    <a:p>
                      <a:pPr algn="ctr"/>
                      <a:endParaRPr kumimoji="1" lang="ja-JP" altLang="en-US" sz="1800" dirty="0">
                        <a:latin typeface="Meiryo UI" panose="020B0604030504040204" pitchFamily="50" charset="-128"/>
                        <a:ea typeface="Meiryo UI" panose="020B0604030504040204" pitchFamily="50" charset="-128"/>
                      </a:endParaRPr>
                    </a:p>
                  </a:txBody>
                  <a:tcPr/>
                </a:tc>
                <a:tc>
                  <a:txBody>
                    <a:bodyPr/>
                    <a:lstStyle/>
                    <a:p>
                      <a:pPr algn="ctr"/>
                      <a:endParaRPr kumimoji="1" lang="ja-JP" altLang="en-US" sz="1800" dirty="0">
                        <a:latin typeface="Meiryo UI" panose="020B0604030504040204" pitchFamily="50" charset="-128"/>
                        <a:ea typeface="Meiryo UI" panose="020B0604030504040204" pitchFamily="50" charset="-128"/>
                      </a:endParaRPr>
                    </a:p>
                  </a:txBody>
                  <a:tcPr/>
                </a:tc>
                <a:tc>
                  <a:txBody>
                    <a:bodyPr/>
                    <a:lstStyle/>
                    <a:p>
                      <a:pPr algn="ctr"/>
                      <a:endParaRPr kumimoji="1" lang="ja-JP" altLang="en-US" sz="1800" dirty="0">
                        <a:latin typeface="Meiryo UI" panose="020B0604030504040204" pitchFamily="50" charset="-128"/>
                        <a:ea typeface="Meiryo UI" panose="020B0604030504040204" pitchFamily="50" charset="-128"/>
                      </a:endParaRPr>
                    </a:p>
                  </a:txBody>
                  <a:tcPr/>
                </a:tc>
                <a:tc>
                  <a:txBody>
                    <a:bodyPr/>
                    <a:lstStyle/>
                    <a:p>
                      <a:pPr algn="ctr"/>
                      <a:endParaRPr kumimoji="1" lang="ja-JP" altLang="en-US" sz="1800" dirty="0">
                        <a:latin typeface="Meiryo UI" panose="020B0604030504040204" pitchFamily="50" charset="-128"/>
                        <a:ea typeface="Meiryo UI" panose="020B0604030504040204" pitchFamily="50" charset="-128"/>
                      </a:endParaRPr>
                    </a:p>
                  </a:txBody>
                  <a:tcPr/>
                </a:tc>
                <a:tc>
                  <a:txBody>
                    <a:bodyPr/>
                    <a:lstStyle/>
                    <a:p>
                      <a:pPr algn="ctr"/>
                      <a:endParaRPr kumimoji="1" lang="ja-JP" altLang="en-US" sz="1800" dirty="0">
                        <a:latin typeface="Meiryo UI" panose="020B0604030504040204" pitchFamily="50" charset="-128"/>
                        <a:ea typeface="Meiryo UI" panose="020B0604030504040204" pitchFamily="50" charset="-128"/>
                      </a:endParaRPr>
                    </a:p>
                  </a:txBody>
                  <a:tcPr/>
                </a:tc>
                <a:tc>
                  <a:txBody>
                    <a:bodyPr/>
                    <a:lstStyle/>
                    <a:p>
                      <a:pPr algn="ctr"/>
                      <a:endParaRPr kumimoji="1" lang="ja-JP" altLang="en-US" sz="1800" dirty="0">
                        <a:latin typeface="Meiryo UI" panose="020B0604030504040204" pitchFamily="50" charset="-128"/>
                        <a:ea typeface="Meiryo UI" panose="020B0604030504040204" pitchFamily="50" charset="-128"/>
                      </a:endParaRPr>
                    </a:p>
                  </a:txBody>
                  <a:tcPr/>
                </a:tc>
                <a:tc>
                  <a:txBody>
                    <a:bodyPr/>
                    <a:lstStyle/>
                    <a:p>
                      <a:pPr algn="ctr"/>
                      <a:endParaRPr kumimoji="1" lang="ja-JP" altLang="en-US" sz="1800" dirty="0">
                        <a:latin typeface="Meiryo UI" panose="020B0604030504040204" pitchFamily="50" charset="-128"/>
                        <a:ea typeface="Meiryo UI" panose="020B0604030504040204" pitchFamily="50" charset="-128"/>
                      </a:endParaRPr>
                    </a:p>
                  </a:txBody>
                  <a:tcPr/>
                </a:tc>
                <a:tc>
                  <a:txBody>
                    <a:bodyPr/>
                    <a:lstStyle/>
                    <a:p>
                      <a:pPr algn="ctr"/>
                      <a:endParaRPr kumimoji="1" lang="ja-JP" altLang="en-US" sz="1800" dirty="0">
                        <a:latin typeface="Meiryo UI" panose="020B0604030504040204" pitchFamily="50" charset="-128"/>
                        <a:ea typeface="Meiryo UI" panose="020B0604030504040204" pitchFamily="50" charset="-128"/>
                      </a:endParaRPr>
                    </a:p>
                  </a:txBody>
                  <a:tcPr/>
                </a:tc>
                <a:tc>
                  <a:txBody>
                    <a:bodyPr/>
                    <a:lstStyle/>
                    <a:p>
                      <a:pPr algn="ctr"/>
                      <a:endParaRPr kumimoji="1" lang="ja-JP" altLang="en-US" sz="1800" dirty="0">
                        <a:latin typeface="Meiryo UI" panose="020B0604030504040204" pitchFamily="50" charset="-128"/>
                        <a:ea typeface="Meiryo UI" panose="020B0604030504040204" pitchFamily="50" charset="-128"/>
                      </a:endParaRPr>
                    </a:p>
                  </a:txBody>
                  <a:tcPr/>
                </a:tc>
                <a:extLst>
                  <a:ext uri="{0D108BD9-81ED-4DB2-BD59-A6C34878D82A}">
                    <a16:rowId xmlns:a16="http://schemas.microsoft.com/office/drawing/2014/main" val="821007892"/>
                  </a:ext>
                </a:extLst>
              </a:tr>
            </a:tbl>
          </a:graphicData>
        </a:graphic>
      </p:graphicFrame>
      <p:grpSp>
        <p:nvGrpSpPr>
          <p:cNvPr id="25" name="グループ化 24">
            <a:extLst>
              <a:ext uri="{FF2B5EF4-FFF2-40B4-BE49-F238E27FC236}">
                <a16:creationId xmlns:a16="http://schemas.microsoft.com/office/drawing/2014/main" id="{35981EFA-4D52-AD7B-849A-F590BD662D63}"/>
              </a:ext>
            </a:extLst>
          </p:cNvPr>
          <p:cNvGrpSpPr/>
          <p:nvPr/>
        </p:nvGrpSpPr>
        <p:grpSpPr>
          <a:xfrm>
            <a:off x="4223135" y="2328418"/>
            <a:ext cx="6134520" cy="542777"/>
            <a:chOff x="4193834" y="2328418"/>
            <a:chExt cx="5580388" cy="542777"/>
          </a:xfrm>
        </p:grpSpPr>
        <p:sp>
          <p:nvSpPr>
            <p:cNvPr id="9" name="テキスト ボックス 8">
              <a:extLst>
                <a:ext uri="{FF2B5EF4-FFF2-40B4-BE49-F238E27FC236}">
                  <a16:creationId xmlns:a16="http://schemas.microsoft.com/office/drawing/2014/main" id="{6A0A953B-DB97-AD0A-3E68-A916F585B45F}"/>
                </a:ext>
              </a:extLst>
            </p:cNvPr>
            <p:cNvSpPr txBox="1"/>
            <p:nvPr/>
          </p:nvSpPr>
          <p:spPr>
            <a:xfrm>
              <a:off x="4193834" y="2328418"/>
              <a:ext cx="778626" cy="523220"/>
            </a:xfrm>
            <a:prstGeom prst="rect">
              <a:avLst/>
            </a:prstGeom>
            <a:noFill/>
          </p:spPr>
          <p:txBody>
            <a:bodyPr wrap="square" rtlCol="0">
              <a:spAutoFit/>
            </a:bodyPr>
            <a:lstStyle/>
            <a:p>
              <a:r>
                <a:rPr lang="ja-JP" altLang="en-US" sz="1400" dirty="0">
                  <a:latin typeface="Meiryo UI" panose="020B0604030504040204" pitchFamily="50" charset="-128"/>
                  <a:ea typeface="Meiryo UI" panose="020B0604030504040204" pitchFamily="50" charset="-128"/>
                </a:rPr>
                <a:t>▼</a:t>
              </a:r>
              <a:r>
                <a:rPr kumimoji="1" lang="ja-JP" altLang="en-US" sz="1400" dirty="0">
                  <a:latin typeface="Meiryo UI" panose="020B0604030504040204" pitchFamily="50" charset="-128"/>
                  <a:ea typeface="Meiryo UI" panose="020B0604030504040204" pitchFamily="50" charset="-128"/>
                </a:rPr>
                <a:t>運営</a:t>
              </a:r>
              <a:endParaRPr kumimoji="1" lang="en-US" altLang="ja-JP" sz="1400" dirty="0">
                <a:latin typeface="Meiryo UI" panose="020B0604030504040204" pitchFamily="50" charset="-128"/>
                <a:ea typeface="Meiryo UI" panose="020B0604030504040204" pitchFamily="50" charset="-128"/>
              </a:endParaRPr>
            </a:p>
            <a:p>
              <a:r>
                <a:rPr kumimoji="1" lang="ja-JP" altLang="en-US" sz="1400" dirty="0">
                  <a:latin typeface="Meiryo UI" panose="020B0604030504040204" pitchFamily="50" charset="-128"/>
                  <a:ea typeface="Meiryo UI" panose="020B0604030504040204" pitchFamily="50" charset="-128"/>
                </a:rPr>
                <a:t>委員会</a:t>
              </a:r>
            </a:p>
          </p:txBody>
        </p:sp>
        <p:sp>
          <p:nvSpPr>
            <p:cNvPr id="10" name="テキスト ボックス 9">
              <a:extLst>
                <a:ext uri="{FF2B5EF4-FFF2-40B4-BE49-F238E27FC236}">
                  <a16:creationId xmlns:a16="http://schemas.microsoft.com/office/drawing/2014/main" id="{7A8A8B4D-4D54-5E91-4440-745427114ED7}"/>
                </a:ext>
              </a:extLst>
            </p:cNvPr>
            <p:cNvSpPr txBox="1"/>
            <p:nvPr/>
          </p:nvSpPr>
          <p:spPr>
            <a:xfrm>
              <a:off x="5727052" y="2328418"/>
              <a:ext cx="778626" cy="523220"/>
            </a:xfrm>
            <a:prstGeom prst="rect">
              <a:avLst/>
            </a:prstGeom>
            <a:noFill/>
          </p:spPr>
          <p:txBody>
            <a:bodyPr wrap="square" rtlCol="0">
              <a:spAutoFit/>
            </a:bodyPr>
            <a:lstStyle/>
            <a:p>
              <a:r>
                <a:rPr lang="ja-JP" altLang="en-US" sz="1400" dirty="0">
                  <a:latin typeface="Meiryo UI" panose="020B0604030504040204" pitchFamily="50" charset="-128"/>
                  <a:ea typeface="Meiryo UI" panose="020B0604030504040204" pitchFamily="50" charset="-128"/>
                </a:rPr>
                <a:t>▼</a:t>
              </a:r>
              <a:r>
                <a:rPr kumimoji="1" lang="ja-JP" altLang="en-US" sz="1400" dirty="0">
                  <a:latin typeface="Meiryo UI" panose="020B0604030504040204" pitchFamily="50" charset="-128"/>
                  <a:ea typeface="Meiryo UI" panose="020B0604030504040204" pitchFamily="50" charset="-128"/>
                </a:rPr>
                <a:t>運営</a:t>
              </a:r>
              <a:endParaRPr kumimoji="1" lang="en-US" altLang="ja-JP" sz="1400" dirty="0">
                <a:latin typeface="Meiryo UI" panose="020B0604030504040204" pitchFamily="50" charset="-128"/>
                <a:ea typeface="Meiryo UI" panose="020B0604030504040204" pitchFamily="50" charset="-128"/>
              </a:endParaRPr>
            </a:p>
            <a:p>
              <a:r>
                <a:rPr kumimoji="1" lang="ja-JP" altLang="en-US" sz="1400" dirty="0">
                  <a:latin typeface="Meiryo UI" panose="020B0604030504040204" pitchFamily="50" charset="-128"/>
                  <a:ea typeface="Meiryo UI" panose="020B0604030504040204" pitchFamily="50" charset="-128"/>
                </a:rPr>
                <a:t>委員会</a:t>
              </a:r>
            </a:p>
          </p:txBody>
        </p:sp>
        <p:sp>
          <p:nvSpPr>
            <p:cNvPr id="11" name="テキスト ボックス 10">
              <a:extLst>
                <a:ext uri="{FF2B5EF4-FFF2-40B4-BE49-F238E27FC236}">
                  <a16:creationId xmlns:a16="http://schemas.microsoft.com/office/drawing/2014/main" id="{8C8584D4-E328-3CF5-75C2-D919C38D4A35}"/>
                </a:ext>
              </a:extLst>
            </p:cNvPr>
            <p:cNvSpPr txBox="1"/>
            <p:nvPr/>
          </p:nvSpPr>
          <p:spPr>
            <a:xfrm>
              <a:off x="7546405" y="2329675"/>
              <a:ext cx="778626" cy="523220"/>
            </a:xfrm>
            <a:prstGeom prst="rect">
              <a:avLst/>
            </a:prstGeom>
            <a:noFill/>
          </p:spPr>
          <p:txBody>
            <a:bodyPr wrap="square" rtlCol="0">
              <a:spAutoFit/>
            </a:bodyPr>
            <a:lstStyle/>
            <a:p>
              <a:r>
                <a:rPr lang="ja-JP" altLang="en-US" sz="1400" dirty="0">
                  <a:latin typeface="Meiryo UI" panose="020B0604030504040204" pitchFamily="50" charset="-128"/>
                  <a:ea typeface="Meiryo UI" panose="020B0604030504040204" pitchFamily="50" charset="-128"/>
                </a:rPr>
                <a:t>▼</a:t>
              </a:r>
              <a:r>
                <a:rPr kumimoji="1" lang="ja-JP" altLang="en-US" sz="1400" dirty="0">
                  <a:latin typeface="Meiryo UI" panose="020B0604030504040204" pitchFamily="50" charset="-128"/>
                  <a:ea typeface="Meiryo UI" panose="020B0604030504040204" pitchFamily="50" charset="-128"/>
                </a:rPr>
                <a:t>運営</a:t>
              </a:r>
              <a:endParaRPr kumimoji="1" lang="en-US" altLang="ja-JP" sz="1400" dirty="0">
                <a:latin typeface="Meiryo UI" panose="020B0604030504040204" pitchFamily="50" charset="-128"/>
                <a:ea typeface="Meiryo UI" panose="020B0604030504040204" pitchFamily="50" charset="-128"/>
              </a:endParaRPr>
            </a:p>
            <a:p>
              <a:r>
                <a:rPr kumimoji="1" lang="ja-JP" altLang="en-US" sz="1400" dirty="0">
                  <a:latin typeface="Meiryo UI" panose="020B0604030504040204" pitchFamily="50" charset="-128"/>
                  <a:ea typeface="Meiryo UI" panose="020B0604030504040204" pitchFamily="50" charset="-128"/>
                </a:rPr>
                <a:t>委員会</a:t>
              </a:r>
            </a:p>
          </p:txBody>
        </p:sp>
        <p:sp>
          <p:nvSpPr>
            <p:cNvPr id="12" name="テキスト ボックス 11">
              <a:extLst>
                <a:ext uri="{FF2B5EF4-FFF2-40B4-BE49-F238E27FC236}">
                  <a16:creationId xmlns:a16="http://schemas.microsoft.com/office/drawing/2014/main" id="{65D64010-D0A6-6A4C-915E-DDF8EBD78B3C}"/>
                </a:ext>
              </a:extLst>
            </p:cNvPr>
            <p:cNvSpPr txBox="1"/>
            <p:nvPr/>
          </p:nvSpPr>
          <p:spPr>
            <a:xfrm>
              <a:off x="8995596" y="2347975"/>
              <a:ext cx="778626" cy="523220"/>
            </a:xfrm>
            <a:prstGeom prst="rect">
              <a:avLst/>
            </a:prstGeom>
            <a:noFill/>
          </p:spPr>
          <p:txBody>
            <a:bodyPr wrap="square" rtlCol="0">
              <a:spAutoFit/>
            </a:bodyPr>
            <a:lstStyle/>
            <a:p>
              <a:r>
                <a:rPr kumimoji="1" lang="ja-JP" altLang="en-US" sz="1400" dirty="0">
                  <a:latin typeface="Meiryo UI" panose="020B0604030504040204" pitchFamily="50" charset="-128"/>
                  <a:ea typeface="Meiryo UI" panose="020B0604030504040204" pitchFamily="50" charset="-128"/>
                </a:rPr>
                <a:t>運営▼</a:t>
              </a:r>
              <a:endParaRPr kumimoji="1" lang="en-US" altLang="ja-JP" sz="1400" dirty="0">
                <a:latin typeface="Meiryo UI" panose="020B0604030504040204" pitchFamily="50" charset="-128"/>
                <a:ea typeface="Meiryo UI" panose="020B0604030504040204" pitchFamily="50" charset="-128"/>
              </a:endParaRPr>
            </a:p>
            <a:p>
              <a:r>
                <a:rPr kumimoji="1" lang="ja-JP" altLang="en-US" sz="1400" dirty="0">
                  <a:latin typeface="Meiryo UI" panose="020B0604030504040204" pitchFamily="50" charset="-128"/>
                  <a:ea typeface="Meiryo UI" panose="020B0604030504040204" pitchFamily="50" charset="-128"/>
                </a:rPr>
                <a:t>委員会</a:t>
              </a:r>
            </a:p>
          </p:txBody>
        </p:sp>
      </p:grpSp>
      <p:sp>
        <p:nvSpPr>
          <p:cNvPr id="16" name="テキスト ボックス 15">
            <a:extLst>
              <a:ext uri="{FF2B5EF4-FFF2-40B4-BE49-F238E27FC236}">
                <a16:creationId xmlns:a16="http://schemas.microsoft.com/office/drawing/2014/main" id="{CFB5CD11-1BF9-CF61-0CE2-FA4F17A672B7}"/>
              </a:ext>
            </a:extLst>
          </p:cNvPr>
          <p:cNvSpPr txBox="1"/>
          <p:nvPr/>
        </p:nvSpPr>
        <p:spPr>
          <a:xfrm>
            <a:off x="4082777" y="3000731"/>
            <a:ext cx="1805413" cy="307777"/>
          </a:xfrm>
          <a:prstGeom prst="rect">
            <a:avLst/>
          </a:prstGeom>
          <a:noFill/>
        </p:spPr>
        <p:txBody>
          <a:bodyPr wrap="square" rtlCol="0">
            <a:spAutoFit/>
          </a:bodyPr>
          <a:lstStyle/>
          <a:p>
            <a:r>
              <a:rPr lang="ja-JP" altLang="en-US" sz="1400" dirty="0">
                <a:latin typeface="Meiryo UI" panose="020B0604030504040204" pitchFamily="50" charset="-128"/>
                <a:ea typeface="Meiryo UI" panose="020B0604030504040204" pitchFamily="50" charset="-128"/>
              </a:rPr>
              <a:t>▼</a:t>
            </a:r>
            <a:r>
              <a:rPr kumimoji="1" lang="en-US" altLang="ja-JP" sz="1400" dirty="0">
                <a:latin typeface="Meiryo UI" panose="020B0604030504040204" pitchFamily="50" charset="-128"/>
                <a:ea typeface="Meiryo UI" panose="020B0604030504040204" pitchFamily="50" charset="-128"/>
              </a:rPr>
              <a:t>GO/NO GO</a:t>
            </a:r>
            <a:r>
              <a:rPr kumimoji="1" lang="ja-JP" altLang="en-US" sz="1400" dirty="0">
                <a:latin typeface="Meiryo UI" panose="020B0604030504040204" pitchFamily="50" charset="-128"/>
                <a:ea typeface="Meiryo UI" panose="020B0604030504040204" pitchFamily="50" charset="-128"/>
              </a:rPr>
              <a:t>判断</a:t>
            </a:r>
          </a:p>
        </p:txBody>
      </p:sp>
      <p:sp>
        <p:nvSpPr>
          <p:cNvPr id="19" name="テキスト ボックス 18">
            <a:extLst>
              <a:ext uri="{FF2B5EF4-FFF2-40B4-BE49-F238E27FC236}">
                <a16:creationId xmlns:a16="http://schemas.microsoft.com/office/drawing/2014/main" id="{993BD097-B76B-BE23-0736-DD3C316C5668}"/>
              </a:ext>
            </a:extLst>
          </p:cNvPr>
          <p:cNvSpPr txBox="1"/>
          <p:nvPr/>
        </p:nvSpPr>
        <p:spPr>
          <a:xfrm>
            <a:off x="8055528" y="3018054"/>
            <a:ext cx="1655785" cy="307777"/>
          </a:xfrm>
          <a:prstGeom prst="rect">
            <a:avLst/>
          </a:prstGeom>
          <a:noFill/>
        </p:spPr>
        <p:txBody>
          <a:bodyPr wrap="square" rtlCol="0">
            <a:spAutoFit/>
          </a:bodyPr>
          <a:lstStyle/>
          <a:p>
            <a:r>
              <a:rPr lang="ja-JP" altLang="en-US" sz="1400" dirty="0">
                <a:latin typeface="Meiryo UI" panose="020B0604030504040204" pitchFamily="50" charset="-128"/>
                <a:ea typeface="Meiryo UI" panose="020B0604030504040204" pitchFamily="50" charset="-128"/>
              </a:rPr>
              <a:t>▼</a:t>
            </a:r>
            <a:r>
              <a:rPr kumimoji="1" lang="ja-JP" altLang="en-US" sz="1400" dirty="0">
                <a:latin typeface="Meiryo UI" panose="020B0604030504040204" pitchFamily="50" charset="-128"/>
                <a:ea typeface="Meiryo UI" panose="020B0604030504040204" pitchFamily="50" charset="-128"/>
              </a:rPr>
              <a:t>クラブへの案内</a:t>
            </a:r>
          </a:p>
        </p:txBody>
      </p:sp>
      <p:sp>
        <p:nvSpPr>
          <p:cNvPr id="20" name="テキスト ボックス 19">
            <a:extLst>
              <a:ext uri="{FF2B5EF4-FFF2-40B4-BE49-F238E27FC236}">
                <a16:creationId xmlns:a16="http://schemas.microsoft.com/office/drawing/2014/main" id="{BD95CED1-2C0F-A5AF-9886-3EB2D552217C}"/>
              </a:ext>
            </a:extLst>
          </p:cNvPr>
          <p:cNvSpPr txBox="1"/>
          <p:nvPr/>
        </p:nvSpPr>
        <p:spPr>
          <a:xfrm>
            <a:off x="9909019" y="3029102"/>
            <a:ext cx="1655785" cy="307777"/>
          </a:xfrm>
          <a:prstGeom prst="rect">
            <a:avLst/>
          </a:prstGeom>
          <a:noFill/>
        </p:spPr>
        <p:txBody>
          <a:bodyPr wrap="square" rtlCol="0">
            <a:spAutoFit/>
          </a:bodyPr>
          <a:lstStyle/>
          <a:p>
            <a:r>
              <a:rPr lang="ja-JP" altLang="en-US" sz="1400" dirty="0">
                <a:latin typeface="Meiryo UI" panose="020B0604030504040204" pitchFamily="50" charset="-128"/>
                <a:ea typeface="Meiryo UI" panose="020B0604030504040204" pitchFamily="50" charset="-128"/>
              </a:rPr>
              <a:t>▼</a:t>
            </a:r>
            <a:r>
              <a:rPr kumimoji="1" lang="ja-JP" altLang="en-US" sz="1400" dirty="0">
                <a:latin typeface="Meiryo UI" panose="020B0604030504040204" pitchFamily="50" charset="-128"/>
                <a:ea typeface="Meiryo UI" panose="020B0604030504040204" pitchFamily="50" charset="-128"/>
              </a:rPr>
              <a:t>選手への案内</a:t>
            </a:r>
          </a:p>
        </p:txBody>
      </p:sp>
      <p:sp>
        <p:nvSpPr>
          <p:cNvPr id="6" name="矢印: 右 5">
            <a:extLst>
              <a:ext uri="{FF2B5EF4-FFF2-40B4-BE49-F238E27FC236}">
                <a16:creationId xmlns:a16="http://schemas.microsoft.com/office/drawing/2014/main" id="{6C7F3365-CAE1-AC82-25A1-87D0D7EA4643}"/>
              </a:ext>
            </a:extLst>
          </p:cNvPr>
          <p:cNvSpPr/>
          <p:nvPr/>
        </p:nvSpPr>
        <p:spPr>
          <a:xfrm>
            <a:off x="2618508" y="3350161"/>
            <a:ext cx="1604628" cy="669929"/>
          </a:xfrm>
          <a:prstGeom prst="rightArrow">
            <a:avLst>
              <a:gd name="adj1" fmla="val 100000"/>
              <a:gd name="adj2" fmla="val 22702"/>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b="1" dirty="0">
                <a:latin typeface="Meiryo UI" panose="020B0604030504040204" pitchFamily="50" charset="-128"/>
                <a:ea typeface="Meiryo UI" panose="020B0604030504040204" pitchFamily="50" charset="-128"/>
              </a:rPr>
              <a:t>仕様立案</a:t>
            </a:r>
          </a:p>
        </p:txBody>
      </p:sp>
      <p:sp>
        <p:nvSpPr>
          <p:cNvPr id="13" name="矢印: 右 12">
            <a:extLst>
              <a:ext uri="{FF2B5EF4-FFF2-40B4-BE49-F238E27FC236}">
                <a16:creationId xmlns:a16="http://schemas.microsoft.com/office/drawing/2014/main" id="{B0D19668-511A-4B3C-113A-573FE6B3049D}"/>
              </a:ext>
            </a:extLst>
          </p:cNvPr>
          <p:cNvSpPr/>
          <p:nvPr/>
        </p:nvSpPr>
        <p:spPr>
          <a:xfrm>
            <a:off x="4421411" y="3350161"/>
            <a:ext cx="3757609" cy="669929"/>
          </a:xfrm>
          <a:prstGeom prst="rightArrow">
            <a:avLst>
              <a:gd name="adj1" fmla="val 100000"/>
              <a:gd name="adj2" fmla="val 22702"/>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b="1" dirty="0">
                <a:latin typeface="Meiryo UI" panose="020B0604030504040204" pitchFamily="50" charset="-128"/>
                <a:ea typeface="Meiryo UI" panose="020B0604030504040204" pitchFamily="50" charset="-128"/>
              </a:rPr>
              <a:t>システム</a:t>
            </a:r>
            <a:r>
              <a:rPr lang="ja-JP" altLang="en-US" b="1" dirty="0">
                <a:latin typeface="Meiryo UI" panose="020B0604030504040204" pitchFamily="50" charset="-128"/>
                <a:ea typeface="Meiryo UI" panose="020B0604030504040204" pitchFamily="50" charset="-128"/>
              </a:rPr>
              <a:t>　仕様検討</a:t>
            </a:r>
            <a:r>
              <a:rPr lang="en-US" altLang="ja-JP" b="1" dirty="0">
                <a:latin typeface="Meiryo UI" panose="020B0604030504040204" pitchFamily="50" charset="-128"/>
                <a:ea typeface="Meiryo UI" panose="020B0604030504040204" pitchFamily="50" charset="-128"/>
              </a:rPr>
              <a:t>/</a:t>
            </a:r>
            <a:r>
              <a:rPr kumimoji="1" lang="ja-JP" altLang="en-US" b="1" dirty="0">
                <a:latin typeface="Meiryo UI" panose="020B0604030504040204" pitchFamily="50" charset="-128"/>
                <a:ea typeface="Meiryo UI" panose="020B0604030504040204" pitchFamily="50" charset="-128"/>
              </a:rPr>
              <a:t>作成</a:t>
            </a:r>
          </a:p>
        </p:txBody>
      </p:sp>
      <p:sp>
        <p:nvSpPr>
          <p:cNvPr id="17" name="矢印: 右 16">
            <a:extLst>
              <a:ext uri="{FF2B5EF4-FFF2-40B4-BE49-F238E27FC236}">
                <a16:creationId xmlns:a16="http://schemas.microsoft.com/office/drawing/2014/main" id="{C733D595-3DFE-2247-9099-DC803ABB8A4B}"/>
              </a:ext>
            </a:extLst>
          </p:cNvPr>
          <p:cNvSpPr/>
          <p:nvPr/>
        </p:nvSpPr>
        <p:spPr>
          <a:xfrm>
            <a:off x="8695115" y="3365250"/>
            <a:ext cx="1478394" cy="669929"/>
          </a:xfrm>
          <a:prstGeom prst="rightArrow">
            <a:avLst>
              <a:gd name="adj1" fmla="val 100000"/>
              <a:gd name="adj2" fmla="val 22702"/>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ja-JP" altLang="en-US" b="1" dirty="0">
                <a:latin typeface="Meiryo UI" panose="020B0604030504040204" pitchFamily="50" charset="-128"/>
                <a:ea typeface="Meiryo UI" panose="020B0604030504040204" pitchFamily="50" charset="-128"/>
              </a:rPr>
              <a:t>クラブ</a:t>
            </a:r>
            <a:endParaRPr lang="en-US" altLang="ja-JP" b="1" dirty="0">
              <a:latin typeface="Meiryo UI" panose="020B0604030504040204" pitchFamily="50" charset="-128"/>
              <a:ea typeface="Meiryo UI" panose="020B0604030504040204" pitchFamily="50" charset="-128"/>
            </a:endParaRPr>
          </a:p>
          <a:p>
            <a:pPr algn="ctr"/>
            <a:r>
              <a:rPr lang="ja-JP" altLang="en-US" b="1" dirty="0">
                <a:latin typeface="Meiryo UI" panose="020B0604030504040204" pitchFamily="50" charset="-128"/>
                <a:ea typeface="Meiryo UI" panose="020B0604030504040204" pitchFamily="50" charset="-128"/>
              </a:rPr>
              <a:t>正会員登録</a:t>
            </a:r>
            <a:endParaRPr kumimoji="1" lang="ja-JP" altLang="en-US" b="1" dirty="0">
              <a:latin typeface="Meiryo UI" panose="020B0604030504040204" pitchFamily="50" charset="-128"/>
              <a:ea typeface="Meiryo UI" panose="020B0604030504040204" pitchFamily="50" charset="-128"/>
            </a:endParaRPr>
          </a:p>
        </p:txBody>
      </p:sp>
      <p:sp>
        <p:nvSpPr>
          <p:cNvPr id="18" name="矢印: 右 17">
            <a:extLst>
              <a:ext uri="{FF2B5EF4-FFF2-40B4-BE49-F238E27FC236}">
                <a16:creationId xmlns:a16="http://schemas.microsoft.com/office/drawing/2014/main" id="{3F1DF017-9FAB-8C00-DC60-CE7F3A505587}"/>
              </a:ext>
            </a:extLst>
          </p:cNvPr>
          <p:cNvSpPr/>
          <p:nvPr/>
        </p:nvSpPr>
        <p:spPr>
          <a:xfrm>
            <a:off x="10268267" y="3365250"/>
            <a:ext cx="937290" cy="669929"/>
          </a:xfrm>
          <a:prstGeom prst="rightArrow">
            <a:avLst>
              <a:gd name="adj1" fmla="val 100000"/>
              <a:gd name="adj2" fmla="val 22702"/>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b="1" dirty="0">
                <a:latin typeface="Meiryo UI" panose="020B0604030504040204" pitchFamily="50" charset="-128"/>
                <a:ea typeface="Meiryo UI" panose="020B0604030504040204" pitchFamily="50" charset="-128"/>
              </a:rPr>
              <a:t>選手登録</a:t>
            </a:r>
          </a:p>
        </p:txBody>
      </p:sp>
      <p:sp>
        <p:nvSpPr>
          <p:cNvPr id="21" name="矢印: 右 20">
            <a:extLst>
              <a:ext uri="{FF2B5EF4-FFF2-40B4-BE49-F238E27FC236}">
                <a16:creationId xmlns:a16="http://schemas.microsoft.com/office/drawing/2014/main" id="{752DA42A-E9A7-045A-C541-1EF3455FC70D}"/>
              </a:ext>
            </a:extLst>
          </p:cNvPr>
          <p:cNvSpPr/>
          <p:nvPr/>
        </p:nvSpPr>
        <p:spPr>
          <a:xfrm>
            <a:off x="8434144" y="4848393"/>
            <a:ext cx="1420133" cy="523220"/>
          </a:xfrm>
          <a:prstGeom prst="rightArrow">
            <a:avLst>
              <a:gd name="adj1" fmla="val 100000"/>
              <a:gd name="adj2" fmla="val 22702"/>
            </a:avLst>
          </a:prstGeom>
        </p:spPr>
        <p:style>
          <a:lnRef idx="2">
            <a:schemeClr val="accent1">
              <a:shade val="15000"/>
            </a:schemeClr>
          </a:lnRef>
          <a:fillRef idx="1">
            <a:schemeClr val="accent1"/>
          </a:fillRef>
          <a:effectRef idx="0">
            <a:schemeClr val="accent1"/>
          </a:effectRef>
          <a:fontRef idx="minor">
            <a:schemeClr val="lt1"/>
          </a:fontRef>
        </p:style>
        <p:txBody>
          <a:bodyPr wrap="none" rtlCol="0" anchor="ctr">
            <a:noAutofit/>
          </a:bodyPr>
          <a:lstStyle/>
          <a:p>
            <a:pPr algn="ctr"/>
            <a:r>
              <a:rPr lang="en-US" altLang="ja-JP" sz="1400" b="1" dirty="0">
                <a:latin typeface="Meiryo UI" panose="020B0604030504040204" pitchFamily="50" charset="-128"/>
                <a:ea typeface="Meiryo UI" panose="020B0604030504040204" pitchFamily="50" charset="-128"/>
              </a:rPr>
              <a:t>HP</a:t>
            </a:r>
            <a:r>
              <a:rPr lang="ja-JP" altLang="en-US" sz="1400" b="1" dirty="0">
                <a:latin typeface="Meiryo UI" panose="020B0604030504040204" pitchFamily="50" charset="-128"/>
                <a:ea typeface="Meiryo UI" panose="020B0604030504040204" pitchFamily="50" charset="-128"/>
              </a:rPr>
              <a:t>機能の</a:t>
            </a:r>
            <a:endParaRPr lang="en-US" altLang="ja-JP" sz="1400" b="1" dirty="0">
              <a:latin typeface="Meiryo UI" panose="020B0604030504040204" pitchFamily="50" charset="-128"/>
              <a:ea typeface="Meiryo UI" panose="020B0604030504040204" pitchFamily="50" charset="-128"/>
            </a:endParaRPr>
          </a:p>
          <a:p>
            <a:pPr algn="ctr"/>
            <a:r>
              <a:rPr lang="ja-JP" altLang="en-US" sz="1400" b="1" dirty="0">
                <a:latin typeface="Meiryo UI" panose="020B0604030504040204" pitchFamily="50" charset="-128"/>
                <a:ea typeface="Meiryo UI" panose="020B0604030504040204" pitchFamily="50" charset="-128"/>
              </a:rPr>
              <a:t>ポータルへの移転</a:t>
            </a:r>
            <a:endParaRPr kumimoji="1" lang="ja-JP" altLang="en-US" sz="1400" b="1" dirty="0">
              <a:latin typeface="Meiryo UI" panose="020B0604030504040204" pitchFamily="50" charset="-128"/>
              <a:ea typeface="Meiryo UI" panose="020B0604030504040204" pitchFamily="50" charset="-128"/>
            </a:endParaRPr>
          </a:p>
        </p:txBody>
      </p:sp>
      <p:sp>
        <p:nvSpPr>
          <p:cNvPr id="22" name="矢印: 右 21">
            <a:extLst>
              <a:ext uri="{FF2B5EF4-FFF2-40B4-BE49-F238E27FC236}">
                <a16:creationId xmlns:a16="http://schemas.microsoft.com/office/drawing/2014/main" id="{87402780-9D3F-48A2-DE03-197A8151B991}"/>
              </a:ext>
            </a:extLst>
          </p:cNvPr>
          <p:cNvSpPr/>
          <p:nvPr/>
        </p:nvSpPr>
        <p:spPr>
          <a:xfrm>
            <a:off x="6242858" y="4848392"/>
            <a:ext cx="1936162" cy="523219"/>
          </a:xfrm>
          <a:prstGeom prst="rightArrow">
            <a:avLst>
              <a:gd name="adj1" fmla="val 100000"/>
              <a:gd name="adj2" fmla="val 22702"/>
            </a:avLst>
          </a:prstGeom>
        </p:spPr>
        <p:style>
          <a:lnRef idx="2">
            <a:schemeClr val="accent1">
              <a:shade val="15000"/>
            </a:schemeClr>
          </a:lnRef>
          <a:fillRef idx="1">
            <a:schemeClr val="accent1"/>
          </a:fillRef>
          <a:effectRef idx="0">
            <a:schemeClr val="accent1"/>
          </a:effectRef>
          <a:fontRef idx="minor">
            <a:schemeClr val="lt1"/>
          </a:fontRef>
        </p:style>
        <p:txBody>
          <a:bodyPr wrap="none" rtlCol="0" anchor="ctr">
            <a:noAutofit/>
          </a:bodyPr>
          <a:lstStyle/>
          <a:p>
            <a:pPr algn="ctr"/>
            <a:r>
              <a:rPr lang="en-US" altLang="ja-JP" sz="1400" b="1" dirty="0">
                <a:latin typeface="Meiryo UI" panose="020B0604030504040204" pitchFamily="50" charset="-128"/>
                <a:ea typeface="Meiryo UI" panose="020B0604030504040204" pitchFamily="50" charset="-128"/>
              </a:rPr>
              <a:t>27</a:t>
            </a:r>
            <a:r>
              <a:rPr lang="ja-JP" altLang="en-US" sz="1400" b="1" dirty="0">
                <a:latin typeface="Meiryo UI" panose="020B0604030504040204" pitchFamily="50" charset="-128"/>
                <a:ea typeface="Meiryo UI" panose="020B0604030504040204" pitchFamily="50" charset="-128"/>
              </a:rPr>
              <a:t>年度</a:t>
            </a:r>
            <a:endParaRPr lang="en-US" altLang="ja-JP" sz="1400" b="1" dirty="0">
              <a:latin typeface="Meiryo UI" panose="020B0604030504040204" pitchFamily="50" charset="-128"/>
              <a:ea typeface="Meiryo UI" panose="020B0604030504040204" pitchFamily="50" charset="-128"/>
            </a:endParaRPr>
          </a:p>
          <a:p>
            <a:pPr algn="ctr"/>
            <a:r>
              <a:rPr lang="ja-JP" altLang="en-US" sz="1400" b="1" dirty="0">
                <a:latin typeface="Meiryo UI" panose="020B0604030504040204" pitchFamily="50" charset="-128"/>
                <a:ea typeface="Meiryo UI" panose="020B0604030504040204" pitchFamily="50" charset="-128"/>
              </a:rPr>
              <a:t>ハンドブックの作成</a:t>
            </a:r>
            <a:endParaRPr kumimoji="1" lang="ja-JP" altLang="en-US" sz="1400" b="1" dirty="0">
              <a:latin typeface="Meiryo UI" panose="020B0604030504040204" pitchFamily="50" charset="-128"/>
              <a:ea typeface="Meiryo UI" panose="020B0604030504040204" pitchFamily="50" charset="-128"/>
            </a:endParaRPr>
          </a:p>
        </p:txBody>
      </p:sp>
      <p:sp>
        <p:nvSpPr>
          <p:cNvPr id="23" name="矢印: 右 22">
            <a:extLst>
              <a:ext uri="{FF2B5EF4-FFF2-40B4-BE49-F238E27FC236}">
                <a16:creationId xmlns:a16="http://schemas.microsoft.com/office/drawing/2014/main" id="{49271209-360A-313B-3F87-76683301FC65}"/>
              </a:ext>
            </a:extLst>
          </p:cNvPr>
          <p:cNvSpPr/>
          <p:nvPr/>
        </p:nvSpPr>
        <p:spPr>
          <a:xfrm>
            <a:off x="4421411" y="4839884"/>
            <a:ext cx="1674590" cy="523220"/>
          </a:xfrm>
          <a:prstGeom prst="rightArrow">
            <a:avLst>
              <a:gd name="adj1" fmla="val 100000"/>
              <a:gd name="adj2" fmla="val 22702"/>
            </a:avLst>
          </a:prstGeom>
        </p:spPr>
        <p:style>
          <a:lnRef idx="2">
            <a:schemeClr val="accent1">
              <a:shade val="15000"/>
            </a:schemeClr>
          </a:lnRef>
          <a:fillRef idx="1">
            <a:schemeClr val="accent1"/>
          </a:fillRef>
          <a:effectRef idx="0">
            <a:schemeClr val="accent1"/>
          </a:effectRef>
          <a:fontRef idx="minor">
            <a:schemeClr val="lt1"/>
          </a:fontRef>
        </p:style>
        <p:txBody>
          <a:bodyPr wrap="none" rtlCol="0" anchor="ctr">
            <a:noAutofit/>
          </a:bodyPr>
          <a:lstStyle/>
          <a:p>
            <a:pPr algn="ctr"/>
            <a:r>
              <a:rPr lang="en-US" altLang="ja-JP" sz="1400" b="1" dirty="0">
                <a:latin typeface="Meiryo UI" panose="020B0604030504040204" pitchFamily="50" charset="-128"/>
                <a:ea typeface="Meiryo UI" panose="020B0604030504040204" pitchFamily="50" charset="-128"/>
              </a:rPr>
              <a:t>27</a:t>
            </a:r>
            <a:r>
              <a:rPr lang="ja-JP" altLang="en-US" sz="1400" b="1" dirty="0">
                <a:latin typeface="Meiryo UI" panose="020B0604030504040204" pitchFamily="50" charset="-128"/>
                <a:ea typeface="Meiryo UI" panose="020B0604030504040204" pitchFamily="50" charset="-128"/>
              </a:rPr>
              <a:t>年度シリーズ規則</a:t>
            </a:r>
            <a:endParaRPr lang="en-US" altLang="ja-JP" sz="1400" b="1" dirty="0">
              <a:latin typeface="Meiryo UI" panose="020B0604030504040204" pitchFamily="50" charset="-128"/>
              <a:ea typeface="Meiryo UI" panose="020B0604030504040204" pitchFamily="50" charset="-128"/>
            </a:endParaRPr>
          </a:p>
          <a:p>
            <a:pPr algn="ctr"/>
            <a:r>
              <a:rPr lang="ja-JP" altLang="en-US" sz="1400" b="1" dirty="0">
                <a:latin typeface="Meiryo UI" panose="020B0604030504040204" pitchFamily="50" charset="-128"/>
                <a:ea typeface="Meiryo UI" panose="020B0604030504040204" pitchFamily="50" charset="-128"/>
              </a:rPr>
              <a:t>の作成・制定</a:t>
            </a:r>
            <a:endParaRPr kumimoji="1" lang="ja-JP" altLang="en-US" sz="1400" b="1" dirty="0">
              <a:latin typeface="Meiryo UI" panose="020B0604030504040204" pitchFamily="50" charset="-128"/>
              <a:ea typeface="Meiryo UI" panose="020B0604030504040204" pitchFamily="50" charset="-128"/>
            </a:endParaRPr>
          </a:p>
        </p:txBody>
      </p:sp>
      <p:grpSp>
        <p:nvGrpSpPr>
          <p:cNvPr id="26" name="グループ化 25">
            <a:extLst>
              <a:ext uri="{FF2B5EF4-FFF2-40B4-BE49-F238E27FC236}">
                <a16:creationId xmlns:a16="http://schemas.microsoft.com/office/drawing/2014/main" id="{339B1E0D-351B-C574-19C5-3B1BAA9C8FAD}"/>
              </a:ext>
            </a:extLst>
          </p:cNvPr>
          <p:cNvGrpSpPr/>
          <p:nvPr/>
        </p:nvGrpSpPr>
        <p:grpSpPr>
          <a:xfrm>
            <a:off x="4137239" y="4309355"/>
            <a:ext cx="6436550" cy="327334"/>
            <a:chOff x="4114046" y="2328418"/>
            <a:chExt cx="5660176" cy="327334"/>
          </a:xfrm>
        </p:grpSpPr>
        <p:sp>
          <p:nvSpPr>
            <p:cNvPr id="27" name="テキスト ボックス 26">
              <a:extLst>
                <a:ext uri="{FF2B5EF4-FFF2-40B4-BE49-F238E27FC236}">
                  <a16:creationId xmlns:a16="http://schemas.microsoft.com/office/drawing/2014/main" id="{43D180CD-F703-7671-CA66-9BEBBFE36879}"/>
                </a:ext>
              </a:extLst>
            </p:cNvPr>
            <p:cNvSpPr txBox="1"/>
            <p:nvPr/>
          </p:nvSpPr>
          <p:spPr>
            <a:xfrm>
              <a:off x="4114046" y="2347974"/>
              <a:ext cx="1539752" cy="307777"/>
            </a:xfrm>
            <a:prstGeom prst="rect">
              <a:avLst/>
            </a:prstGeom>
            <a:noFill/>
          </p:spPr>
          <p:txBody>
            <a:bodyPr wrap="square" rtlCol="0">
              <a:spAutoFit/>
            </a:bodyPr>
            <a:lstStyle/>
            <a:p>
              <a:r>
                <a:rPr lang="ja-JP" altLang="en-US" sz="1400" dirty="0">
                  <a:latin typeface="Meiryo UI" panose="020B0604030504040204" pitchFamily="50" charset="-128"/>
                  <a:ea typeface="Meiryo UI" panose="020B0604030504040204" pitchFamily="50" charset="-128"/>
                </a:rPr>
                <a:t>▼</a:t>
              </a:r>
              <a:r>
                <a:rPr kumimoji="1" lang="en-US" altLang="ja-JP" sz="1400" dirty="0">
                  <a:latin typeface="Meiryo UI" panose="020B0604030504040204" pitchFamily="50" charset="-128"/>
                  <a:ea typeface="Meiryo UI" panose="020B0604030504040204" pitchFamily="50" charset="-128"/>
                </a:rPr>
                <a:t>GO/NO GO</a:t>
              </a:r>
              <a:r>
                <a:rPr kumimoji="1" lang="ja-JP" altLang="en-US" sz="1400" dirty="0">
                  <a:latin typeface="Meiryo UI" panose="020B0604030504040204" pitchFamily="50" charset="-128"/>
                  <a:ea typeface="Meiryo UI" panose="020B0604030504040204" pitchFamily="50" charset="-128"/>
                </a:rPr>
                <a:t>判断</a:t>
              </a:r>
            </a:p>
          </p:txBody>
        </p:sp>
        <p:sp>
          <p:nvSpPr>
            <p:cNvPr id="28" name="テキスト ボックス 27">
              <a:extLst>
                <a:ext uri="{FF2B5EF4-FFF2-40B4-BE49-F238E27FC236}">
                  <a16:creationId xmlns:a16="http://schemas.microsoft.com/office/drawing/2014/main" id="{B3E746C4-C8F4-FFC7-8E7B-505B4173458E}"/>
                </a:ext>
              </a:extLst>
            </p:cNvPr>
            <p:cNvSpPr txBox="1"/>
            <p:nvPr/>
          </p:nvSpPr>
          <p:spPr>
            <a:xfrm>
              <a:off x="6048097" y="2328418"/>
              <a:ext cx="1279833" cy="307777"/>
            </a:xfrm>
            <a:prstGeom prst="rect">
              <a:avLst/>
            </a:prstGeom>
            <a:noFill/>
          </p:spPr>
          <p:txBody>
            <a:bodyPr wrap="square" rtlCol="0">
              <a:spAutoFit/>
            </a:bodyPr>
            <a:lstStyle/>
            <a:p>
              <a:r>
                <a:rPr lang="ja-JP" altLang="en-US" sz="1400" dirty="0">
                  <a:latin typeface="Meiryo UI" panose="020B0604030504040204" pitchFamily="50" charset="-128"/>
                  <a:ea typeface="Meiryo UI" panose="020B0604030504040204" pitchFamily="50" charset="-128"/>
                </a:rPr>
                <a:t>▼規則の承認</a:t>
              </a:r>
              <a:endParaRPr kumimoji="1" lang="ja-JP" altLang="en-US" sz="1400" dirty="0">
                <a:latin typeface="Meiryo UI" panose="020B0604030504040204" pitchFamily="50" charset="-128"/>
                <a:ea typeface="Meiryo UI" panose="020B0604030504040204" pitchFamily="50" charset="-128"/>
              </a:endParaRPr>
            </a:p>
          </p:txBody>
        </p:sp>
        <p:sp>
          <p:nvSpPr>
            <p:cNvPr id="29" name="テキスト ボックス 28">
              <a:extLst>
                <a:ext uri="{FF2B5EF4-FFF2-40B4-BE49-F238E27FC236}">
                  <a16:creationId xmlns:a16="http://schemas.microsoft.com/office/drawing/2014/main" id="{194E41AC-B044-8775-6769-550B95E6BD4A}"/>
                </a:ext>
              </a:extLst>
            </p:cNvPr>
            <p:cNvSpPr txBox="1"/>
            <p:nvPr/>
          </p:nvSpPr>
          <p:spPr>
            <a:xfrm>
              <a:off x="7546405" y="2329675"/>
              <a:ext cx="1639858" cy="307777"/>
            </a:xfrm>
            <a:prstGeom prst="rect">
              <a:avLst/>
            </a:prstGeom>
            <a:noFill/>
          </p:spPr>
          <p:txBody>
            <a:bodyPr wrap="square" rtlCol="0">
              <a:spAutoFit/>
            </a:bodyPr>
            <a:lstStyle/>
            <a:p>
              <a:r>
                <a:rPr lang="ja-JP" altLang="en-US" sz="1400" dirty="0">
                  <a:latin typeface="Meiryo UI" panose="020B0604030504040204" pitchFamily="50" charset="-128"/>
                  <a:ea typeface="Meiryo UI" panose="020B0604030504040204" pitchFamily="50" charset="-128"/>
                </a:rPr>
                <a:t>▼ハンドブックの承認</a:t>
              </a:r>
              <a:endParaRPr kumimoji="1" lang="en-US" altLang="ja-JP" sz="1400" dirty="0">
                <a:latin typeface="Meiryo UI" panose="020B0604030504040204" pitchFamily="50" charset="-128"/>
                <a:ea typeface="Meiryo UI" panose="020B0604030504040204" pitchFamily="50" charset="-128"/>
              </a:endParaRPr>
            </a:p>
          </p:txBody>
        </p:sp>
        <p:sp>
          <p:nvSpPr>
            <p:cNvPr id="30" name="テキスト ボックス 29">
              <a:extLst>
                <a:ext uri="{FF2B5EF4-FFF2-40B4-BE49-F238E27FC236}">
                  <a16:creationId xmlns:a16="http://schemas.microsoft.com/office/drawing/2014/main" id="{C366658B-330D-9F65-C293-41E69B77FB25}"/>
                </a:ext>
              </a:extLst>
            </p:cNvPr>
            <p:cNvSpPr txBox="1"/>
            <p:nvPr/>
          </p:nvSpPr>
          <p:spPr>
            <a:xfrm>
              <a:off x="8995596" y="2347975"/>
              <a:ext cx="778626" cy="307777"/>
            </a:xfrm>
            <a:prstGeom prst="rect">
              <a:avLst/>
            </a:prstGeom>
            <a:noFill/>
          </p:spPr>
          <p:txBody>
            <a:bodyPr wrap="square" rtlCol="0">
              <a:spAutoFit/>
            </a:bodyPr>
            <a:lstStyle/>
            <a:p>
              <a:endParaRPr kumimoji="1" lang="ja-JP" altLang="en-US" sz="1400" dirty="0">
                <a:latin typeface="Meiryo UI" panose="020B0604030504040204" pitchFamily="50" charset="-128"/>
                <a:ea typeface="Meiryo UI" panose="020B0604030504040204" pitchFamily="50" charset="-128"/>
              </a:endParaRPr>
            </a:p>
          </p:txBody>
        </p:sp>
      </p:grpSp>
      <p:cxnSp>
        <p:nvCxnSpPr>
          <p:cNvPr id="7" name="直線コネクタ 6">
            <a:extLst>
              <a:ext uri="{FF2B5EF4-FFF2-40B4-BE49-F238E27FC236}">
                <a16:creationId xmlns:a16="http://schemas.microsoft.com/office/drawing/2014/main" id="{BD48FDE9-5E8A-4D72-1C70-063022CD8C01}"/>
              </a:ext>
            </a:extLst>
          </p:cNvPr>
          <p:cNvCxnSpPr/>
          <p:nvPr/>
        </p:nvCxnSpPr>
        <p:spPr>
          <a:xfrm>
            <a:off x="6336573" y="1873726"/>
            <a:ext cx="0" cy="4871258"/>
          </a:xfrm>
          <a:prstGeom prst="line">
            <a:avLst/>
          </a:prstGeom>
          <a:ln w="25400">
            <a:solidFill>
              <a:srgbClr val="FF0000"/>
            </a:solidFill>
          </a:ln>
        </p:spPr>
        <p:style>
          <a:lnRef idx="1">
            <a:schemeClr val="accent1"/>
          </a:lnRef>
          <a:fillRef idx="0">
            <a:schemeClr val="accent1"/>
          </a:fillRef>
          <a:effectRef idx="0">
            <a:schemeClr val="accent1"/>
          </a:effectRef>
          <a:fontRef idx="minor">
            <a:schemeClr val="tx1"/>
          </a:fontRef>
        </p:style>
      </p:cxnSp>
      <p:sp>
        <p:nvSpPr>
          <p:cNvPr id="8" name="テキスト ボックス 7">
            <a:extLst>
              <a:ext uri="{FF2B5EF4-FFF2-40B4-BE49-F238E27FC236}">
                <a16:creationId xmlns:a16="http://schemas.microsoft.com/office/drawing/2014/main" id="{D4FF2061-D307-1F48-196F-9E80171B1C4E}"/>
              </a:ext>
            </a:extLst>
          </p:cNvPr>
          <p:cNvSpPr txBox="1"/>
          <p:nvPr/>
        </p:nvSpPr>
        <p:spPr>
          <a:xfrm>
            <a:off x="10268267" y="6074416"/>
            <a:ext cx="986381" cy="307777"/>
          </a:xfrm>
          <a:prstGeom prst="rect">
            <a:avLst/>
          </a:prstGeom>
          <a:noFill/>
        </p:spPr>
        <p:txBody>
          <a:bodyPr wrap="square" rtlCol="0">
            <a:spAutoFit/>
          </a:bodyPr>
          <a:lstStyle/>
          <a:p>
            <a:r>
              <a:rPr lang="ja-JP" altLang="en-US" sz="1400" dirty="0">
                <a:latin typeface="Meiryo UI" panose="020B0604030504040204" pitchFamily="50" charset="-128"/>
                <a:ea typeface="Meiryo UI" panose="020B0604030504040204" pitchFamily="50" charset="-128"/>
              </a:rPr>
              <a:t>▼表彰式</a:t>
            </a:r>
            <a:endParaRPr kumimoji="1" lang="ja-JP" altLang="en-US" sz="1400" dirty="0">
              <a:latin typeface="Meiryo UI" panose="020B0604030504040204" pitchFamily="50" charset="-128"/>
              <a:ea typeface="Meiryo UI" panose="020B0604030504040204" pitchFamily="50" charset="-128"/>
            </a:endParaRPr>
          </a:p>
        </p:txBody>
      </p:sp>
      <p:cxnSp>
        <p:nvCxnSpPr>
          <p:cNvPr id="15" name="直線コネクタ 14">
            <a:extLst>
              <a:ext uri="{FF2B5EF4-FFF2-40B4-BE49-F238E27FC236}">
                <a16:creationId xmlns:a16="http://schemas.microsoft.com/office/drawing/2014/main" id="{C84C4FF2-F0D5-CEFD-8182-3CC643E586F8}"/>
              </a:ext>
            </a:extLst>
          </p:cNvPr>
          <p:cNvCxnSpPr/>
          <p:nvPr/>
        </p:nvCxnSpPr>
        <p:spPr>
          <a:xfrm flipH="1">
            <a:off x="479212" y="955964"/>
            <a:ext cx="11166919" cy="5710843"/>
          </a:xfrm>
          <a:prstGeom prst="line">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p:sp>
        <p:nvSpPr>
          <p:cNvPr id="24" name="テキスト ボックス 23">
            <a:extLst>
              <a:ext uri="{FF2B5EF4-FFF2-40B4-BE49-F238E27FC236}">
                <a16:creationId xmlns:a16="http://schemas.microsoft.com/office/drawing/2014/main" id="{18AE0F3A-7CD3-815C-334F-B08529A4AF7B}"/>
              </a:ext>
            </a:extLst>
          </p:cNvPr>
          <p:cNvSpPr txBox="1"/>
          <p:nvPr/>
        </p:nvSpPr>
        <p:spPr>
          <a:xfrm>
            <a:off x="7227688" y="699104"/>
            <a:ext cx="4673363" cy="369332"/>
          </a:xfrm>
          <a:prstGeom prst="rect">
            <a:avLst/>
          </a:prstGeom>
          <a:noFill/>
        </p:spPr>
        <p:txBody>
          <a:bodyPr wrap="square" rtlCol="0">
            <a:spAutoFit/>
          </a:bodyPr>
          <a:lstStyle/>
          <a:p>
            <a:r>
              <a:rPr lang="en-US" altLang="ja-JP" dirty="0">
                <a:latin typeface="Meiryo UI" panose="020B0604030504040204" pitchFamily="50" charset="-128"/>
                <a:ea typeface="Meiryo UI" panose="020B0604030504040204" pitchFamily="50" charset="-128"/>
              </a:rPr>
              <a:t>26</a:t>
            </a:r>
            <a:r>
              <a:rPr lang="ja-JP" altLang="en-US" dirty="0">
                <a:latin typeface="Meiryo UI" panose="020B0604030504040204" pitchFamily="50" charset="-128"/>
                <a:ea typeface="Meiryo UI" panose="020B0604030504040204" pitchFamily="50" charset="-128"/>
              </a:rPr>
              <a:t>年</a:t>
            </a:r>
            <a:r>
              <a:rPr lang="en-US" altLang="ja-JP" dirty="0">
                <a:latin typeface="Meiryo UI" panose="020B0604030504040204" pitchFamily="50" charset="-128"/>
                <a:ea typeface="Meiryo UI" panose="020B0604030504040204" pitchFamily="50" charset="-128"/>
              </a:rPr>
              <a:t>9</a:t>
            </a:r>
            <a:r>
              <a:rPr lang="ja-JP" altLang="en-US" dirty="0">
                <a:latin typeface="Meiryo UI" panose="020B0604030504040204" pitchFamily="50" charset="-128"/>
                <a:ea typeface="Meiryo UI" panose="020B0604030504040204" pitchFamily="50" charset="-128"/>
              </a:rPr>
              <a:t>月</a:t>
            </a:r>
            <a:r>
              <a:rPr lang="en-US" altLang="ja-JP" dirty="0">
                <a:latin typeface="Meiryo UI" panose="020B0604030504040204" pitchFamily="50" charset="-128"/>
                <a:ea typeface="Meiryo UI" panose="020B0604030504040204" pitchFamily="50" charset="-128"/>
              </a:rPr>
              <a:t>26</a:t>
            </a:r>
            <a:r>
              <a:rPr lang="ja-JP" altLang="en-US" dirty="0">
                <a:latin typeface="Meiryo UI" panose="020B0604030504040204" pitchFamily="50" charset="-128"/>
                <a:ea typeface="Meiryo UI" panose="020B0604030504040204" pitchFamily="50" charset="-128"/>
              </a:rPr>
              <a:t>日　日程表更新 ⇒ 次ページ</a:t>
            </a:r>
            <a:endParaRPr lang="en-US" altLang="ja-JP" dirty="0">
              <a:latin typeface="Meiryo UI" panose="020B0604030504040204" pitchFamily="50" charset="-128"/>
              <a:ea typeface="Meiryo UI" panose="020B0604030504040204" pitchFamily="50" charset="-128"/>
            </a:endParaRPr>
          </a:p>
        </p:txBody>
      </p:sp>
    </p:spTree>
    <p:extLst>
      <p:ext uri="{BB962C8B-B14F-4D97-AF65-F5344CB8AC3E}">
        <p14:creationId xmlns:p14="http://schemas.microsoft.com/office/powerpoint/2010/main" val="506422140"/>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53B8536-D298-5FAA-205D-A85E96B674AF}"/>
            </a:ext>
          </a:extLst>
        </p:cNvPr>
        <p:cNvGrpSpPr/>
        <p:nvPr/>
      </p:nvGrpSpPr>
      <p:grpSpPr>
        <a:xfrm>
          <a:off x="0" y="0"/>
          <a:ext cx="0" cy="0"/>
          <a:chOff x="0" y="0"/>
          <a:chExt cx="0" cy="0"/>
        </a:xfrm>
      </p:grpSpPr>
      <p:sp>
        <p:nvSpPr>
          <p:cNvPr id="2" name="テキスト ボックス 1">
            <a:extLst>
              <a:ext uri="{FF2B5EF4-FFF2-40B4-BE49-F238E27FC236}">
                <a16:creationId xmlns:a16="http://schemas.microsoft.com/office/drawing/2014/main" id="{92943C61-140F-1BD7-61F8-1B23A76B2169}"/>
              </a:ext>
            </a:extLst>
          </p:cNvPr>
          <p:cNvSpPr txBox="1"/>
          <p:nvPr/>
        </p:nvSpPr>
        <p:spPr>
          <a:xfrm>
            <a:off x="224291" y="0"/>
            <a:ext cx="11488497" cy="646331"/>
          </a:xfrm>
          <a:prstGeom prst="rect">
            <a:avLst/>
          </a:prstGeom>
          <a:noFill/>
        </p:spPr>
        <p:txBody>
          <a:bodyPr wrap="square" rtlCol="0">
            <a:spAutoFit/>
          </a:bodyPr>
          <a:lstStyle/>
          <a:p>
            <a:r>
              <a:rPr lang="ja-JP" altLang="en-US" sz="3600" dirty="0">
                <a:latin typeface="Meiryo UI" panose="020B0604030504040204" pitchFamily="50" charset="-128"/>
                <a:ea typeface="Meiryo UI" panose="020B0604030504040204" pitchFamily="50" charset="-128"/>
              </a:rPr>
              <a:t>３．</a:t>
            </a:r>
            <a:r>
              <a:rPr lang="en-US" altLang="ja-JP" sz="3600" dirty="0">
                <a:latin typeface="Meiryo UI" panose="020B0604030504040204" pitchFamily="50" charset="-128"/>
                <a:ea typeface="Meiryo UI" panose="020B0604030504040204" pitchFamily="50" charset="-128"/>
              </a:rPr>
              <a:t>JMRC</a:t>
            </a:r>
            <a:r>
              <a:rPr lang="ja-JP" altLang="en-US" sz="3600" dirty="0">
                <a:latin typeface="Meiryo UI" panose="020B0604030504040204" pitchFamily="50" charset="-128"/>
                <a:ea typeface="Meiryo UI" panose="020B0604030504040204" pitchFamily="50" charset="-128"/>
              </a:rPr>
              <a:t>近畿事務局ポータルシステム要件</a:t>
            </a:r>
            <a:endParaRPr kumimoji="1" lang="ja-JP" altLang="en-US" sz="3600" dirty="0">
              <a:latin typeface="Meiryo UI" panose="020B0604030504040204" pitchFamily="50" charset="-128"/>
              <a:ea typeface="Meiryo UI" panose="020B0604030504040204" pitchFamily="50" charset="-128"/>
            </a:endParaRPr>
          </a:p>
        </p:txBody>
      </p:sp>
      <p:sp>
        <p:nvSpPr>
          <p:cNvPr id="3" name="テキスト ボックス 2">
            <a:extLst>
              <a:ext uri="{FF2B5EF4-FFF2-40B4-BE49-F238E27FC236}">
                <a16:creationId xmlns:a16="http://schemas.microsoft.com/office/drawing/2014/main" id="{1A343635-9856-2550-CF6D-42AC34B89067}"/>
              </a:ext>
            </a:extLst>
          </p:cNvPr>
          <p:cNvSpPr txBox="1"/>
          <p:nvPr/>
        </p:nvSpPr>
        <p:spPr>
          <a:xfrm>
            <a:off x="224291" y="783584"/>
            <a:ext cx="4495193" cy="461665"/>
          </a:xfrm>
          <a:prstGeom prst="rect">
            <a:avLst/>
          </a:prstGeom>
          <a:noFill/>
        </p:spPr>
        <p:txBody>
          <a:bodyPr wrap="square" rtlCol="0">
            <a:spAutoFit/>
          </a:bodyPr>
          <a:lstStyle/>
          <a:p>
            <a:r>
              <a:rPr kumimoji="1" lang="ja-JP" altLang="en-US" sz="2400" dirty="0">
                <a:latin typeface="Meiryo UI" panose="020B0604030504040204" pitchFamily="50" charset="-128"/>
                <a:ea typeface="Meiryo UI" panose="020B0604030504040204" pitchFamily="50" charset="-128"/>
              </a:rPr>
              <a:t>（３）推進日程　変更案</a:t>
            </a:r>
            <a:endParaRPr lang="en-US" altLang="ja-JP" sz="2400" dirty="0">
              <a:latin typeface="Meiryo UI" panose="020B0604030504040204" pitchFamily="50" charset="-128"/>
              <a:ea typeface="Meiryo UI" panose="020B0604030504040204" pitchFamily="50" charset="-128"/>
            </a:endParaRPr>
          </a:p>
        </p:txBody>
      </p:sp>
      <p:graphicFrame>
        <p:nvGraphicFramePr>
          <p:cNvPr id="5" name="表 4">
            <a:extLst>
              <a:ext uri="{FF2B5EF4-FFF2-40B4-BE49-F238E27FC236}">
                <a16:creationId xmlns:a16="http://schemas.microsoft.com/office/drawing/2014/main" id="{34D5773B-4ACD-89CB-00D9-275935A88B0D}"/>
              </a:ext>
            </a:extLst>
          </p:cNvPr>
          <p:cNvGraphicFramePr>
            <a:graphicFrameLocks noGrp="1"/>
          </p:cNvGraphicFramePr>
          <p:nvPr>
            <p:extLst>
              <p:ext uri="{D42A27DB-BD31-4B8C-83A1-F6EECF244321}">
                <p14:modId xmlns:p14="http://schemas.microsoft.com/office/powerpoint/2010/main" val="1443439282"/>
              </p:ext>
            </p:extLst>
          </p:nvPr>
        </p:nvGraphicFramePr>
        <p:xfrm>
          <a:off x="731519" y="1312779"/>
          <a:ext cx="10474039" cy="5461647"/>
        </p:xfrm>
        <a:graphic>
          <a:graphicData uri="http://schemas.openxmlformats.org/drawingml/2006/table">
            <a:tbl>
              <a:tblPr firstRow="1">
                <a:tableStyleId>{5C22544A-7EE6-4342-B048-85BDC9FD1C3A}</a:tableStyleId>
              </a:tblPr>
              <a:tblGrid>
                <a:gridCol w="1809973">
                  <a:extLst>
                    <a:ext uri="{9D8B030D-6E8A-4147-A177-3AD203B41FA5}">
                      <a16:colId xmlns:a16="http://schemas.microsoft.com/office/drawing/2014/main" val="3139049056"/>
                    </a:ext>
                  </a:extLst>
                </a:gridCol>
                <a:gridCol w="962674">
                  <a:extLst>
                    <a:ext uri="{9D8B030D-6E8A-4147-A177-3AD203B41FA5}">
                      <a16:colId xmlns:a16="http://schemas.microsoft.com/office/drawing/2014/main" val="1253697898"/>
                    </a:ext>
                  </a:extLst>
                </a:gridCol>
                <a:gridCol w="962674">
                  <a:extLst>
                    <a:ext uri="{9D8B030D-6E8A-4147-A177-3AD203B41FA5}">
                      <a16:colId xmlns:a16="http://schemas.microsoft.com/office/drawing/2014/main" val="1243339930"/>
                    </a:ext>
                  </a:extLst>
                </a:gridCol>
                <a:gridCol w="962674">
                  <a:extLst>
                    <a:ext uri="{9D8B030D-6E8A-4147-A177-3AD203B41FA5}">
                      <a16:colId xmlns:a16="http://schemas.microsoft.com/office/drawing/2014/main" val="600200607"/>
                    </a:ext>
                  </a:extLst>
                </a:gridCol>
                <a:gridCol w="962674">
                  <a:extLst>
                    <a:ext uri="{9D8B030D-6E8A-4147-A177-3AD203B41FA5}">
                      <a16:colId xmlns:a16="http://schemas.microsoft.com/office/drawing/2014/main" val="3989355331"/>
                    </a:ext>
                  </a:extLst>
                </a:gridCol>
                <a:gridCol w="962674">
                  <a:extLst>
                    <a:ext uri="{9D8B030D-6E8A-4147-A177-3AD203B41FA5}">
                      <a16:colId xmlns:a16="http://schemas.microsoft.com/office/drawing/2014/main" val="2576481672"/>
                    </a:ext>
                  </a:extLst>
                </a:gridCol>
                <a:gridCol w="962674">
                  <a:extLst>
                    <a:ext uri="{9D8B030D-6E8A-4147-A177-3AD203B41FA5}">
                      <a16:colId xmlns:a16="http://schemas.microsoft.com/office/drawing/2014/main" val="670716050"/>
                    </a:ext>
                  </a:extLst>
                </a:gridCol>
                <a:gridCol w="962674">
                  <a:extLst>
                    <a:ext uri="{9D8B030D-6E8A-4147-A177-3AD203B41FA5}">
                      <a16:colId xmlns:a16="http://schemas.microsoft.com/office/drawing/2014/main" val="2365230711"/>
                    </a:ext>
                  </a:extLst>
                </a:gridCol>
                <a:gridCol w="962674">
                  <a:extLst>
                    <a:ext uri="{9D8B030D-6E8A-4147-A177-3AD203B41FA5}">
                      <a16:colId xmlns:a16="http://schemas.microsoft.com/office/drawing/2014/main" val="3415834017"/>
                    </a:ext>
                  </a:extLst>
                </a:gridCol>
                <a:gridCol w="962674">
                  <a:extLst>
                    <a:ext uri="{9D8B030D-6E8A-4147-A177-3AD203B41FA5}">
                      <a16:colId xmlns:a16="http://schemas.microsoft.com/office/drawing/2014/main" val="2870847221"/>
                    </a:ext>
                  </a:extLst>
                </a:gridCol>
              </a:tblGrid>
              <a:tr h="477148">
                <a:tc>
                  <a:txBody>
                    <a:bodyPr/>
                    <a:lstStyle/>
                    <a:p>
                      <a:pPr algn="ctr"/>
                      <a:endParaRPr kumimoji="1" lang="ja-JP" altLang="en-US" sz="1800" dirty="0">
                        <a:latin typeface="Meiryo UI" panose="020B0604030504040204" pitchFamily="50" charset="-128"/>
                        <a:ea typeface="Meiryo UI" panose="020B0604030504040204" pitchFamily="50" charset="-128"/>
                      </a:endParaRPr>
                    </a:p>
                  </a:txBody>
                  <a:tcPr/>
                </a:tc>
                <a:tc gridSpan="6">
                  <a:txBody>
                    <a:bodyPr/>
                    <a:lstStyle/>
                    <a:p>
                      <a:pPr algn="ctr"/>
                      <a:r>
                        <a:rPr kumimoji="1" lang="en-US" altLang="ja-JP" sz="1800" dirty="0"/>
                        <a:t>2026</a:t>
                      </a:r>
                      <a:r>
                        <a:rPr kumimoji="1" lang="ja-JP" altLang="en-US" sz="1800" dirty="0"/>
                        <a:t>年</a:t>
                      </a:r>
                    </a:p>
                  </a:txBody>
                  <a:tcPr anchor="ctr">
                    <a:lnR w="12700" cap="flat" cmpd="sng" algn="ctr">
                      <a:solidFill>
                        <a:schemeClr val="bg1"/>
                      </a:solidFill>
                      <a:prstDash val="solid"/>
                      <a:round/>
                      <a:headEnd type="none" w="med" len="med"/>
                      <a:tailEnd type="none" w="med" len="med"/>
                    </a:lnR>
                  </a:tcPr>
                </a:tc>
                <a:tc hMerge="1">
                  <a:txBody>
                    <a:bodyPr/>
                    <a:lstStyle/>
                    <a:p>
                      <a:pPr algn="ctr"/>
                      <a:endParaRPr kumimoji="1" lang="ja-JP" altLang="en-US" sz="1800" dirty="0"/>
                    </a:p>
                  </a:txBody>
                  <a:tcPr anchor="ctr"/>
                </a:tc>
                <a:tc hMerge="1">
                  <a:txBody>
                    <a:bodyPr/>
                    <a:lstStyle/>
                    <a:p>
                      <a:pPr algn="ctr"/>
                      <a:endParaRPr kumimoji="1" lang="ja-JP" altLang="en-US" sz="1800" dirty="0"/>
                    </a:p>
                  </a:txBody>
                  <a:tcPr anchor="ctr"/>
                </a:tc>
                <a:tc hMerge="1">
                  <a:txBody>
                    <a:bodyPr/>
                    <a:lstStyle/>
                    <a:p>
                      <a:pPr algn="ctr"/>
                      <a:endParaRPr kumimoji="1" lang="ja-JP" altLang="en-US" sz="1800" dirty="0"/>
                    </a:p>
                  </a:txBody>
                  <a:tcPr anchor="ctr"/>
                </a:tc>
                <a:tc hMerge="1">
                  <a:txBody>
                    <a:bodyPr/>
                    <a:lstStyle/>
                    <a:p>
                      <a:pPr algn="ctr"/>
                      <a:endParaRPr kumimoji="1" lang="ja-JP" altLang="en-US" sz="1800" dirty="0"/>
                    </a:p>
                  </a:txBody>
                  <a:tcPr anchor="ctr"/>
                </a:tc>
                <a:tc hMerge="1">
                  <a:txBody>
                    <a:bodyPr/>
                    <a:lstStyle/>
                    <a:p>
                      <a:pPr algn="ctr"/>
                      <a:endParaRPr kumimoji="1" lang="ja-JP" altLang="en-US" sz="1800" dirty="0"/>
                    </a:p>
                  </a:txBody>
                  <a:tcPr anchor="ctr"/>
                </a:tc>
                <a:tc gridSpan="3">
                  <a:txBody>
                    <a:bodyPr/>
                    <a:lstStyle/>
                    <a:p>
                      <a:pPr algn="ctr"/>
                      <a:r>
                        <a:rPr kumimoji="1" lang="en-US" altLang="ja-JP" sz="1800" dirty="0">
                          <a:latin typeface="Meiryo UI" panose="020B0604030504040204" pitchFamily="50" charset="-128"/>
                          <a:ea typeface="Meiryo UI" panose="020B0604030504040204" pitchFamily="50" charset="-128"/>
                        </a:rPr>
                        <a:t>27</a:t>
                      </a:r>
                      <a:r>
                        <a:rPr kumimoji="1" lang="ja-JP" altLang="en-US" sz="1800" dirty="0">
                          <a:latin typeface="Meiryo UI" panose="020B0604030504040204" pitchFamily="50" charset="-128"/>
                          <a:ea typeface="Meiryo UI" panose="020B0604030504040204" pitchFamily="50" charset="-128"/>
                        </a:rPr>
                        <a:t>年</a:t>
                      </a:r>
                    </a:p>
                  </a:txBody>
                  <a:tcPr anchor="ctr">
                    <a:lnL w="12700" cap="flat" cmpd="sng" algn="ctr">
                      <a:solidFill>
                        <a:schemeClr val="bg1"/>
                      </a:solidFill>
                      <a:prstDash val="solid"/>
                      <a:round/>
                      <a:headEnd type="none" w="med" len="med"/>
                      <a:tailEnd type="none" w="med" len="med"/>
                    </a:lnL>
                  </a:tcPr>
                </a:tc>
                <a:tc hMerge="1">
                  <a:txBody>
                    <a:bodyPr/>
                    <a:lstStyle/>
                    <a:p>
                      <a:pPr algn="ctr"/>
                      <a:endParaRPr kumimoji="1" lang="ja-JP" altLang="en-US" sz="1800" dirty="0"/>
                    </a:p>
                  </a:txBody>
                  <a:tcPr anchor="ctr"/>
                </a:tc>
                <a:tc hMerge="1">
                  <a:txBody>
                    <a:bodyPr/>
                    <a:lstStyle/>
                    <a:p>
                      <a:pPr algn="ctr"/>
                      <a:endParaRPr kumimoji="1" lang="ja-JP" altLang="en-US" sz="1800" dirty="0">
                        <a:latin typeface="Meiryo UI" panose="020B0604030504040204" pitchFamily="50" charset="-128"/>
                        <a:ea typeface="Meiryo UI" panose="020B0604030504040204" pitchFamily="50" charset="-128"/>
                      </a:endParaRPr>
                    </a:p>
                  </a:txBody>
                  <a:tcPr anchor="ctr"/>
                </a:tc>
                <a:extLst>
                  <a:ext uri="{0D108BD9-81ED-4DB2-BD59-A6C34878D82A}">
                    <a16:rowId xmlns:a16="http://schemas.microsoft.com/office/drawing/2014/main" val="2104618590"/>
                  </a:ext>
                </a:extLst>
              </a:tr>
              <a:tr h="435742">
                <a:tc>
                  <a:txBody>
                    <a:bodyPr/>
                    <a:lstStyle/>
                    <a:p>
                      <a:pPr algn="ctr"/>
                      <a:endParaRPr kumimoji="1" lang="ja-JP" altLang="en-US" sz="1800" dirty="0">
                        <a:latin typeface="Meiryo UI" panose="020B0604030504040204" pitchFamily="50" charset="-128"/>
                        <a:ea typeface="Meiryo UI" panose="020B0604030504040204" pitchFamily="50" charset="-128"/>
                      </a:endParaRPr>
                    </a:p>
                  </a:txBody>
                  <a:tcPr/>
                </a:tc>
                <a:tc>
                  <a:txBody>
                    <a:bodyPr/>
                    <a:lstStyle/>
                    <a:p>
                      <a:pPr algn="ctr"/>
                      <a:r>
                        <a:rPr kumimoji="1" lang="ja-JP" altLang="en-US" sz="1800" dirty="0">
                          <a:latin typeface="Meiryo UI" panose="020B0604030504040204" pitchFamily="50" charset="-128"/>
                          <a:ea typeface="Meiryo UI" panose="020B0604030504040204" pitchFamily="50" charset="-128"/>
                        </a:rPr>
                        <a:t>７月</a:t>
                      </a:r>
                    </a:p>
                  </a:txBody>
                  <a:tcPr anchor="ctr"/>
                </a:tc>
                <a:tc>
                  <a:txBody>
                    <a:bodyPr/>
                    <a:lstStyle/>
                    <a:p>
                      <a:pPr algn="ctr"/>
                      <a:r>
                        <a:rPr kumimoji="1" lang="ja-JP" altLang="en-US" sz="1800" dirty="0">
                          <a:latin typeface="Meiryo UI" panose="020B0604030504040204" pitchFamily="50" charset="-128"/>
                          <a:ea typeface="Meiryo UI" panose="020B0604030504040204" pitchFamily="50" charset="-128"/>
                        </a:rPr>
                        <a:t>８月</a:t>
                      </a:r>
                    </a:p>
                  </a:txBody>
                  <a:tcPr anchor="ctr"/>
                </a:tc>
                <a:tc>
                  <a:txBody>
                    <a:bodyPr/>
                    <a:lstStyle/>
                    <a:p>
                      <a:pPr algn="ctr"/>
                      <a:r>
                        <a:rPr kumimoji="1" lang="ja-JP" altLang="en-US" sz="1800" dirty="0">
                          <a:latin typeface="Meiryo UI" panose="020B0604030504040204" pitchFamily="50" charset="-128"/>
                          <a:ea typeface="Meiryo UI" panose="020B0604030504040204" pitchFamily="50" charset="-128"/>
                        </a:rPr>
                        <a:t>９月</a:t>
                      </a:r>
                    </a:p>
                  </a:txBody>
                  <a:tcPr anchor="ctr"/>
                </a:tc>
                <a:tc>
                  <a:txBody>
                    <a:bodyPr/>
                    <a:lstStyle/>
                    <a:p>
                      <a:pPr algn="ctr"/>
                      <a:r>
                        <a:rPr kumimoji="1" lang="en-US" altLang="ja-JP" sz="1800" dirty="0">
                          <a:latin typeface="Meiryo UI" panose="020B0604030504040204" pitchFamily="50" charset="-128"/>
                          <a:ea typeface="Meiryo UI" panose="020B0604030504040204" pitchFamily="50" charset="-128"/>
                        </a:rPr>
                        <a:t>10</a:t>
                      </a:r>
                      <a:r>
                        <a:rPr kumimoji="1" lang="ja-JP" altLang="en-US" sz="1800" dirty="0">
                          <a:latin typeface="Meiryo UI" panose="020B0604030504040204" pitchFamily="50" charset="-128"/>
                          <a:ea typeface="Meiryo UI" panose="020B0604030504040204" pitchFamily="50" charset="-128"/>
                        </a:rPr>
                        <a:t>月</a:t>
                      </a:r>
                    </a:p>
                  </a:txBody>
                  <a:tcPr anchor="ctr"/>
                </a:tc>
                <a:tc>
                  <a:txBody>
                    <a:bodyPr/>
                    <a:lstStyle/>
                    <a:p>
                      <a:pPr algn="ctr"/>
                      <a:r>
                        <a:rPr kumimoji="1" lang="en-US" altLang="ja-JP" sz="1800" dirty="0">
                          <a:latin typeface="Meiryo UI" panose="020B0604030504040204" pitchFamily="50" charset="-128"/>
                          <a:ea typeface="Meiryo UI" panose="020B0604030504040204" pitchFamily="50" charset="-128"/>
                        </a:rPr>
                        <a:t>11</a:t>
                      </a:r>
                      <a:r>
                        <a:rPr kumimoji="1" lang="ja-JP" altLang="en-US" sz="1800" dirty="0">
                          <a:latin typeface="Meiryo UI" panose="020B0604030504040204" pitchFamily="50" charset="-128"/>
                          <a:ea typeface="Meiryo UI" panose="020B0604030504040204" pitchFamily="50" charset="-128"/>
                        </a:rPr>
                        <a:t>月</a:t>
                      </a:r>
                    </a:p>
                  </a:txBody>
                  <a:tcPr anchor="ctr"/>
                </a:tc>
                <a:tc>
                  <a:txBody>
                    <a:bodyPr/>
                    <a:lstStyle/>
                    <a:p>
                      <a:pPr algn="ctr"/>
                      <a:r>
                        <a:rPr kumimoji="1" lang="en-US" altLang="ja-JP" sz="1800" dirty="0">
                          <a:latin typeface="Meiryo UI" panose="020B0604030504040204" pitchFamily="50" charset="-128"/>
                          <a:ea typeface="Meiryo UI" panose="020B0604030504040204" pitchFamily="50" charset="-128"/>
                        </a:rPr>
                        <a:t>12</a:t>
                      </a:r>
                      <a:r>
                        <a:rPr kumimoji="1" lang="ja-JP" altLang="en-US" sz="1800" dirty="0">
                          <a:latin typeface="Meiryo UI" panose="020B0604030504040204" pitchFamily="50" charset="-128"/>
                          <a:ea typeface="Meiryo UI" panose="020B0604030504040204" pitchFamily="50" charset="-128"/>
                        </a:rPr>
                        <a:t>月</a:t>
                      </a:r>
                    </a:p>
                  </a:txBody>
                  <a:tcPr anchor="ctr">
                    <a:lnR w="12700" cap="flat" cmpd="sng" algn="ctr">
                      <a:solidFill>
                        <a:schemeClr val="bg1"/>
                      </a:solidFill>
                      <a:prstDash val="solid"/>
                      <a:round/>
                      <a:headEnd type="none" w="med" len="med"/>
                      <a:tailEnd type="none" w="med" len="med"/>
                    </a:lnR>
                  </a:tcPr>
                </a:tc>
                <a:tc>
                  <a:txBody>
                    <a:bodyPr/>
                    <a:lstStyle/>
                    <a:p>
                      <a:pPr algn="ctr"/>
                      <a:r>
                        <a:rPr kumimoji="1" lang="ja-JP" altLang="en-US" sz="1800" dirty="0">
                          <a:latin typeface="Meiryo UI" panose="020B0604030504040204" pitchFamily="50" charset="-128"/>
                          <a:ea typeface="Meiryo UI" panose="020B0604030504040204" pitchFamily="50" charset="-128"/>
                        </a:rPr>
                        <a:t>１月</a:t>
                      </a:r>
                    </a:p>
                  </a:txBody>
                  <a:tcPr anchor="ctr">
                    <a:lnL w="12700" cap="flat" cmpd="sng" algn="ctr">
                      <a:solidFill>
                        <a:schemeClr val="bg1"/>
                      </a:solidFill>
                      <a:prstDash val="solid"/>
                      <a:round/>
                      <a:headEnd type="none" w="med" len="med"/>
                      <a:tailEnd type="none" w="med" len="med"/>
                    </a:lnL>
                  </a:tcPr>
                </a:tc>
                <a:tc>
                  <a:txBody>
                    <a:bodyPr/>
                    <a:lstStyle/>
                    <a:p>
                      <a:pPr algn="ctr"/>
                      <a:r>
                        <a:rPr kumimoji="1" lang="ja-JP" altLang="en-US" sz="1800" dirty="0">
                          <a:latin typeface="Meiryo UI" panose="020B0604030504040204" pitchFamily="50" charset="-128"/>
                          <a:ea typeface="Meiryo UI" panose="020B0604030504040204" pitchFamily="50" charset="-128"/>
                        </a:rPr>
                        <a:t>２月</a:t>
                      </a:r>
                    </a:p>
                  </a:txBody>
                  <a:tcPr anchor="ctr"/>
                </a:tc>
                <a:tc>
                  <a:txBody>
                    <a:bodyPr/>
                    <a:lstStyle/>
                    <a:p>
                      <a:pPr algn="ctr"/>
                      <a:r>
                        <a:rPr kumimoji="1" lang="ja-JP" altLang="en-US" sz="1800" dirty="0">
                          <a:latin typeface="Meiryo UI" panose="020B0604030504040204" pitchFamily="50" charset="-128"/>
                          <a:ea typeface="Meiryo UI" panose="020B0604030504040204" pitchFamily="50" charset="-128"/>
                        </a:rPr>
                        <a:t>３月</a:t>
                      </a:r>
                    </a:p>
                  </a:txBody>
                  <a:tcPr anchor="ctr"/>
                </a:tc>
                <a:extLst>
                  <a:ext uri="{0D108BD9-81ED-4DB2-BD59-A6C34878D82A}">
                    <a16:rowId xmlns:a16="http://schemas.microsoft.com/office/drawing/2014/main" val="440605023"/>
                  </a:ext>
                </a:extLst>
              </a:tr>
              <a:tr h="1109310">
                <a:tc>
                  <a:txBody>
                    <a:bodyPr/>
                    <a:lstStyle/>
                    <a:p>
                      <a:pPr algn="ctr"/>
                      <a:r>
                        <a:rPr kumimoji="1" lang="ja-JP" altLang="en-US" sz="1800" dirty="0">
                          <a:latin typeface="Meiryo UI" panose="020B0604030504040204" pitchFamily="50" charset="-128"/>
                          <a:ea typeface="Meiryo UI" panose="020B0604030504040204" pitchFamily="50" charset="-128"/>
                        </a:rPr>
                        <a:t>運営委員会</a:t>
                      </a:r>
                    </a:p>
                  </a:txBody>
                  <a:tcPr anchor="ctr"/>
                </a:tc>
                <a:tc>
                  <a:txBody>
                    <a:bodyPr/>
                    <a:lstStyle/>
                    <a:p>
                      <a:pPr algn="ctr"/>
                      <a:endParaRPr kumimoji="1" lang="ja-JP" altLang="en-US" sz="1800" dirty="0">
                        <a:latin typeface="Meiryo UI" panose="020B0604030504040204" pitchFamily="50" charset="-128"/>
                        <a:ea typeface="Meiryo UI" panose="020B0604030504040204" pitchFamily="50" charset="-128"/>
                      </a:endParaRPr>
                    </a:p>
                  </a:txBody>
                  <a:tcPr/>
                </a:tc>
                <a:tc>
                  <a:txBody>
                    <a:bodyPr/>
                    <a:lstStyle/>
                    <a:p>
                      <a:pPr algn="ctr"/>
                      <a:endParaRPr kumimoji="1" lang="ja-JP" altLang="en-US" sz="1800" dirty="0">
                        <a:latin typeface="Meiryo UI" panose="020B0604030504040204" pitchFamily="50" charset="-128"/>
                        <a:ea typeface="Meiryo UI" panose="020B0604030504040204" pitchFamily="50" charset="-128"/>
                      </a:endParaRPr>
                    </a:p>
                  </a:txBody>
                  <a:tcPr/>
                </a:tc>
                <a:tc>
                  <a:txBody>
                    <a:bodyPr/>
                    <a:lstStyle/>
                    <a:p>
                      <a:pPr algn="ctr"/>
                      <a:endParaRPr kumimoji="1" lang="ja-JP" altLang="en-US" sz="1800" dirty="0">
                        <a:latin typeface="Meiryo UI" panose="020B0604030504040204" pitchFamily="50" charset="-128"/>
                        <a:ea typeface="Meiryo UI" panose="020B0604030504040204" pitchFamily="50" charset="-128"/>
                      </a:endParaRPr>
                    </a:p>
                  </a:txBody>
                  <a:tcPr/>
                </a:tc>
                <a:tc>
                  <a:txBody>
                    <a:bodyPr/>
                    <a:lstStyle/>
                    <a:p>
                      <a:pPr algn="ctr"/>
                      <a:endParaRPr kumimoji="1" lang="ja-JP" altLang="en-US" sz="1800" dirty="0">
                        <a:latin typeface="Meiryo UI" panose="020B0604030504040204" pitchFamily="50" charset="-128"/>
                        <a:ea typeface="Meiryo UI" panose="020B0604030504040204" pitchFamily="50" charset="-128"/>
                      </a:endParaRPr>
                    </a:p>
                  </a:txBody>
                  <a:tcPr/>
                </a:tc>
                <a:tc>
                  <a:txBody>
                    <a:bodyPr/>
                    <a:lstStyle/>
                    <a:p>
                      <a:pPr algn="ctr"/>
                      <a:endParaRPr kumimoji="1" lang="ja-JP" altLang="en-US" sz="1800">
                        <a:latin typeface="Meiryo UI" panose="020B0604030504040204" pitchFamily="50" charset="-128"/>
                        <a:ea typeface="Meiryo UI" panose="020B0604030504040204" pitchFamily="50" charset="-128"/>
                      </a:endParaRPr>
                    </a:p>
                  </a:txBody>
                  <a:tcPr/>
                </a:tc>
                <a:tc>
                  <a:txBody>
                    <a:bodyPr/>
                    <a:lstStyle/>
                    <a:p>
                      <a:pPr algn="ctr"/>
                      <a:endParaRPr kumimoji="1" lang="ja-JP" altLang="en-US" sz="1800" dirty="0">
                        <a:latin typeface="Meiryo UI" panose="020B0604030504040204" pitchFamily="50" charset="-128"/>
                        <a:ea typeface="Meiryo UI" panose="020B0604030504040204" pitchFamily="50" charset="-128"/>
                      </a:endParaRPr>
                    </a:p>
                  </a:txBody>
                  <a:tcPr/>
                </a:tc>
                <a:tc>
                  <a:txBody>
                    <a:bodyPr/>
                    <a:lstStyle/>
                    <a:p>
                      <a:pPr algn="ctr"/>
                      <a:endParaRPr kumimoji="1" lang="ja-JP" altLang="en-US" sz="1800" dirty="0">
                        <a:latin typeface="Meiryo UI" panose="020B0604030504040204" pitchFamily="50" charset="-128"/>
                        <a:ea typeface="Meiryo UI" panose="020B0604030504040204" pitchFamily="50" charset="-128"/>
                      </a:endParaRPr>
                    </a:p>
                  </a:txBody>
                  <a:tcPr/>
                </a:tc>
                <a:tc>
                  <a:txBody>
                    <a:bodyPr/>
                    <a:lstStyle/>
                    <a:p>
                      <a:pPr algn="ctr"/>
                      <a:endParaRPr kumimoji="1" lang="ja-JP" altLang="en-US" sz="1800" dirty="0">
                        <a:latin typeface="Meiryo UI" panose="020B0604030504040204" pitchFamily="50" charset="-128"/>
                        <a:ea typeface="Meiryo UI" panose="020B0604030504040204" pitchFamily="50" charset="-128"/>
                      </a:endParaRPr>
                    </a:p>
                  </a:txBody>
                  <a:tcPr/>
                </a:tc>
                <a:tc>
                  <a:txBody>
                    <a:bodyPr/>
                    <a:lstStyle/>
                    <a:p>
                      <a:pPr algn="ctr"/>
                      <a:endParaRPr kumimoji="1" lang="ja-JP" altLang="en-US" sz="1800">
                        <a:latin typeface="Meiryo UI" panose="020B0604030504040204" pitchFamily="50" charset="-128"/>
                        <a:ea typeface="Meiryo UI" panose="020B0604030504040204" pitchFamily="50" charset="-128"/>
                      </a:endParaRPr>
                    </a:p>
                  </a:txBody>
                  <a:tcPr/>
                </a:tc>
                <a:extLst>
                  <a:ext uri="{0D108BD9-81ED-4DB2-BD59-A6C34878D82A}">
                    <a16:rowId xmlns:a16="http://schemas.microsoft.com/office/drawing/2014/main" val="1063490641"/>
                  </a:ext>
                </a:extLst>
              </a:tr>
              <a:tr h="1708969">
                <a:tc>
                  <a:txBody>
                    <a:bodyPr/>
                    <a:lstStyle/>
                    <a:p>
                      <a:pPr algn="ctr"/>
                      <a:r>
                        <a:rPr kumimoji="1" lang="ja-JP" altLang="en-US" sz="1800" dirty="0">
                          <a:latin typeface="Meiryo UI" panose="020B0604030504040204" pitchFamily="50" charset="-128"/>
                          <a:ea typeface="Meiryo UI" panose="020B0604030504040204" pitchFamily="50" charset="-128"/>
                        </a:rPr>
                        <a:t>システム開発</a:t>
                      </a:r>
                    </a:p>
                  </a:txBody>
                  <a:tcPr anchor="ctr"/>
                </a:tc>
                <a:tc>
                  <a:txBody>
                    <a:bodyPr/>
                    <a:lstStyle/>
                    <a:p>
                      <a:pPr algn="ctr"/>
                      <a:endParaRPr kumimoji="1" lang="ja-JP" altLang="en-US" sz="1800" dirty="0">
                        <a:latin typeface="Meiryo UI" panose="020B0604030504040204" pitchFamily="50" charset="-128"/>
                        <a:ea typeface="Meiryo UI" panose="020B0604030504040204" pitchFamily="50" charset="-128"/>
                      </a:endParaRPr>
                    </a:p>
                  </a:txBody>
                  <a:tcPr/>
                </a:tc>
                <a:tc>
                  <a:txBody>
                    <a:bodyPr/>
                    <a:lstStyle/>
                    <a:p>
                      <a:pPr algn="ctr"/>
                      <a:endParaRPr kumimoji="1" lang="ja-JP" altLang="en-US" sz="1800" dirty="0">
                        <a:latin typeface="Meiryo UI" panose="020B0604030504040204" pitchFamily="50" charset="-128"/>
                        <a:ea typeface="Meiryo UI" panose="020B0604030504040204" pitchFamily="50" charset="-128"/>
                      </a:endParaRPr>
                    </a:p>
                  </a:txBody>
                  <a:tcPr/>
                </a:tc>
                <a:tc>
                  <a:txBody>
                    <a:bodyPr/>
                    <a:lstStyle/>
                    <a:p>
                      <a:pPr algn="ctr"/>
                      <a:endParaRPr kumimoji="1" lang="ja-JP" altLang="en-US" sz="1800" dirty="0">
                        <a:latin typeface="Meiryo UI" panose="020B0604030504040204" pitchFamily="50" charset="-128"/>
                        <a:ea typeface="Meiryo UI" panose="020B0604030504040204" pitchFamily="50" charset="-128"/>
                      </a:endParaRPr>
                    </a:p>
                  </a:txBody>
                  <a:tcPr/>
                </a:tc>
                <a:tc>
                  <a:txBody>
                    <a:bodyPr/>
                    <a:lstStyle/>
                    <a:p>
                      <a:pPr algn="ctr"/>
                      <a:endParaRPr kumimoji="1" lang="ja-JP" altLang="en-US" sz="1800" dirty="0">
                        <a:latin typeface="Meiryo UI" panose="020B0604030504040204" pitchFamily="50" charset="-128"/>
                        <a:ea typeface="Meiryo UI" panose="020B0604030504040204" pitchFamily="50" charset="-128"/>
                      </a:endParaRPr>
                    </a:p>
                  </a:txBody>
                  <a:tcPr/>
                </a:tc>
                <a:tc>
                  <a:txBody>
                    <a:bodyPr/>
                    <a:lstStyle/>
                    <a:p>
                      <a:pPr algn="ctr"/>
                      <a:endParaRPr kumimoji="1" lang="ja-JP" altLang="en-US" sz="1800" dirty="0">
                        <a:latin typeface="Meiryo UI" panose="020B0604030504040204" pitchFamily="50" charset="-128"/>
                        <a:ea typeface="Meiryo UI" panose="020B0604030504040204" pitchFamily="50" charset="-128"/>
                      </a:endParaRPr>
                    </a:p>
                  </a:txBody>
                  <a:tcPr/>
                </a:tc>
                <a:tc>
                  <a:txBody>
                    <a:bodyPr/>
                    <a:lstStyle/>
                    <a:p>
                      <a:pPr algn="ctr"/>
                      <a:endParaRPr kumimoji="1" lang="ja-JP" altLang="en-US" sz="1800" dirty="0">
                        <a:latin typeface="Meiryo UI" panose="020B0604030504040204" pitchFamily="50" charset="-128"/>
                        <a:ea typeface="Meiryo UI" panose="020B0604030504040204" pitchFamily="50" charset="-128"/>
                      </a:endParaRPr>
                    </a:p>
                  </a:txBody>
                  <a:tcPr/>
                </a:tc>
                <a:tc>
                  <a:txBody>
                    <a:bodyPr/>
                    <a:lstStyle/>
                    <a:p>
                      <a:pPr algn="ctr"/>
                      <a:endParaRPr kumimoji="1" lang="ja-JP" altLang="en-US" sz="1800" dirty="0">
                        <a:latin typeface="Meiryo UI" panose="020B0604030504040204" pitchFamily="50" charset="-128"/>
                        <a:ea typeface="Meiryo UI" panose="020B0604030504040204" pitchFamily="50" charset="-128"/>
                      </a:endParaRPr>
                    </a:p>
                  </a:txBody>
                  <a:tcPr/>
                </a:tc>
                <a:tc>
                  <a:txBody>
                    <a:bodyPr/>
                    <a:lstStyle/>
                    <a:p>
                      <a:pPr algn="ctr"/>
                      <a:endParaRPr kumimoji="1" lang="ja-JP" altLang="en-US" sz="1800" dirty="0">
                        <a:latin typeface="Meiryo UI" panose="020B0604030504040204" pitchFamily="50" charset="-128"/>
                        <a:ea typeface="Meiryo UI" panose="020B0604030504040204" pitchFamily="50" charset="-128"/>
                      </a:endParaRPr>
                    </a:p>
                  </a:txBody>
                  <a:tcPr/>
                </a:tc>
                <a:tc>
                  <a:txBody>
                    <a:bodyPr/>
                    <a:lstStyle/>
                    <a:p>
                      <a:pPr algn="ctr"/>
                      <a:endParaRPr kumimoji="1" lang="ja-JP" altLang="en-US" sz="1800" dirty="0">
                        <a:latin typeface="Meiryo UI" panose="020B0604030504040204" pitchFamily="50" charset="-128"/>
                        <a:ea typeface="Meiryo UI" panose="020B0604030504040204" pitchFamily="50" charset="-128"/>
                      </a:endParaRPr>
                    </a:p>
                  </a:txBody>
                  <a:tcPr/>
                </a:tc>
                <a:extLst>
                  <a:ext uri="{0D108BD9-81ED-4DB2-BD59-A6C34878D82A}">
                    <a16:rowId xmlns:a16="http://schemas.microsoft.com/office/drawing/2014/main" val="3240146630"/>
                  </a:ext>
                </a:extLst>
              </a:tr>
              <a:tr h="1238865">
                <a:tc>
                  <a:txBody>
                    <a:bodyPr/>
                    <a:lstStyle/>
                    <a:p>
                      <a:pPr algn="ctr"/>
                      <a:r>
                        <a:rPr kumimoji="1" lang="ja-JP" altLang="en-US" sz="1800" dirty="0">
                          <a:latin typeface="Meiryo UI" panose="020B0604030504040204" pitchFamily="50" charset="-128"/>
                          <a:ea typeface="Meiryo UI" panose="020B0604030504040204" pitchFamily="50" charset="-128"/>
                        </a:rPr>
                        <a:t>運営委員会</a:t>
                      </a:r>
                      <a:endParaRPr kumimoji="1" lang="en-US" altLang="ja-JP" sz="1800" dirty="0">
                        <a:latin typeface="Meiryo UI" panose="020B0604030504040204" pitchFamily="50" charset="-128"/>
                        <a:ea typeface="Meiryo UI" panose="020B0604030504040204" pitchFamily="50" charset="-128"/>
                      </a:endParaRPr>
                    </a:p>
                    <a:p>
                      <a:pPr algn="ctr"/>
                      <a:r>
                        <a:rPr kumimoji="1" lang="ja-JP" altLang="en-US" sz="1800" dirty="0">
                          <a:latin typeface="Meiryo UI" panose="020B0604030504040204" pitchFamily="50" charset="-128"/>
                          <a:ea typeface="Meiryo UI" panose="020B0604030504040204" pitchFamily="50" charset="-128"/>
                        </a:rPr>
                        <a:t>決議事項</a:t>
                      </a:r>
                    </a:p>
                  </a:txBody>
                  <a:tcPr anchor="ctr"/>
                </a:tc>
                <a:tc>
                  <a:txBody>
                    <a:bodyPr/>
                    <a:lstStyle/>
                    <a:p>
                      <a:pPr algn="ctr"/>
                      <a:endParaRPr kumimoji="1" lang="ja-JP" altLang="en-US" sz="1800" dirty="0">
                        <a:latin typeface="Meiryo UI" panose="020B0604030504040204" pitchFamily="50" charset="-128"/>
                        <a:ea typeface="Meiryo UI" panose="020B0604030504040204" pitchFamily="50" charset="-128"/>
                      </a:endParaRPr>
                    </a:p>
                  </a:txBody>
                  <a:tcPr/>
                </a:tc>
                <a:tc>
                  <a:txBody>
                    <a:bodyPr/>
                    <a:lstStyle/>
                    <a:p>
                      <a:pPr algn="ctr"/>
                      <a:endParaRPr kumimoji="1" lang="ja-JP" altLang="en-US" sz="1800" dirty="0">
                        <a:latin typeface="Meiryo UI" panose="020B0604030504040204" pitchFamily="50" charset="-128"/>
                        <a:ea typeface="Meiryo UI" panose="020B0604030504040204" pitchFamily="50" charset="-128"/>
                      </a:endParaRPr>
                    </a:p>
                  </a:txBody>
                  <a:tcPr/>
                </a:tc>
                <a:tc>
                  <a:txBody>
                    <a:bodyPr/>
                    <a:lstStyle/>
                    <a:p>
                      <a:pPr algn="ctr"/>
                      <a:endParaRPr kumimoji="1" lang="ja-JP" altLang="en-US" sz="1800" dirty="0">
                        <a:latin typeface="Meiryo UI" panose="020B0604030504040204" pitchFamily="50" charset="-128"/>
                        <a:ea typeface="Meiryo UI" panose="020B0604030504040204" pitchFamily="50" charset="-128"/>
                      </a:endParaRPr>
                    </a:p>
                  </a:txBody>
                  <a:tcPr/>
                </a:tc>
                <a:tc>
                  <a:txBody>
                    <a:bodyPr/>
                    <a:lstStyle/>
                    <a:p>
                      <a:pPr algn="ctr"/>
                      <a:endParaRPr kumimoji="1" lang="ja-JP" altLang="en-US" sz="1800" dirty="0">
                        <a:latin typeface="Meiryo UI" panose="020B0604030504040204" pitchFamily="50" charset="-128"/>
                        <a:ea typeface="Meiryo UI" panose="020B0604030504040204" pitchFamily="50" charset="-128"/>
                      </a:endParaRPr>
                    </a:p>
                  </a:txBody>
                  <a:tcPr/>
                </a:tc>
                <a:tc>
                  <a:txBody>
                    <a:bodyPr/>
                    <a:lstStyle/>
                    <a:p>
                      <a:pPr algn="ctr"/>
                      <a:endParaRPr kumimoji="1" lang="ja-JP" altLang="en-US" sz="1800" dirty="0">
                        <a:latin typeface="Meiryo UI" panose="020B0604030504040204" pitchFamily="50" charset="-128"/>
                        <a:ea typeface="Meiryo UI" panose="020B0604030504040204" pitchFamily="50" charset="-128"/>
                      </a:endParaRPr>
                    </a:p>
                  </a:txBody>
                  <a:tcPr/>
                </a:tc>
                <a:tc>
                  <a:txBody>
                    <a:bodyPr/>
                    <a:lstStyle/>
                    <a:p>
                      <a:pPr algn="ctr"/>
                      <a:endParaRPr kumimoji="1" lang="ja-JP" altLang="en-US" sz="1800" dirty="0">
                        <a:latin typeface="Meiryo UI" panose="020B0604030504040204" pitchFamily="50" charset="-128"/>
                        <a:ea typeface="Meiryo UI" panose="020B0604030504040204" pitchFamily="50" charset="-128"/>
                      </a:endParaRPr>
                    </a:p>
                  </a:txBody>
                  <a:tcPr/>
                </a:tc>
                <a:tc>
                  <a:txBody>
                    <a:bodyPr/>
                    <a:lstStyle/>
                    <a:p>
                      <a:pPr algn="ctr"/>
                      <a:endParaRPr kumimoji="1" lang="ja-JP" altLang="en-US" sz="1800" dirty="0">
                        <a:latin typeface="Meiryo UI" panose="020B0604030504040204" pitchFamily="50" charset="-128"/>
                        <a:ea typeface="Meiryo UI" panose="020B0604030504040204" pitchFamily="50" charset="-128"/>
                      </a:endParaRPr>
                    </a:p>
                  </a:txBody>
                  <a:tcPr/>
                </a:tc>
                <a:tc>
                  <a:txBody>
                    <a:bodyPr/>
                    <a:lstStyle/>
                    <a:p>
                      <a:pPr algn="ctr"/>
                      <a:endParaRPr kumimoji="1" lang="ja-JP" altLang="en-US" sz="1800" dirty="0">
                        <a:latin typeface="Meiryo UI" panose="020B0604030504040204" pitchFamily="50" charset="-128"/>
                        <a:ea typeface="Meiryo UI" panose="020B0604030504040204" pitchFamily="50" charset="-128"/>
                      </a:endParaRPr>
                    </a:p>
                  </a:txBody>
                  <a:tcPr/>
                </a:tc>
                <a:tc>
                  <a:txBody>
                    <a:bodyPr/>
                    <a:lstStyle/>
                    <a:p>
                      <a:pPr algn="ctr"/>
                      <a:endParaRPr kumimoji="1" lang="ja-JP" altLang="en-US" sz="1800" dirty="0">
                        <a:latin typeface="Meiryo UI" panose="020B0604030504040204" pitchFamily="50" charset="-128"/>
                        <a:ea typeface="Meiryo UI" panose="020B0604030504040204" pitchFamily="50" charset="-128"/>
                      </a:endParaRPr>
                    </a:p>
                  </a:txBody>
                  <a:tcPr/>
                </a:tc>
                <a:extLst>
                  <a:ext uri="{0D108BD9-81ED-4DB2-BD59-A6C34878D82A}">
                    <a16:rowId xmlns:a16="http://schemas.microsoft.com/office/drawing/2014/main" val="2719232398"/>
                  </a:ext>
                </a:extLst>
              </a:tr>
              <a:tr h="491613">
                <a:tc>
                  <a:txBody>
                    <a:bodyPr/>
                    <a:lstStyle/>
                    <a:p>
                      <a:pPr algn="ctr"/>
                      <a:r>
                        <a:rPr kumimoji="1" lang="ja-JP" altLang="en-US" sz="1800" dirty="0">
                          <a:latin typeface="Meiryo UI" panose="020B0604030504040204" pitchFamily="50" charset="-128"/>
                          <a:ea typeface="Meiryo UI" panose="020B0604030504040204" pitchFamily="50" charset="-128"/>
                        </a:rPr>
                        <a:t>その他の日程</a:t>
                      </a:r>
                    </a:p>
                  </a:txBody>
                  <a:tcPr anchor="ctr"/>
                </a:tc>
                <a:tc>
                  <a:txBody>
                    <a:bodyPr/>
                    <a:lstStyle/>
                    <a:p>
                      <a:pPr algn="ctr"/>
                      <a:endParaRPr kumimoji="1" lang="ja-JP" altLang="en-US" sz="1800" dirty="0">
                        <a:latin typeface="Meiryo UI" panose="020B0604030504040204" pitchFamily="50" charset="-128"/>
                        <a:ea typeface="Meiryo UI" panose="020B0604030504040204" pitchFamily="50" charset="-128"/>
                      </a:endParaRPr>
                    </a:p>
                  </a:txBody>
                  <a:tcPr/>
                </a:tc>
                <a:tc>
                  <a:txBody>
                    <a:bodyPr/>
                    <a:lstStyle/>
                    <a:p>
                      <a:pPr algn="ctr"/>
                      <a:endParaRPr kumimoji="1" lang="ja-JP" altLang="en-US" sz="1800" dirty="0">
                        <a:latin typeface="Meiryo UI" panose="020B0604030504040204" pitchFamily="50" charset="-128"/>
                        <a:ea typeface="Meiryo UI" panose="020B0604030504040204" pitchFamily="50" charset="-128"/>
                      </a:endParaRPr>
                    </a:p>
                  </a:txBody>
                  <a:tcPr/>
                </a:tc>
                <a:tc>
                  <a:txBody>
                    <a:bodyPr/>
                    <a:lstStyle/>
                    <a:p>
                      <a:pPr algn="ctr"/>
                      <a:endParaRPr kumimoji="1" lang="ja-JP" altLang="en-US" sz="1800" dirty="0">
                        <a:latin typeface="Meiryo UI" panose="020B0604030504040204" pitchFamily="50" charset="-128"/>
                        <a:ea typeface="Meiryo UI" panose="020B0604030504040204" pitchFamily="50" charset="-128"/>
                      </a:endParaRPr>
                    </a:p>
                  </a:txBody>
                  <a:tcPr/>
                </a:tc>
                <a:tc>
                  <a:txBody>
                    <a:bodyPr/>
                    <a:lstStyle/>
                    <a:p>
                      <a:pPr algn="ctr"/>
                      <a:endParaRPr kumimoji="1" lang="ja-JP" altLang="en-US" sz="1800" dirty="0">
                        <a:latin typeface="Meiryo UI" panose="020B0604030504040204" pitchFamily="50" charset="-128"/>
                        <a:ea typeface="Meiryo UI" panose="020B0604030504040204" pitchFamily="50" charset="-128"/>
                      </a:endParaRPr>
                    </a:p>
                  </a:txBody>
                  <a:tcPr/>
                </a:tc>
                <a:tc>
                  <a:txBody>
                    <a:bodyPr/>
                    <a:lstStyle/>
                    <a:p>
                      <a:pPr algn="ctr"/>
                      <a:endParaRPr kumimoji="1" lang="ja-JP" altLang="en-US" sz="1800" dirty="0">
                        <a:latin typeface="Meiryo UI" panose="020B0604030504040204" pitchFamily="50" charset="-128"/>
                        <a:ea typeface="Meiryo UI" panose="020B0604030504040204" pitchFamily="50" charset="-128"/>
                      </a:endParaRPr>
                    </a:p>
                  </a:txBody>
                  <a:tcPr/>
                </a:tc>
                <a:tc>
                  <a:txBody>
                    <a:bodyPr/>
                    <a:lstStyle/>
                    <a:p>
                      <a:pPr algn="ctr"/>
                      <a:endParaRPr kumimoji="1" lang="ja-JP" altLang="en-US" sz="1800" dirty="0">
                        <a:latin typeface="Meiryo UI" panose="020B0604030504040204" pitchFamily="50" charset="-128"/>
                        <a:ea typeface="Meiryo UI" panose="020B0604030504040204" pitchFamily="50" charset="-128"/>
                      </a:endParaRPr>
                    </a:p>
                  </a:txBody>
                  <a:tcPr/>
                </a:tc>
                <a:tc>
                  <a:txBody>
                    <a:bodyPr/>
                    <a:lstStyle/>
                    <a:p>
                      <a:pPr algn="ctr"/>
                      <a:endParaRPr kumimoji="1" lang="ja-JP" altLang="en-US" sz="1800" dirty="0">
                        <a:latin typeface="Meiryo UI" panose="020B0604030504040204" pitchFamily="50" charset="-128"/>
                        <a:ea typeface="Meiryo UI" panose="020B0604030504040204" pitchFamily="50" charset="-128"/>
                      </a:endParaRPr>
                    </a:p>
                  </a:txBody>
                  <a:tcPr/>
                </a:tc>
                <a:tc>
                  <a:txBody>
                    <a:bodyPr/>
                    <a:lstStyle/>
                    <a:p>
                      <a:pPr algn="ctr"/>
                      <a:endParaRPr kumimoji="1" lang="ja-JP" altLang="en-US" sz="1800" dirty="0">
                        <a:latin typeface="Meiryo UI" panose="020B0604030504040204" pitchFamily="50" charset="-128"/>
                        <a:ea typeface="Meiryo UI" panose="020B0604030504040204" pitchFamily="50" charset="-128"/>
                      </a:endParaRPr>
                    </a:p>
                  </a:txBody>
                  <a:tcPr/>
                </a:tc>
                <a:tc>
                  <a:txBody>
                    <a:bodyPr/>
                    <a:lstStyle/>
                    <a:p>
                      <a:pPr algn="ctr"/>
                      <a:endParaRPr kumimoji="1" lang="ja-JP" altLang="en-US" sz="1800" dirty="0">
                        <a:latin typeface="Meiryo UI" panose="020B0604030504040204" pitchFamily="50" charset="-128"/>
                        <a:ea typeface="Meiryo UI" panose="020B0604030504040204" pitchFamily="50" charset="-128"/>
                      </a:endParaRPr>
                    </a:p>
                  </a:txBody>
                  <a:tcPr/>
                </a:tc>
                <a:extLst>
                  <a:ext uri="{0D108BD9-81ED-4DB2-BD59-A6C34878D82A}">
                    <a16:rowId xmlns:a16="http://schemas.microsoft.com/office/drawing/2014/main" val="821007892"/>
                  </a:ext>
                </a:extLst>
              </a:tr>
            </a:tbl>
          </a:graphicData>
        </a:graphic>
      </p:graphicFrame>
      <p:grpSp>
        <p:nvGrpSpPr>
          <p:cNvPr id="25" name="グループ化 24">
            <a:extLst>
              <a:ext uri="{FF2B5EF4-FFF2-40B4-BE49-F238E27FC236}">
                <a16:creationId xmlns:a16="http://schemas.microsoft.com/office/drawing/2014/main" id="{4B0622D4-6DAB-331E-AB39-829F9591F633}"/>
              </a:ext>
            </a:extLst>
          </p:cNvPr>
          <p:cNvGrpSpPr/>
          <p:nvPr/>
        </p:nvGrpSpPr>
        <p:grpSpPr>
          <a:xfrm>
            <a:off x="4054864" y="2328418"/>
            <a:ext cx="4164709" cy="542406"/>
            <a:chOff x="5727052" y="2328418"/>
            <a:chExt cx="3788510" cy="542406"/>
          </a:xfrm>
        </p:grpSpPr>
        <p:sp>
          <p:nvSpPr>
            <p:cNvPr id="10" name="テキスト ボックス 9">
              <a:extLst>
                <a:ext uri="{FF2B5EF4-FFF2-40B4-BE49-F238E27FC236}">
                  <a16:creationId xmlns:a16="http://schemas.microsoft.com/office/drawing/2014/main" id="{AAB2F776-D8CF-276E-AFA8-01B65DFD4A0E}"/>
                </a:ext>
              </a:extLst>
            </p:cNvPr>
            <p:cNvSpPr txBox="1"/>
            <p:nvPr/>
          </p:nvSpPr>
          <p:spPr>
            <a:xfrm>
              <a:off x="5727052" y="2328418"/>
              <a:ext cx="778626" cy="523220"/>
            </a:xfrm>
            <a:prstGeom prst="rect">
              <a:avLst/>
            </a:prstGeom>
            <a:noFill/>
          </p:spPr>
          <p:txBody>
            <a:bodyPr wrap="square" rtlCol="0">
              <a:spAutoFit/>
            </a:bodyPr>
            <a:lstStyle/>
            <a:p>
              <a:r>
                <a:rPr lang="ja-JP" altLang="en-US" sz="1400" dirty="0">
                  <a:latin typeface="Meiryo UI" panose="020B0604030504040204" pitchFamily="50" charset="-128"/>
                  <a:ea typeface="Meiryo UI" panose="020B0604030504040204" pitchFamily="50" charset="-128"/>
                </a:rPr>
                <a:t>▼</a:t>
              </a:r>
              <a:r>
                <a:rPr kumimoji="1" lang="ja-JP" altLang="en-US" sz="1400" dirty="0">
                  <a:latin typeface="Meiryo UI" panose="020B0604030504040204" pitchFamily="50" charset="-128"/>
                  <a:ea typeface="Meiryo UI" panose="020B0604030504040204" pitchFamily="50" charset="-128"/>
                </a:rPr>
                <a:t>運営</a:t>
              </a:r>
              <a:endParaRPr kumimoji="1" lang="en-US" altLang="ja-JP" sz="1400" dirty="0">
                <a:latin typeface="Meiryo UI" panose="020B0604030504040204" pitchFamily="50" charset="-128"/>
                <a:ea typeface="Meiryo UI" panose="020B0604030504040204" pitchFamily="50" charset="-128"/>
              </a:endParaRPr>
            </a:p>
            <a:p>
              <a:r>
                <a:rPr kumimoji="1" lang="ja-JP" altLang="en-US" sz="1400" dirty="0">
                  <a:latin typeface="Meiryo UI" panose="020B0604030504040204" pitchFamily="50" charset="-128"/>
                  <a:ea typeface="Meiryo UI" panose="020B0604030504040204" pitchFamily="50" charset="-128"/>
                </a:rPr>
                <a:t>委員会</a:t>
              </a:r>
            </a:p>
          </p:txBody>
        </p:sp>
        <p:sp>
          <p:nvSpPr>
            <p:cNvPr id="11" name="テキスト ボックス 10">
              <a:extLst>
                <a:ext uri="{FF2B5EF4-FFF2-40B4-BE49-F238E27FC236}">
                  <a16:creationId xmlns:a16="http://schemas.microsoft.com/office/drawing/2014/main" id="{573CB45F-4192-FB4A-9024-22343E7C8271}"/>
                </a:ext>
              </a:extLst>
            </p:cNvPr>
            <p:cNvSpPr txBox="1"/>
            <p:nvPr/>
          </p:nvSpPr>
          <p:spPr>
            <a:xfrm>
              <a:off x="7546405" y="2329675"/>
              <a:ext cx="778626" cy="523220"/>
            </a:xfrm>
            <a:prstGeom prst="rect">
              <a:avLst/>
            </a:prstGeom>
            <a:noFill/>
          </p:spPr>
          <p:txBody>
            <a:bodyPr wrap="square" rtlCol="0">
              <a:spAutoFit/>
            </a:bodyPr>
            <a:lstStyle/>
            <a:p>
              <a:r>
                <a:rPr lang="ja-JP" altLang="en-US" sz="1400" dirty="0">
                  <a:latin typeface="Meiryo UI" panose="020B0604030504040204" pitchFamily="50" charset="-128"/>
                  <a:ea typeface="Meiryo UI" panose="020B0604030504040204" pitchFamily="50" charset="-128"/>
                </a:rPr>
                <a:t>▼</a:t>
              </a:r>
              <a:r>
                <a:rPr kumimoji="1" lang="ja-JP" altLang="en-US" sz="1400" dirty="0">
                  <a:latin typeface="Meiryo UI" panose="020B0604030504040204" pitchFamily="50" charset="-128"/>
                  <a:ea typeface="Meiryo UI" panose="020B0604030504040204" pitchFamily="50" charset="-128"/>
                </a:rPr>
                <a:t>運営</a:t>
              </a:r>
              <a:endParaRPr kumimoji="1" lang="en-US" altLang="ja-JP" sz="1400" dirty="0">
                <a:latin typeface="Meiryo UI" panose="020B0604030504040204" pitchFamily="50" charset="-128"/>
                <a:ea typeface="Meiryo UI" panose="020B0604030504040204" pitchFamily="50" charset="-128"/>
              </a:endParaRPr>
            </a:p>
            <a:p>
              <a:r>
                <a:rPr kumimoji="1" lang="ja-JP" altLang="en-US" sz="1400" dirty="0">
                  <a:latin typeface="Meiryo UI" panose="020B0604030504040204" pitchFamily="50" charset="-128"/>
                  <a:ea typeface="Meiryo UI" panose="020B0604030504040204" pitchFamily="50" charset="-128"/>
                </a:rPr>
                <a:t>委員会</a:t>
              </a:r>
            </a:p>
          </p:txBody>
        </p:sp>
        <p:sp>
          <p:nvSpPr>
            <p:cNvPr id="12" name="テキスト ボックス 11">
              <a:extLst>
                <a:ext uri="{FF2B5EF4-FFF2-40B4-BE49-F238E27FC236}">
                  <a16:creationId xmlns:a16="http://schemas.microsoft.com/office/drawing/2014/main" id="{BE0498BF-4F3D-D805-A8BE-1BEB7BF66DD9}"/>
                </a:ext>
              </a:extLst>
            </p:cNvPr>
            <p:cNvSpPr txBox="1"/>
            <p:nvPr/>
          </p:nvSpPr>
          <p:spPr>
            <a:xfrm>
              <a:off x="8736936" y="2347604"/>
              <a:ext cx="778626" cy="523220"/>
            </a:xfrm>
            <a:prstGeom prst="rect">
              <a:avLst/>
            </a:prstGeom>
            <a:noFill/>
          </p:spPr>
          <p:txBody>
            <a:bodyPr wrap="square" rtlCol="0">
              <a:spAutoFit/>
            </a:bodyPr>
            <a:lstStyle/>
            <a:p>
              <a:r>
                <a:rPr kumimoji="1" lang="ja-JP" altLang="en-US" sz="1400" dirty="0">
                  <a:latin typeface="Meiryo UI" panose="020B0604030504040204" pitchFamily="50" charset="-128"/>
                  <a:ea typeface="Meiryo UI" panose="020B0604030504040204" pitchFamily="50" charset="-128"/>
                </a:rPr>
                <a:t>運営▼</a:t>
              </a:r>
              <a:endParaRPr kumimoji="1" lang="en-US" altLang="ja-JP" sz="1400" dirty="0">
                <a:latin typeface="Meiryo UI" panose="020B0604030504040204" pitchFamily="50" charset="-128"/>
                <a:ea typeface="Meiryo UI" panose="020B0604030504040204" pitchFamily="50" charset="-128"/>
              </a:endParaRPr>
            </a:p>
            <a:p>
              <a:r>
                <a:rPr kumimoji="1" lang="ja-JP" altLang="en-US" sz="1400" dirty="0">
                  <a:latin typeface="Meiryo UI" panose="020B0604030504040204" pitchFamily="50" charset="-128"/>
                  <a:ea typeface="Meiryo UI" panose="020B0604030504040204" pitchFamily="50" charset="-128"/>
                </a:rPr>
                <a:t>委員会</a:t>
              </a:r>
            </a:p>
          </p:txBody>
        </p:sp>
      </p:grpSp>
      <p:sp>
        <p:nvSpPr>
          <p:cNvPr id="19" name="テキスト ボックス 18">
            <a:extLst>
              <a:ext uri="{FF2B5EF4-FFF2-40B4-BE49-F238E27FC236}">
                <a16:creationId xmlns:a16="http://schemas.microsoft.com/office/drawing/2014/main" id="{597C6675-03E2-F258-EF45-3C22D1103B28}"/>
              </a:ext>
            </a:extLst>
          </p:cNvPr>
          <p:cNvSpPr txBox="1"/>
          <p:nvPr/>
        </p:nvSpPr>
        <p:spPr>
          <a:xfrm>
            <a:off x="6365969" y="3338055"/>
            <a:ext cx="1655785" cy="307777"/>
          </a:xfrm>
          <a:prstGeom prst="rect">
            <a:avLst/>
          </a:prstGeom>
          <a:noFill/>
        </p:spPr>
        <p:txBody>
          <a:bodyPr wrap="square" rtlCol="0">
            <a:spAutoFit/>
          </a:bodyPr>
          <a:lstStyle/>
          <a:p>
            <a:r>
              <a:rPr lang="ja-JP" altLang="en-US" sz="1400" dirty="0">
                <a:latin typeface="Meiryo UI" panose="020B0604030504040204" pitchFamily="50" charset="-128"/>
                <a:ea typeface="Meiryo UI" panose="020B0604030504040204" pitchFamily="50" charset="-128"/>
              </a:rPr>
              <a:t>▼</a:t>
            </a:r>
            <a:r>
              <a:rPr kumimoji="1" lang="ja-JP" altLang="en-US" sz="1400" dirty="0">
                <a:latin typeface="Meiryo UI" panose="020B0604030504040204" pitchFamily="50" charset="-128"/>
                <a:ea typeface="Meiryo UI" panose="020B0604030504040204" pitchFamily="50" charset="-128"/>
              </a:rPr>
              <a:t>クラブへの案内</a:t>
            </a:r>
          </a:p>
        </p:txBody>
      </p:sp>
      <p:sp>
        <p:nvSpPr>
          <p:cNvPr id="20" name="テキスト ボックス 19">
            <a:extLst>
              <a:ext uri="{FF2B5EF4-FFF2-40B4-BE49-F238E27FC236}">
                <a16:creationId xmlns:a16="http://schemas.microsoft.com/office/drawing/2014/main" id="{C7694EB5-B82D-2ADB-988E-54674306AD45}"/>
              </a:ext>
            </a:extLst>
          </p:cNvPr>
          <p:cNvSpPr txBox="1"/>
          <p:nvPr/>
        </p:nvSpPr>
        <p:spPr>
          <a:xfrm>
            <a:off x="7892157" y="3325831"/>
            <a:ext cx="1655785" cy="307777"/>
          </a:xfrm>
          <a:prstGeom prst="rect">
            <a:avLst/>
          </a:prstGeom>
          <a:noFill/>
        </p:spPr>
        <p:txBody>
          <a:bodyPr wrap="square" rtlCol="0">
            <a:spAutoFit/>
          </a:bodyPr>
          <a:lstStyle/>
          <a:p>
            <a:r>
              <a:rPr lang="ja-JP" altLang="en-US" sz="1400" dirty="0">
                <a:latin typeface="Meiryo UI" panose="020B0604030504040204" pitchFamily="50" charset="-128"/>
                <a:ea typeface="Meiryo UI" panose="020B0604030504040204" pitchFamily="50" charset="-128"/>
              </a:rPr>
              <a:t>▼</a:t>
            </a:r>
            <a:r>
              <a:rPr kumimoji="1" lang="ja-JP" altLang="en-US" sz="1400" dirty="0">
                <a:latin typeface="Meiryo UI" panose="020B0604030504040204" pitchFamily="50" charset="-128"/>
                <a:ea typeface="Meiryo UI" panose="020B0604030504040204" pitchFamily="50" charset="-128"/>
              </a:rPr>
              <a:t>選手への案内</a:t>
            </a:r>
          </a:p>
        </p:txBody>
      </p:sp>
      <p:sp>
        <p:nvSpPr>
          <p:cNvPr id="13" name="矢印: 右 12">
            <a:extLst>
              <a:ext uri="{FF2B5EF4-FFF2-40B4-BE49-F238E27FC236}">
                <a16:creationId xmlns:a16="http://schemas.microsoft.com/office/drawing/2014/main" id="{7BE9816A-F097-EE48-27F5-E20181A8E46C}"/>
              </a:ext>
            </a:extLst>
          </p:cNvPr>
          <p:cNvSpPr/>
          <p:nvPr/>
        </p:nvSpPr>
        <p:spPr>
          <a:xfrm>
            <a:off x="2567673" y="3645974"/>
            <a:ext cx="3757609" cy="669929"/>
          </a:xfrm>
          <a:prstGeom prst="rightArrow">
            <a:avLst>
              <a:gd name="adj1" fmla="val 100000"/>
              <a:gd name="adj2" fmla="val 22702"/>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b="1" dirty="0">
                <a:latin typeface="Meiryo UI" panose="020B0604030504040204" pitchFamily="50" charset="-128"/>
                <a:ea typeface="Meiryo UI" panose="020B0604030504040204" pitchFamily="50" charset="-128"/>
              </a:rPr>
              <a:t>システム</a:t>
            </a:r>
            <a:r>
              <a:rPr lang="ja-JP" altLang="en-US" b="1" dirty="0">
                <a:latin typeface="Meiryo UI" panose="020B0604030504040204" pitchFamily="50" charset="-128"/>
                <a:ea typeface="Meiryo UI" panose="020B0604030504040204" pitchFamily="50" charset="-128"/>
              </a:rPr>
              <a:t>　仕様検討</a:t>
            </a:r>
            <a:r>
              <a:rPr lang="en-US" altLang="ja-JP" b="1" dirty="0">
                <a:latin typeface="Meiryo UI" panose="020B0604030504040204" pitchFamily="50" charset="-128"/>
                <a:ea typeface="Meiryo UI" panose="020B0604030504040204" pitchFamily="50" charset="-128"/>
              </a:rPr>
              <a:t>/</a:t>
            </a:r>
            <a:r>
              <a:rPr kumimoji="1" lang="ja-JP" altLang="en-US" b="1" dirty="0">
                <a:latin typeface="Meiryo UI" panose="020B0604030504040204" pitchFamily="50" charset="-128"/>
                <a:ea typeface="Meiryo UI" panose="020B0604030504040204" pitchFamily="50" charset="-128"/>
              </a:rPr>
              <a:t>作成</a:t>
            </a:r>
          </a:p>
        </p:txBody>
      </p:sp>
      <p:sp>
        <p:nvSpPr>
          <p:cNvPr id="17" name="矢印: 右 16">
            <a:extLst>
              <a:ext uri="{FF2B5EF4-FFF2-40B4-BE49-F238E27FC236}">
                <a16:creationId xmlns:a16="http://schemas.microsoft.com/office/drawing/2014/main" id="{AECFBB76-197F-EDBC-EA37-5FAD82D32742}"/>
              </a:ext>
            </a:extLst>
          </p:cNvPr>
          <p:cNvSpPr/>
          <p:nvPr/>
        </p:nvSpPr>
        <p:spPr>
          <a:xfrm>
            <a:off x="7363629" y="4286139"/>
            <a:ext cx="1794830" cy="669929"/>
          </a:xfrm>
          <a:prstGeom prst="rightArrow">
            <a:avLst>
              <a:gd name="adj1" fmla="val 100000"/>
              <a:gd name="adj2" fmla="val 22702"/>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ja-JP" altLang="en-US" b="1" dirty="0">
                <a:latin typeface="Meiryo UI" panose="020B0604030504040204" pitchFamily="50" charset="-128"/>
                <a:ea typeface="Meiryo UI" panose="020B0604030504040204" pitchFamily="50" charset="-128"/>
              </a:rPr>
              <a:t>クラブ</a:t>
            </a:r>
            <a:endParaRPr lang="en-US" altLang="ja-JP" b="1" dirty="0">
              <a:latin typeface="Meiryo UI" panose="020B0604030504040204" pitchFamily="50" charset="-128"/>
              <a:ea typeface="Meiryo UI" panose="020B0604030504040204" pitchFamily="50" charset="-128"/>
            </a:endParaRPr>
          </a:p>
          <a:p>
            <a:pPr algn="ctr"/>
            <a:r>
              <a:rPr lang="ja-JP" altLang="en-US" b="1" dirty="0">
                <a:latin typeface="Meiryo UI" panose="020B0604030504040204" pitchFamily="50" charset="-128"/>
                <a:ea typeface="Meiryo UI" panose="020B0604030504040204" pitchFamily="50" charset="-128"/>
              </a:rPr>
              <a:t>正会員登録</a:t>
            </a:r>
            <a:endParaRPr kumimoji="1" lang="ja-JP" altLang="en-US" b="1" dirty="0">
              <a:latin typeface="Meiryo UI" panose="020B0604030504040204" pitchFamily="50" charset="-128"/>
              <a:ea typeface="Meiryo UI" panose="020B0604030504040204" pitchFamily="50" charset="-128"/>
            </a:endParaRPr>
          </a:p>
        </p:txBody>
      </p:sp>
      <p:sp>
        <p:nvSpPr>
          <p:cNvPr id="21" name="矢印: 右 20">
            <a:extLst>
              <a:ext uri="{FF2B5EF4-FFF2-40B4-BE49-F238E27FC236}">
                <a16:creationId xmlns:a16="http://schemas.microsoft.com/office/drawing/2014/main" id="{5410936C-FE89-42B2-BD70-CCE9C4A4D1AD}"/>
              </a:ext>
            </a:extLst>
          </p:cNvPr>
          <p:cNvSpPr/>
          <p:nvPr/>
        </p:nvSpPr>
        <p:spPr>
          <a:xfrm>
            <a:off x="6472140" y="5543034"/>
            <a:ext cx="1762012" cy="523220"/>
          </a:xfrm>
          <a:prstGeom prst="rightArrow">
            <a:avLst>
              <a:gd name="adj1" fmla="val 100000"/>
              <a:gd name="adj2" fmla="val 22702"/>
            </a:avLst>
          </a:prstGeom>
        </p:spPr>
        <p:style>
          <a:lnRef idx="2">
            <a:schemeClr val="accent1">
              <a:shade val="15000"/>
            </a:schemeClr>
          </a:lnRef>
          <a:fillRef idx="1">
            <a:schemeClr val="accent1"/>
          </a:fillRef>
          <a:effectRef idx="0">
            <a:schemeClr val="accent1"/>
          </a:effectRef>
          <a:fontRef idx="minor">
            <a:schemeClr val="lt1"/>
          </a:fontRef>
        </p:style>
        <p:txBody>
          <a:bodyPr wrap="none" rtlCol="0" anchor="ctr">
            <a:noAutofit/>
          </a:bodyPr>
          <a:lstStyle/>
          <a:p>
            <a:pPr algn="ctr"/>
            <a:r>
              <a:rPr lang="en-US" altLang="ja-JP" sz="1400" b="1" dirty="0">
                <a:latin typeface="Meiryo UI" panose="020B0604030504040204" pitchFamily="50" charset="-128"/>
                <a:ea typeface="Meiryo UI" panose="020B0604030504040204" pitchFamily="50" charset="-128"/>
              </a:rPr>
              <a:t>HP</a:t>
            </a:r>
            <a:r>
              <a:rPr lang="ja-JP" altLang="en-US" sz="1400" b="1" dirty="0">
                <a:latin typeface="Meiryo UI" panose="020B0604030504040204" pitchFamily="50" charset="-128"/>
                <a:ea typeface="Meiryo UI" panose="020B0604030504040204" pitchFamily="50" charset="-128"/>
              </a:rPr>
              <a:t>機能の</a:t>
            </a:r>
            <a:endParaRPr lang="en-US" altLang="ja-JP" sz="1400" b="1" dirty="0">
              <a:latin typeface="Meiryo UI" panose="020B0604030504040204" pitchFamily="50" charset="-128"/>
              <a:ea typeface="Meiryo UI" panose="020B0604030504040204" pitchFamily="50" charset="-128"/>
            </a:endParaRPr>
          </a:p>
          <a:p>
            <a:pPr algn="ctr"/>
            <a:r>
              <a:rPr lang="ja-JP" altLang="en-US" sz="1400" b="1" dirty="0">
                <a:latin typeface="Meiryo UI" panose="020B0604030504040204" pitchFamily="50" charset="-128"/>
                <a:ea typeface="Meiryo UI" panose="020B0604030504040204" pitchFamily="50" charset="-128"/>
              </a:rPr>
              <a:t>ポータルへの移転</a:t>
            </a:r>
            <a:endParaRPr kumimoji="1" lang="ja-JP" altLang="en-US" sz="1400" b="1" dirty="0">
              <a:latin typeface="Meiryo UI" panose="020B0604030504040204" pitchFamily="50" charset="-128"/>
              <a:ea typeface="Meiryo UI" panose="020B0604030504040204" pitchFamily="50" charset="-128"/>
            </a:endParaRPr>
          </a:p>
        </p:txBody>
      </p:sp>
      <p:sp>
        <p:nvSpPr>
          <p:cNvPr id="22" name="矢印: 右 21">
            <a:extLst>
              <a:ext uri="{FF2B5EF4-FFF2-40B4-BE49-F238E27FC236}">
                <a16:creationId xmlns:a16="http://schemas.microsoft.com/office/drawing/2014/main" id="{9A51207E-A9AD-D6F4-10CF-71CFBEFDF93A}"/>
              </a:ext>
            </a:extLst>
          </p:cNvPr>
          <p:cNvSpPr/>
          <p:nvPr/>
        </p:nvSpPr>
        <p:spPr>
          <a:xfrm>
            <a:off x="4389120" y="5543033"/>
            <a:ext cx="1936162" cy="523219"/>
          </a:xfrm>
          <a:prstGeom prst="rightArrow">
            <a:avLst>
              <a:gd name="adj1" fmla="val 100000"/>
              <a:gd name="adj2" fmla="val 22702"/>
            </a:avLst>
          </a:prstGeom>
        </p:spPr>
        <p:style>
          <a:lnRef idx="2">
            <a:schemeClr val="accent1">
              <a:shade val="15000"/>
            </a:schemeClr>
          </a:lnRef>
          <a:fillRef idx="1">
            <a:schemeClr val="accent1"/>
          </a:fillRef>
          <a:effectRef idx="0">
            <a:schemeClr val="accent1"/>
          </a:effectRef>
          <a:fontRef idx="minor">
            <a:schemeClr val="lt1"/>
          </a:fontRef>
        </p:style>
        <p:txBody>
          <a:bodyPr wrap="none" rtlCol="0" anchor="ctr">
            <a:noAutofit/>
          </a:bodyPr>
          <a:lstStyle/>
          <a:p>
            <a:pPr algn="ctr"/>
            <a:r>
              <a:rPr lang="en-US" altLang="ja-JP" sz="1400" b="1" dirty="0">
                <a:latin typeface="Meiryo UI" panose="020B0604030504040204" pitchFamily="50" charset="-128"/>
                <a:ea typeface="Meiryo UI" panose="020B0604030504040204" pitchFamily="50" charset="-128"/>
              </a:rPr>
              <a:t>27</a:t>
            </a:r>
            <a:r>
              <a:rPr lang="ja-JP" altLang="en-US" sz="1400" b="1" dirty="0">
                <a:latin typeface="Meiryo UI" panose="020B0604030504040204" pitchFamily="50" charset="-128"/>
                <a:ea typeface="Meiryo UI" panose="020B0604030504040204" pitchFamily="50" charset="-128"/>
              </a:rPr>
              <a:t>年度</a:t>
            </a:r>
            <a:endParaRPr lang="en-US" altLang="ja-JP" sz="1400" b="1" dirty="0">
              <a:latin typeface="Meiryo UI" panose="020B0604030504040204" pitchFamily="50" charset="-128"/>
              <a:ea typeface="Meiryo UI" panose="020B0604030504040204" pitchFamily="50" charset="-128"/>
            </a:endParaRPr>
          </a:p>
          <a:p>
            <a:pPr algn="ctr"/>
            <a:r>
              <a:rPr lang="ja-JP" altLang="en-US" sz="1400" b="1" dirty="0">
                <a:latin typeface="Meiryo UI" panose="020B0604030504040204" pitchFamily="50" charset="-128"/>
                <a:ea typeface="Meiryo UI" panose="020B0604030504040204" pitchFamily="50" charset="-128"/>
              </a:rPr>
              <a:t>ハンドブックの作成</a:t>
            </a:r>
            <a:endParaRPr kumimoji="1" lang="ja-JP" altLang="en-US" sz="1400" b="1" dirty="0">
              <a:latin typeface="Meiryo UI" panose="020B0604030504040204" pitchFamily="50" charset="-128"/>
              <a:ea typeface="Meiryo UI" panose="020B0604030504040204" pitchFamily="50" charset="-128"/>
            </a:endParaRPr>
          </a:p>
        </p:txBody>
      </p:sp>
      <p:sp>
        <p:nvSpPr>
          <p:cNvPr id="23" name="矢印: 右 22">
            <a:extLst>
              <a:ext uri="{FF2B5EF4-FFF2-40B4-BE49-F238E27FC236}">
                <a16:creationId xmlns:a16="http://schemas.microsoft.com/office/drawing/2014/main" id="{5E91144B-5E5F-80D4-BADC-C8CFA76C4183}"/>
              </a:ext>
            </a:extLst>
          </p:cNvPr>
          <p:cNvSpPr/>
          <p:nvPr/>
        </p:nvSpPr>
        <p:spPr>
          <a:xfrm>
            <a:off x="2567673" y="5534525"/>
            <a:ext cx="1674590" cy="523220"/>
          </a:xfrm>
          <a:prstGeom prst="rightArrow">
            <a:avLst>
              <a:gd name="adj1" fmla="val 100000"/>
              <a:gd name="adj2" fmla="val 22702"/>
            </a:avLst>
          </a:prstGeom>
        </p:spPr>
        <p:style>
          <a:lnRef idx="2">
            <a:schemeClr val="accent1">
              <a:shade val="15000"/>
            </a:schemeClr>
          </a:lnRef>
          <a:fillRef idx="1">
            <a:schemeClr val="accent1"/>
          </a:fillRef>
          <a:effectRef idx="0">
            <a:schemeClr val="accent1"/>
          </a:effectRef>
          <a:fontRef idx="minor">
            <a:schemeClr val="lt1"/>
          </a:fontRef>
        </p:style>
        <p:txBody>
          <a:bodyPr wrap="none" rtlCol="0" anchor="ctr">
            <a:noAutofit/>
          </a:bodyPr>
          <a:lstStyle/>
          <a:p>
            <a:pPr algn="ctr"/>
            <a:r>
              <a:rPr lang="en-US" altLang="ja-JP" sz="1400" b="1" dirty="0">
                <a:latin typeface="Meiryo UI" panose="020B0604030504040204" pitchFamily="50" charset="-128"/>
                <a:ea typeface="Meiryo UI" panose="020B0604030504040204" pitchFamily="50" charset="-128"/>
              </a:rPr>
              <a:t>27</a:t>
            </a:r>
            <a:r>
              <a:rPr lang="ja-JP" altLang="en-US" sz="1400" b="1" dirty="0">
                <a:latin typeface="Meiryo UI" panose="020B0604030504040204" pitchFamily="50" charset="-128"/>
                <a:ea typeface="Meiryo UI" panose="020B0604030504040204" pitchFamily="50" charset="-128"/>
              </a:rPr>
              <a:t>年度シリーズ規則</a:t>
            </a:r>
            <a:endParaRPr lang="en-US" altLang="ja-JP" sz="1400" b="1" dirty="0">
              <a:latin typeface="Meiryo UI" panose="020B0604030504040204" pitchFamily="50" charset="-128"/>
              <a:ea typeface="Meiryo UI" panose="020B0604030504040204" pitchFamily="50" charset="-128"/>
            </a:endParaRPr>
          </a:p>
          <a:p>
            <a:pPr algn="ctr"/>
            <a:r>
              <a:rPr lang="ja-JP" altLang="en-US" sz="1400" b="1" dirty="0">
                <a:latin typeface="Meiryo UI" panose="020B0604030504040204" pitchFamily="50" charset="-128"/>
                <a:ea typeface="Meiryo UI" panose="020B0604030504040204" pitchFamily="50" charset="-128"/>
              </a:rPr>
              <a:t>の作成・制定</a:t>
            </a:r>
            <a:endParaRPr kumimoji="1" lang="ja-JP" altLang="en-US" sz="1400" b="1" dirty="0">
              <a:latin typeface="Meiryo UI" panose="020B0604030504040204" pitchFamily="50" charset="-128"/>
              <a:ea typeface="Meiryo UI" panose="020B0604030504040204" pitchFamily="50" charset="-128"/>
            </a:endParaRPr>
          </a:p>
        </p:txBody>
      </p:sp>
      <p:grpSp>
        <p:nvGrpSpPr>
          <p:cNvPr id="26" name="グループ化 25">
            <a:extLst>
              <a:ext uri="{FF2B5EF4-FFF2-40B4-BE49-F238E27FC236}">
                <a16:creationId xmlns:a16="http://schemas.microsoft.com/office/drawing/2014/main" id="{9C779A09-E6AA-AA4D-0AA6-8CBA979FA200}"/>
              </a:ext>
            </a:extLst>
          </p:cNvPr>
          <p:cNvGrpSpPr/>
          <p:nvPr/>
        </p:nvGrpSpPr>
        <p:grpSpPr>
          <a:xfrm>
            <a:off x="4482834" y="5131388"/>
            <a:ext cx="4237216" cy="327334"/>
            <a:chOff x="6048097" y="2328418"/>
            <a:chExt cx="3726125" cy="327334"/>
          </a:xfrm>
        </p:grpSpPr>
        <p:sp>
          <p:nvSpPr>
            <p:cNvPr id="28" name="テキスト ボックス 27">
              <a:extLst>
                <a:ext uri="{FF2B5EF4-FFF2-40B4-BE49-F238E27FC236}">
                  <a16:creationId xmlns:a16="http://schemas.microsoft.com/office/drawing/2014/main" id="{7CCF0343-3688-F806-C3AB-E614B341CDD4}"/>
                </a:ext>
              </a:extLst>
            </p:cNvPr>
            <p:cNvSpPr txBox="1"/>
            <p:nvPr/>
          </p:nvSpPr>
          <p:spPr>
            <a:xfrm>
              <a:off x="6048097" y="2328418"/>
              <a:ext cx="1279833" cy="307777"/>
            </a:xfrm>
            <a:prstGeom prst="rect">
              <a:avLst/>
            </a:prstGeom>
            <a:noFill/>
          </p:spPr>
          <p:txBody>
            <a:bodyPr wrap="square" rtlCol="0">
              <a:spAutoFit/>
            </a:bodyPr>
            <a:lstStyle/>
            <a:p>
              <a:r>
                <a:rPr lang="ja-JP" altLang="en-US" sz="1400" dirty="0">
                  <a:latin typeface="Meiryo UI" panose="020B0604030504040204" pitchFamily="50" charset="-128"/>
                  <a:ea typeface="Meiryo UI" panose="020B0604030504040204" pitchFamily="50" charset="-128"/>
                </a:rPr>
                <a:t>▼規則の承認</a:t>
              </a:r>
              <a:endParaRPr kumimoji="1" lang="ja-JP" altLang="en-US" sz="1400" dirty="0">
                <a:latin typeface="Meiryo UI" panose="020B0604030504040204" pitchFamily="50" charset="-128"/>
                <a:ea typeface="Meiryo UI" panose="020B0604030504040204" pitchFamily="50" charset="-128"/>
              </a:endParaRPr>
            </a:p>
          </p:txBody>
        </p:sp>
        <p:sp>
          <p:nvSpPr>
            <p:cNvPr id="29" name="テキスト ボックス 28">
              <a:extLst>
                <a:ext uri="{FF2B5EF4-FFF2-40B4-BE49-F238E27FC236}">
                  <a16:creationId xmlns:a16="http://schemas.microsoft.com/office/drawing/2014/main" id="{B812382A-FA60-9FB9-47DE-D5F34C384856}"/>
                </a:ext>
              </a:extLst>
            </p:cNvPr>
            <p:cNvSpPr txBox="1"/>
            <p:nvPr/>
          </p:nvSpPr>
          <p:spPr>
            <a:xfrm>
              <a:off x="7466684" y="2346924"/>
              <a:ext cx="1639858" cy="307777"/>
            </a:xfrm>
            <a:prstGeom prst="rect">
              <a:avLst/>
            </a:prstGeom>
            <a:noFill/>
          </p:spPr>
          <p:txBody>
            <a:bodyPr wrap="square" rtlCol="0">
              <a:spAutoFit/>
            </a:bodyPr>
            <a:lstStyle/>
            <a:p>
              <a:r>
                <a:rPr lang="ja-JP" altLang="en-US" sz="1400" dirty="0">
                  <a:latin typeface="Meiryo UI" panose="020B0604030504040204" pitchFamily="50" charset="-128"/>
                  <a:ea typeface="Meiryo UI" panose="020B0604030504040204" pitchFamily="50" charset="-128"/>
                </a:rPr>
                <a:t>▼ハンドブックの承認</a:t>
              </a:r>
              <a:endParaRPr kumimoji="1" lang="en-US" altLang="ja-JP" sz="1400" dirty="0">
                <a:latin typeface="Meiryo UI" panose="020B0604030504040204" pitchFamily="50" charset="-128"/>
                <a:ea typeface="Meiryo UI" panose="020B0604030504040204" pitchFamily="50" charset="-128"/>
              </a:endParaRPr>
            </a:p>
          </p:txBody>
        </p:sp>
        <p:sp>
          <p:nvSpPr>
            <p:cNvPr id="30" name="テキスト ボックス 29">
              <a:extLst>
                <a:ext uri="{FF2B5EF4-FFF2-40B4-BE49-F238E27FC236}">
                  <a16:creationId xmlns:a16="http://schemas.microsoft.com/office/drawing/2014/main" id="{9D8B0091-E098-20EA-C82E-B5CDA712A084}"/>
                </a:ext>
              </a:extLst>
            </p:cNvPr>
            <p:cNvSpPr txBox="1"/>
            <p:nvPr/>
          </p:nvSpPr>
          <p:spPr>
            <a:xfrm>
              <a:off x="8995596" y="2347975"/>
              <a:ext cx="778626" cy="307777"/>
            </a:xfrm>
            <a:prstGeom prst="rect">
              <a:avLst/>
            </a:prstGeom>
            <a:noFill/>
          </p:spPr>
          <p:txBody>
            <a:bodyPr wrap="square" rtlCol="0">
              <a:spAutoFit/>
            </a:bodyPr>
            <a:lstStyle/>
            <a:p>
              <a:endParaRPr kumimoji="1" lang="ja-JP" altLang="en-US" sz="1400" dirty="0">
                <a:latin typeface="Meiryo UI" panose="020B0604030504040204" pitchFamily="50" charset="-128"/>
                <a:ea typeface="Meiryo UI" panose="020B0604030504040204" pitchFamily="50" charset="-128"/>
              </a:endParaRPr>
            </a:p>
          </p:txBody>
        </p:sp>
      </p:grpSp>
      <p:cxnSp>
        <p:nvCxnSpPr>
          <p:cNvPr id="7" name="直線コネクタ 6">
            <a:extLst>
              <a:ext uri="{FF2B5EF4-FFF2-40B4-BE49-F238E27FC236}">
                <a16:creationId xmlns:a16="http://schemas.microsoft.com/office/drawing/2014/main" id="{A7DF5F10-8F2C-CA86-F050-CF6360711F7C}"/>
              </a:ext>
            </a:extLst>
          </p:cNvPr>
          <p:cNvCxnSpPr>
            <a:cxnSpLocks/>
          </p:cNvCxnSpPr>
          <p:nvPr/>
        </p:nvCxnSpPr>
        <p:spPr>
          <a:xfrm>
            <a:off x="5328410" y="1796918"/>
            <a:ext cx="0" cy="4745198"/>
          </a:xfrm>
          <a:prstGeom prst="line">
            <a:avLst/>
          </a:prstGeom>
          <a:ln w="25400">
            <a:solidFill>
              <a:srgbClr val="FF0000"/>
            </a:solidFill>
          </a:ln>
        </p:spPr>
        <p:style>
          <a:lnRef idx="1">
            <a:schemeClr val="accent1"/>
          </a:lnRef>
          <a:fillRef idx="0">
            <a:schemeClr val="accent1"/>
          </a:fillRef>
          <a:effectRef idx="0">
            <a:schemeClr val="accent1"/>
          </a:effectRef>
          <a:fontRef idx="minor">
            <a:schemeClr val="tx1"/>
          </a:fontRef>
        </p:style>
      </p:cxnSp>
      <p:sp>
        <p:nvSpPr>
          <p:cNvPr id="8" name="テキスト ボックス 7">
            <a:extLst>
              <a:ext uri="{FF2B5EF4-FFF2-40B4-BE49-F238E27FC236}">
                <a16:creationId xmlns:a16="http://schemas.microsoft.com/office/drawing/2014/main" id="{27EC75FE-C1C3-ED51-E32A-C8216B40EF0F}"/>
              </a:ext>
            </a:extLst>
          </p:cNvPr>
          <p:cNvSpPr txBox="1"/>
          <p:nvPr/>
        </p:nvSpPr>
        <p:spPr>
          <a:xfrm>
            <a:off x="7892157" y="2697749"/>
            <a:ext cx="986381" cy="307777"/>
          </a:xfrm>
          <a:prstGeom prst="rect">
            <a:avLst/>
          </a:prstGeom>
          <a:noFill/>
        </p:spPr>
        <p:txBody>
          <a:bodyPr wrap="square" rtlCol="0">
            <a:spAutoFit/>
          </a:bodyPr>
          <a:lstStyle/>
          <a:p>
            <a:r>
              <a:rPr lang="ja-JP" altLang="en-US" sz="1400" dirty="0">
                <a:latin typeface="Meiryo UI" panose="020B0604030504040204" pitchFamily="50" charset="-128"/>
                <a:ea typeface="Meiryo UI" panose="020B0604030504040204" pitchFamily="50" charset="-128"/>
              </a:rPr>
              <a:t>▼表彰式</a:t>
            </a:r>
            <a:endParaRPr kumimoji="1" lang="ja-JP" altLang="en-US" sz="1400" dirty="0">
              <a:latin typeface="Meiryo UI" panose="020B0604030504040204" pitchFamily="50" charset="-128"/>
              <a:ea typeface="Meiryo UI" panose="020B0604030504040204" pitchFamily="50" charset="-128"/>
            </a:endParaRPr>
          </a:p>
        </p:txBody>
      </p:sp>
      <p:sp>
        <p:nvSpPr>
          <p:cNvPr id="14" name="テキスト ボックス 13">
            <a:extLst>
              <a:ext uri="{FF2B5EF4-FFF2-40B4-BE49-F238E27FC236}">
                <a16:creationId xmlns:a16="http://schemas.microsoft.com/office/drawing/2014/main" id="{2B68D444-B506-8A4C-D586-562271B32FC2}"/>
              </a:ext>
            </a:extLst>
          </p:cNvPr>
          <p:cNvSpPr txBox="1"/>
          <p:nvPr/>
        </p:nvSpPr>
        <p:spPr>
          <a:xfrm>
            <a:off x="9071669" y="2709690"/>
            <a:ext cx="1415096" cy="307777"/>
          </a:xfrm>
          <a:prstGeom prst="rect">
            <a:avLst/>
          </a:prstGeom>
          <a:noFill/>
        </p:spPr>
        <p:txBody>
          <a:bodyPr wrap="square" rtlCol="0">
            <a:spAutoFit/>
          </a:bodyPr>
          <a:lstStyle/>
          <a:p>
            <a:r>
              <a:rPr lang="ja-JP" altLang="en-US" sz="1400" dirty="0">
                <a:latin typeface="Meiryo UI" panose="020B0604030504040204" pitchFamily="50" charset="-128"/>
                <a:ea typeface="Meiryo UI" panose="020B0604030504040204" pitchFamily="50" charset="-128"/>
              </a:rPr>
              <a:t>▼代表者会議</a:t>
            </a:r>
            <a:endParaRPr kumimoji="1" lang="ja-JP" altLang="en-US" sz="1400" dirty="0">
              <a:latin typeface="Meiryo UI" panose="020B0604030504040204" pitchFamily="50" charset="-128"/>
              <a:ea typeface="Meiryo UI" panose="020B0604030504040204" pitchFamily="50" charset="-128"/>
            </a:endParaRPr>
          </a:p>
        </p:txBody>
      </p:sp>
      <p:sp>
        <p:nvSpPr>
          <p:cNvPr id="15" name="テキスト ボックス 14">
            <a:extLst>
              <a:ext uri="{FF2B5EF4-FFF2-40B4-BE49-F238E27FC236}">
                <a16:creationId xmlns:a16="http://schemas.microsoft.com/office/drawing/2014/main" id="{36E7A22E-D27C-F6D4-C5A1-05723AAD74CE}"/>
              </a:ext>
            </a:extLst>
          </p:cNvPr>
          <p:cNvSpPr txBox="1"/>
          <p:nvPr/>
        </p:nvSpPr>
        <p:spPr>
          <a:xfrm>
            <a:off x="9324506" y="3330115"/>
            <a:ext cx="1439795" cy="307777"/>
          </a:xfrm>
          <a:prstGeom prst="rect">
            <a:avLst/>
          </a:prstGeom>
          <a:noFill/>
        </p:spPr>
        <p:txBody>
          <a:bodyPr wrap="square" rtlCol="0">
            <a:spAutoFit/>
          </a:bodyPr>
          <a:lstStyle/>
          <a:p>
            <a:r>
              <a:rPr lang="ja-JP" altLang="en-US" sz="1400" dirty="0">
                <a:latin typeface="Meiryo UI" panose="020B0604030504040204" pitchFamily="50" charset="-128"/>
                <a:ea typeface="Meiryo UI" panose="020B0604030504040204" pitchFamily="50" charset="-128"/>
              </a:rPr>
              <a:t>シリーズ開幕▼</a:t>
            </a:r>
            <a:endParaRPr kumimoji="1" lang="ja-JP" altLang="en-US" sz="1400" dirty="0">
              <a:latin typeface="Meiryo UI" panose="020B0604030504040204" pitchFamily="50" charset="-128"/>
              <a:ea typeface="Meiryo UI" panose="020B0604030504040204" pitchFamily="50" charset="-128"/>
            </a:endParaRPr>
          </a:p>
        </p:txBody>
      </p:sp>
      <p:sp>
        <p:nvSpPr>
          <p:cNvPr id="31" name="吹き出し: 四角形 30">
            <a:extLst>
              <a:ext uri="{FF2B5EF4-FFF2-40B4-BE49-F238E27FC236}">
                <a16:creationId xmlns:a16="http://schemas.microsoft.com/office/drawing/2014/main" id="{90870D08-9E50-B96E-5B51-2E1CDAFDD3A7}"/>
              </a:ext>
            </a:extLst>
          </p:cNvPr>
          <p:cNvSpPr/>
          <p:nvPr/>
        </p:nvSpPr>
        <p:spPr>
          <a:xfrm>
            <a:off x="8299628" y="5493893"/>
            <a:ext cx="3701265" cy="1048223"/>
          </a:xfrm>
          <a:prstGeom prst="wedgeRectCallout">
            <a:avLst>
              <a:gd name="adj1" fmla="val -22657"/>
              <a:gd name="adj2" fmla="val -91164"/>
            </a:avLst>
          </a:prstGeom>
          <a:solidFill>
            <a:schemeClr val="accent4">
              <a:lumMod val="20000"/>
              <a:lumOff val="8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ja-JP" altLang="en-US" sz="1400" b="1" dirty="0">
                <a:solidFill>
                  <a:schemeClr val="tx1"/>
                </a:solidFill>
                <a:latin typeface="Meiryo UI" panose="020B0604030504040204" pitchFamily="50" charset="-128"/>
                <a:ea typeface="Meiryo UI" panose="020B0604030504040204" pitchFamily="50" charset="-128"/>
              </a:rPr>
              <a:t>正会員クラブの登録期間は十分にありますが、</a:t>
            </a:r>
            <a:endParaRPr lang="en-US" altLang="ja-JP" sz="1400" b="1" dirty="0">
              <a:solidFill>
                <a:schemeClr val="tx1"/>
              </a:solidFill>
              <a:latin typeface="Meiryo UI" panose="020B0604030504040204" pitchFamily="50" charset="-128"/>
              <a:ea typeface="Meiryo UI" panose="020B0604030504040204" pitchFamily="50" charset="-128"/>
            </a:endParaRPr>
          </a:p>
          <a:p>
            <a:pPr algn="ctr"/>
            <a:r>
              <a:rPr lang="ja-JP" altLang="en-US" sz="1400" b="1" dirty="0">
                <a:solidFill>
                  <a:schemeClr val="tx1"/>
                </a:solidFill>
                <a:latin typeface="Meiryo UI" panose="020B0604030504040204" pitchFamily="50" charset="-128"/>
                <a:ea typeface="Meiryo UI" panose="020B0604030504040204" pitchFamily="50" charset="-128"/>
              </a:rPr>
              <a:t>メール案内だけでは正式ではないと言うことなら、</a:t>
            </a:r>
            <a:endParaRPr lang="en-US" altLang="ja-JP" sz="1400" b="1" dirty="0">
              <a:solidFill>
                <a:schemeClr val="tx1"/>
              </a:solidFill>
              <a:latin typeface="Meiryo UI" panose="020B0604030504040204" pitchFamily="50" charset="-128"/>
              <a:ea typeface="Meiryo UI" panose="020B0604030504040204" pitchFamily="50" charset="-128"/>
            </a:endParaRPr>
          </a:p>
          <a:p>
            <a:pPr algn="ctr"/>
            <a:r>
              <a:rPr kumimoji="1" lang="ja-JP" altLang="en-US" sz="1400" b="1" dirty="0">
                <a:solidFill>
                  <a:schemeClr val="tx1"/>
                </a:solidFill>
                <a:latin typeface="Meiryo UI" panose="020B0604030504040204" pitchFamily="50" charset="-128"/>
                <a:ea typeface="Meiryo UI" panose="020B0604030504040204" pitchFamily="50" charset="-128"/>
              </a:rPr>
              <a:t>正会員登録は代表者会議の１週間後に登録</a:t>
            </a:r>
            <a:endParaRPr kumimoji="1" lang="en-US" altLang="ja-JP" sz="1400" b="1" dirty="0">
              <a:solidFill>
                <a:schemeClr val="tx1"/>
              </a:solidFill>
              <a:latin typeface="Meiryo UI" panose="020B0604030504040204" pitchFamily="50" charset="-128"/>
              <a:ea typeface="Meiryo UI" panose="020B0604030504040204" pitchFamily="50" charset="-128"/>
            </a:endParaRPr>
          </a:p>
          <a:p>
            <a:pPr algn="ctr"/>
            <a:r>
              <a:rPr kumimoji="1" lang="ja-JP" altLang="en-US" sz="1400" b="1" dirty="0">
                <a:solidFill>
                  <a:schemeClr val="tx1"/>
                </a:solidFill>
                <a:latin typeface="Meiryo UI" panose="020B0604030504040204" pitchFamily="50" charset="-128"/>
                <a:ea typeface="Meiryo UI" panose="020B0604030504040204" pitchFamily="50" charset="-128"/>
              </a:rPr>
              <a:t>締め切りでいかがでしょうか？</a:t>
            </a:r>
            <a:endParaRPr kumimoji="1" lang="en-US" altLang="ja-JP" sz="1400" b="1" dirty="0">
              <a:solidFill>
                <a:schemeClr val="tx1"/>
              </a:solidFill>
              <a:latin typeface="Meiryo UI" panose="020B0604030504040204" pitchFamily="50" charset="-128"/>
              <a:ea typeface="Meiryo UI" panose="020B0604030504040204" pitchFamily="50" charset="-128"/>
            </a:endParaRPr>
          </a:p>
        </p:txBody>
      </p:sp>
      <p:grpSp>
        <p:nvGrpSpPr>
          <p:cNvPr id="43" name="グループ化 42">
            <a:extLst>
              <a:ext uri="{FF2B5EF4-FFF2-40B4-BE49-F238E27FC236}">
                <a16:creationId xmlns:a16="http://schemas.microsoft.com/office/drawing/2014/main" id="{C1D6DC26-43A4-605A-61DB-36483ACADB1D}"/>
              </a:ext>
            </a:extLst>
          </p:cNvPr>
          <p:cNvGrpSpPr/>
          <p:nvPr/>
        </p:nvGrpSpPr>
        <p:grpSpPr>
          <a:xfrm>
            <a:off x="8379229" y="3664241"/>
            <a:ext cx="2759576" cy="537586"/>
            <a:chOff x="8467411" y="4670003"/>
            <a:chExt cx="2759576" cy="680634"/>
          </a:xfrm>
        </p:grpSpPr>
        <p:sp>
          <p:nvSpPr>
            <p:cNvPr id="18" name="矢印: 右 17">
              <a:extLst>
                <a:ext uri="{FF2B5EF4-FFF2-40B4-BE49-F238E27FC236}">
                  <a16:creationId xmlns:a16="http://schemas.microsoft.com/office/drawing/2014/main" id="{93DE65C1-61F1-BCB2-ABD3-20251B2E8CF1}"/>
                </a:ext>
              </a:extLst>
            </p:cNvPr>
            <p:cNvSpPr/>
            <p:nvPr/>
          </p:nvSpPr>
          <p:spPr>
            <a:xfrm>
              <a:off x="8467411" y="4673275"/>
              <a:ext cx="2086703" cy="669929"/>
            </a:xfrm>
            <a:prstGeom prst="rightArrow">
              <a:avLst>
                <a:gd name="adj1" fmla="val 100000"/>
                <a:gd name="adj2" fmla="val 22702"/>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ja-JP" altLang="en-US" b="1" dirty="0">
                  <a:latin typeface="Meiryo UI" panose="020B0604030504040204" pitchFamily="50" charset="-128"/>
                  <a:ea typeface="Meiryo UI" panose="020B0604030504040204" pitchFamily="50" charset="-128"/>
                </a:rPr>
                <a:t>個人会員</a:t>
              </a:r>
              <a:r>
                <a:rPr kumimoji="1" lang="ja-JP" altLang="en-US" b="1" dirty="0">
                  <a:latin typeface="Meiryo UI" panose="020B0604030504040204" pitchFamily="50" charset="-128"/>
                  <a:ea typeface="Meiryo UI" panose="020B0604030504040204" pitchFamily="50" charset="-128"/>
                </a:rPr>
                <a:t>登録</a:t>
              </a:r>
            </a:p>
          </p:txBody>
        </p:sp>
        <p:sp>
          <p:nvSpPr>
            <p:cNvPr id="33" name="矢印: 山形 32">
              <a:extLst>
                <a:ext uri="{FF2B5EF4-FFF2-40B4-BE49-F238E27FC236}">
                  <a16:creationId xmlns:a16="http://schemas.microsoft.com/office/drawing/2014/main" id="{36EC44DC-5E33-6323-DBF0-B3B549F416C5}"/>
                </a:ext>
              </a:extLst>
            </p:cNvPr>
            <p:cNvSpPr/>
            <p:nvPr/>
          </p:nvSpPr>
          <p:spPr>
            <a:xfrm>
              <a:off x="10513928" y="4680708"/>
              <a:ext cx="264891" cy="659224"/>
            </a:xfrm>
            <a:prstGeom prst="chevron">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solidFill>
                  <a:schemeClr val="tx1"/>
                </a:solidFill>
              </a:endParaRPr>
            </a:p>
          </p:txBody>
        </p:sp>
        <p:sp>
          <p:nvSpPr>
            <p:cNvPr id="34" name="矢印: 山形 33">
              <a:extLst>
                <a:ext uri="{FF2B5EF4-FFF2-40B4-BE49-F238E27FC236}">
                  <a16:creationId xmlns:a16="http://schemas.microsoft.com/office/drawing/2014/main" id="{7F44FE24-097D-F384-9AB5-6947569960F0}"/>
                </a:ext>
              </a:extLst>
            </p:cNvPr>
            <p:cNvSpPr/>
            <p:nvPr/>
          </p:nvSpPr>
          <p:spPr>
            <a:xfrm>
              <a:off x="10713127" y="4680708"/>
              <a:ext cx="289156" cy="669929"/>
            </a:xfrm>
            <a:prstGeom prst="chevron">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solidFill>
                  <a:schemeClr val="tx1"/>
                </a:solidFill>
              </a:endParaRPr>
            </a:p>
          </p:txBody>
        </p:sp>
        <p:sp>
          <p:nvSpPr>
            <p:cNvPr id="35" name="矢印: 山形 34">
              <a:extLst>
                <a:ext uri="{FF2B5EF4-FFF2-40B4-BE49-F238E27FC236}">
                  <a16:creationId xmlns:a16="http://schemas.microsoft.com/office/drawing/2014/main" id="{98A26BD9-CE67-21DE-F518-A9DA65252393}"/>
                </a:ext>
              </a:extLst>
            </p:cNvPr>
            <p:cNvSpPr/>
            <p:nvPr/>
          </p:nvSpPr>
          <p:spPr>
            <a:xfrm>
              <a:off x="10937831" y="4670003"/>
              <a:ext cx="289156" cy="669929"/>
            </a:xfrm>
            <a:prstGeom prst="chevron">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solidFill>
                  <a:schemeClr val="tx1"/>
                </a:solidFill>
              </a:endParaRPr>
            </a:p>
          </p:txBody>
        </p:sp>
      </p:grpSp>
      <p:cxnSp>
        <p:nvCxnSpPr>
          <p:cNvPr id="37" name="直線矢印コネクタ 36">
            <a:extLst>
              <a:ext uri="{FF2B5EF4-FFF2-40B4-BE49-F238E27FC236}">
                <a16:creationId xmlns:a16="http://schemas.microsoft.com/office/drawing/2014/main" id="{01D0282C-EDAF-F615-9C50-3D855B3D671E}"/>
              </a:ext>
            </a:extLst>
          </p:cNvPr>
          <p:cNvCxnSpPr/>
          <p:nvPr/>
        </p:nvCxnSpPr>
        <p:spPr>
          <a:xfrm>
            <a:off x="8051444" y="3005526"/>
            <a:ext cx="0" cy="32946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39" name="テキスト ボックス 38">
            <a:extLst>
              <a:ext uri="{FF2B5EF4-FFF2-40B4-BE49-F238E27FC236}">
                <a16:creationId xmlns:a16="http://schemas.microsoft.com/office/drawing/2014/main" id="{ADB647C2-C54D-93CE-BC45-0E941E60D355}"/>
              </a:ext>
            </a:extLst>
          </p:cNvPr>
          <p:cNvSpPr txBox="1"/>
          <p:nvPr/>
        </p:nvSpPr>
        <p:spPr>
          <a:xfrm>
            <a:off x="9071669" y="4464210"/>
            <a:ext cx="2223239" cy="307777"/>
          </a:xfrm>
          <a:prstGeom prst="rect">
            <a:avLst/>
          </a:prstGeom>
          <a:noFill/>
        </p:spPr>
        <p:txBody>
          <a:bodyPr wrap="square" rtlCol="0">
            <a:spAutoFit/>
          </a:bodyPr>
          <a:lstStyle/>
          <a:p>
            <a:r>
              <a:rPr lang="ja-JP" altLang="en-US" sz="1400" dirty="0">
                <a:latin typeface="Meiryo UI" panose="020B0604030504040204" pitchFamily="50" charset="-128"/>
                <a:ea typeface="Meiryo UI" panose="020B0604030504040204" pitchFamily="50" charset="-128"/>
              </a:rPr>
              <a:t>▼</a:t>
            </a:r>
            <a:r>
              <a:rPr kumimoji="1" lang="ja-JP" altLang="en-US" sz="1400" b="1" dirty="0">
                <a:latin typeface="Meiryo UI" panose="020B0604030504040204" pitchFamily="50" charset="-128"/>
                <a:ea typeface="Meiryo UI" panose="020B0604030504040204" pitchFamily="50" charset="-128"/>
              </a:rPr>
              <a:t>正会員クラブ登録期限</a:t>
            </a:r>
          </a:p>
        </p:txBody>
      </p:sp>
      <p:cxnSp>
        <p:nvCxnSpPr>
          <p:cNvPr id="40" name="直線矢印コネクタ 39">
            <a:extLst>
              <a:ext uri="{FF2B5EF4-FFF2-40B4-BE49-F238E27FC236}">
                <a16:creationId xmlns:a16="http://schemas.microsoft.com/office/drawing/2014/main" id="{B1A5E87D-48EA-9CDC-BED8-42DDDB647F26}"/>
              </a:ext>
            </a:extLst>
          </p:cNvPr>
          <p:cNvCxnSpPr>
            <a:cxnSpLocks/>
          </p:cNvCxnSpPr>
          <p:nvPr/>
        </p:nvCxnSpPr>
        <p:spPr>
          <a:xfrm>
            <a:off x="9247809" y="3017467"/>
            <a:ext cx="0" cy="1446743"/>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48" name="テキスト ボックス 47">
            <a:extLst>
              <a:ext uri="{FF2B5EF4-FFF2-40B4-BE49-F238E27FC236}">
                <a16:creationId xmlns:a16="http://schemas.microsoft.com/office/drawing/2014/main" id="{26928A4B-9C0A-7F3A-761E-FFB67B444C0A}"/>
              </a:ext>
            </a:extLst>
          </p:cNvPr>
          <p:cNvSpPr txBox="1"/>
          <p:nvPr/>
        </p:nvSpPr>
        <p:spPr>
          <a:xfrm>
            <a:off x="9336603" y="666988"/>
            <a:ext cx="2855397" cy="369332"/>
          </a:xfrm>
          <a:prstGeom prst="rect">
            <a:avLst/>
          </a:prstGeom>
          <a:noFill/>
        </p:spPr>
        <p:txBody>
          <a:bodyPr wrap="square" rtlCol="0">
            <a:spAutoFit/>
          </a:bodyPr>
          <a:lstStyle/>
          <a:p>
            <a:r>
              <a:rPr lang="en-US" altLang="ja-JP" dirty="0">
                <a:latin typeface="Meiryo UI" panose="020B0604030504040204" pitchFamily="50" charset="-128"/>
                <a:ea typeface="Meiryo UI" panose="020B0604030504040204" pitchFamily="50" charset="-128"/>
              </a:rPr>
              <a:t>26</a:t>
            </a:r>
            <a:r>
              <a:rPr lang="ja-JP" altLang="en-US" dirty="0">
                <a:latin typeface="Meiryo UI" panose="020B0604030504040204" pitchFamily="50" charset="-128"/>
                <a:ea typeface="Meiryo UI" panose="020B0604030504040204" pitchFamily="50" charset="-128"/>
              </a:rPr>
              <a:t>年</a:t>
            </a:r>
            <a:r>
              <a:rPr lang="en-US" altLang="ja-JP" dirty="0">
                <a:latin typeface="Meiryo UI" panose="020B0604030504040204" pitchFamily="50" charset="-128"/>
                <a:ea typeface="Meiryo UI" panose="020B0604030504040204" pitchFamily="50" charset="-128"/>
              </a:rPr>
              <a:t>9</a:t>
            </a:r>
            <a:r>
              <a:rPr lang="ja-JP" altLang="en-US" dirty="0">
                <a:latin typeface="Meiryo UI" panose="020B0604030504040204" pitchFamily="50" charset="-128"/>
                <a:ea typeface="Meiryo UI" panose="020B0604030504040204" pitchFamily="50" charset="-128"/>
              </a:rPr>
              <a:t>月</a:t>
            </a:r>
            <a:r>
              <a:rPr lang="en-US" altLang="ja-JP" dirty="0">
                <a:latin typeface="Meiryo UI" panose="020B0604030504040204" pitchFamily="50" charset="-128"/>
                <a:ea typeface="Meiryo UI" panose="020B0604030504040204" pitchFamily="50" charset="-128"/>
              </a:rPr>
              <a:t>26</a:t>
            </a:r>
            <a:r>
              <a:rPr lang="ja-JP" altLang="en-US" dirty="0">
                <a:latin typeface="Meiryo UI" panose="020B0604030504040204" pitchFamily="50" charset="-128"/>
                <a:ea typeface="Meiryo UI" panose="020B0604030504040204" pitchFamily="50" charset="-128"/>
              </a:rPr>
              <a:t>日　ページ追加</a:t>
            </a:r>
            <a:endParaRPr lang="en-US" altLang="ja-JP" dirty="0">
              <a:latin typeface="Meiryo UI" panose="020B0604030504040204" pitchFamily="50" charset="-128"/>
              <a:ea typeface="Meiryo UI" panose="020B0604030504040204" pitchFamily="50" charset="-128"/>
            </a:endParaRPr>
          </a:p>
        </p:txBody>
      </p:sp>
    </p:spTree>
    <p:extLst>
      <p:ext uri="{BB962C8B-B14F-4D97-AF65-F5344CB8AC3E}">
        <p14:creationId xmlns:p14="http://schemas.microsoft.com/office/powerpoint/2010/main" val="3348569981"/>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45E0038-4F3B-44E7-E3FE-55B8AEB4E29D}"/>
            </a:ext>
          </a:extLst>
        </p:cNvPr>
        <p:cNvGrpSpPr/>
        <p:nvPr/>
      </p:nvGrpSpPr>
      <p:grpSpPr>
        <a:xfrm>
          <a:off x="0" y="0"/>
          <a:ext cx="0" cy="0"/>
          <a:chOff x="0" y="0"/>
          <a:chExt cx="0" cy="0"/>
        </a:xfrm>
      </p:grpSpPr>
      <p:sp>
        <p:nvSpPr>
          <p:cNvPr id="2" name="テキスト ボックス 1">
            <a:extLst>
              <a:ext uri="{FF2B5EF4-FFF2-40B4-BE49-F238E27FC236}">
                <a16:creationId xmlns:a16="http://schemas.microsoft.com/office/drawing/2014/main" id="{E41A87E5-EB9C-6A2B-2005-D195BBEC356B}"/>
              </a:ext>
            </a:extLst>
          </p:cNvPr>
          <p:cNvSpPr txBox="1"/>
          <p:nvPr/>
        </p:nvSpPr>
        <p:spPr>
          <a:xfrm>
            <a:off x="224291" y="0"/>
            <a:ext cx="11488497" cy="646331"/>
          </a:xfrm>
          <a:prstGeom prst="rect">
            <a:avLst/>
          </a:prstGeom>
          <a:noFill/>
        </p:spPr>
        <p:txBody>
          <a:bodyPr wrap="square" rtlCol="0">
            <a:spAutoFit/>
          </a:bodyPr>
          <a:lstStyle/>
          <a:p>
            <a:r>
              <a:rPr lang="ja-JP" altLang="en-US" sz="3600" dirty="0">
                <a:latin typeface="Meiryo UI" panose="020B0604030504040204" pitchFamily="50" charset="-128"/>
                <a:ea typeface="Meiryo UI" panose="020B0604030504040204" pitchFamily="50" charset="-128"/>
              </a:rPr>
              <a:t>３．</a:t>
            </a:r>
            <a:r>
              <a:rPr lang="en-US" altLang="ja-JP" sz="3600" dirty="0">
                <a:latin typeface="Meiryo UI" panose="020B0604030504040204" pitchFamily="50" charset="-128"/>
                <a:ea typeface="Meiryo UI" panose="020B0604030504040204" pitchFamily="50" charset="-128"/>
              </a:rPr>
              <a:t>JMRC</a:t>
            </a:r>
            <a:r>
              <a:rPr lang="ja-JP" altLang="en-US" sz="3600" dirty="0">
                <a:latin typeface="Meiryo UI" panose="020B0604030504040204" pitchFamily="50" charset="-128"/>
                <a:ea typeface="Meiryo UI" panose="020B0604030504040204" pitchFamily="50" charset="-128"/>
              </a:rPr>
              <a:t>近畿事務局ポータルシステム要件</a:t>
            </a:r>
            <a:endParaRPr kumimoji="1" lang="ja-JP" altLang="en-US" sz="3600" dirty="0">
              <a:latin typeface="Meiryo UI" panose="020B0604030504040204" pitchFamily="50" charset="-128"/>
              <a:ea typeface="Meiryo UI" panose="020B0604030504040204" pitchFamily="50" charset="-128"/>
            </a:endParaRPr>
          </a:p>
        </p:txBody>
      </p:sp>
      <p:sp>
        <p:nvSpPr>
          <p:cNvPr id="3" name="テキスト ボックス 2">
            <a:extLst>
              <a:ext uri="{FF2B5EF4-FFF2-40B4-BE49-F238E27FC236}">
                <a16:creationId xmlns:a16="http://schemas.microsoft.com/office/drawing/2014/main" id="{A42D6182-E626-ED3D-7F72-FF8BDAEA024E}"/>
              </a:ext>
            </a:extLst>
          </p:cNvPr>
          <p:cNvSpPr txBox="1"/>
          <p:nvPr/>
        </p:nvSpPr>
        <p:spPr>
          <a:xfrm>
            <a:off x="224291" y="783584"/>
            <a:ext cx="4495193" cy="461665"/>
          </a:xfrm>
          <a:prstGeom prst="rect">
            <a:avLst/>
          </a:prstGeom>
          <a:noFill/>
        </p:spPr>
        <p:txBody>
          <a:bodyPr wrap="square" rtlCol="0">
            <a:spAutoFit/>
          </a:bodyPr>
          <a:lstStyle/>
          <a:p>
            <a:r>
              <a:rPr kumimoji="1" lang="ja-JP" altLang="en-US" sz="2400" dirty="0">
                <a:latin typeface="Meiryo UI" panose="020B0604030504040204" pitchFamily="50" charset="-128"/>
                <a:ea typeface="Meiryo UI" panose="020B0604030504040204" pitchFamily="50" charset="-128"/>
              </a:rPr>
              <a:t>（４）会員種別一覧表</a:t>
            </a:r>
            <a:endParaRPr lang="en-US" altLang="ja-JP" sz="2400" dirty="0">
              <a:latin typeface="Meiryo UI" panose="020B0604030504040204" pitchFamily="50" charset="-128"/>
              <a:ea typeface="Meiryo UI" panose="020B0604030504040204" pitchFamily="50" charset="-128"/>
            </a:endParaRPr>
          </a:p>
        </p:txBody>
      </p:sp>
      <p:sp>
        <p:nvSpPr>
          <p:cNvPr id="48" name="テキスト ボックス 47">
            <a:extLst>
              <a:ext uri="{FF2B5EF4-FFF2-40B4-BE49-F238E27FC236}">
                <a16:creationId xmlns:a16="http://schemas.microsoft.com/office/drawing/2014/main" id="{17E30D46-A431-FBEB-6BFD-F9EE82A6E0C1}"/>
              </a:ext>
            </a:extLst>
          </p:cNvPr>
          <p:cNvSpPr txBox="1"/>
          <p:nvPr/>
        </p:nvSpPr>
        <p:spPr>
          <a:xfrm>
            <a:off x="9336603" y="276999"/>
            <a:ext cx="2855397" cy="369332"/>
          </a:xfrm>
          <a:prstGeom prst="rect">
            <a:avLst/>
          </a:prstGeom>
          <a:noFill/>
        </p:spPr>
        <p:txBody>
          <a:bodyPr wrap="square" rtlCol="0">
            <a:spAutoFit/>
          </a:bodyPr>
          <a:lstStyle/>
          <a:p>
            <a:r>
              <a:rPr lang="en-US" altLang="ja-JP" dirty="0">
                <a:solidFill>
                  <a:srgbClr val="FF0000"/>
                </a:solidFill>
                <a:latin typeface="Meiryo UI" panose="020B0604030504040204" pitchFamily="50" charset="-128"/>
                <a:ea typeface="Meiryo UI" panose="020B0604030504040204" pitchFamily="50" charset="-128"/>
              </a:rPr>
              <a:t>26</a:t>
            </a:r>
            <a:r>
              <a:rPr lang="ja-JP" altLang="en-US" dirty="0">
                <a:solidFill>
                  <a:srgbClr val="FF0000"/>
                </a:solidFill>
                <a:latin typeface="Meiryo UI" panose="020B0604030504040204" pitchFamily="50" charset="-128"/>
                <a:ea typeface="Meiryo UI" panose="020B0604030504040204" pitchFamily="50" charset="-128"/>
              </a:rPr>
              <a:t>年</a:t>
            </a:r>
            <a:r>
              <a:rPr lang="en-US" altLang="ja-JP" dirty="0">
                <a:solidFill>
                  <a:srgbClr val="FF0000"/>
                </a:solidFill>
                <a:latin typeface="Meiryo UI" panose="020B0604030504040204" pitchFamily="50" charset="-128"/>
                <a:ea typeface="Meiryo UI" panose="020B0604030504040204" pitchFamily="50" charset="-128"/>
              </a:rPr>
              <a:t>9</a:t>
            </a:r>
            <a:r>
              <a:rPr lang="ja-JP" altLang="en-US" dirty="0">
                <a:solidFill>
                  <a:srgbClr val="FF0000"/>
                </a:solidFill>
                <a:latin typeface="Meiryo UI" panose="020B0604030504040204" pitchFamily="50" charset="-128"/>
                <a:ea typeface="Meiryo UI" panose="020B0604030504040204" pitchFamily="50" charset="-128"/>
              </a:rPr>
              <a:t>月</a:t>
            </a:r>
            <a:r>
              <a:rPr lang="en-US" altLang="ja-JP" dirty="0">
                <a:solidFill>
                  <a:srgbClr val="FF0000"/>
                </a:solidFill>
                <a:latin typeface="Meiryo UI" panose="020B0604030504040204" pitchFamily="50" charset="-128"/>
                <a:ea typeface="Meiryo UI" panose="020B0604030504040204" pitchFamily="50" charset="-128"/>
              </a:rPr>
              <a:t>28</a:t>
            </a:r>
            <a:r>
              <a:rPr lang="ja-JP" altLang="en-US" dirty="0">
                <a:solidFill>
                  <a:srgbClr val="FF0000"/>
                </a:solidFill>
                <a:latin typeface="Meiryo UI" panose="020B0604030504040204" pitchFamily="50" charset="-128"/>
                <a:ea typeface="Meiryo UI" panose="020B0604030504040204" pitchFamily="50" charset="-128"/>
              </a:rPr>
              <a:t>日　ページ追加</a:t>
            </a:r>
            <a:endParaRPr lang="en-US" altLang="ja-JP" dirty="0">
              <a:solidFill>
                <a:srgbClr val="FF0000"/>
              </a:solidFill>
              <a:latin typeface="Meiryo UI" panose="020B0604030504040204" pitchFamily="50" charset="-128"/>
              <a:ea typeface="Meiryo UI" panose="020B0604030504040204" pitchFamily="50" charset="-128"/>
            </a:endParaRPr>
          </a:p>
        </p:txBody>
      </p:sp>
      <p:graphicFrame>
        <p:nvGraphicFramePr>
          <p:cNvPr id="4" name="表 3">
            <a:extLst>
              <a:ext uri="{FF2B5EF4-FFF2-40B4-BE49-F238E27FC236}">
                <a16:creationId xmlns:a16="http://schemas.microsoft.com/office/drawing/2014/main" id="{201839EC-EC3A-C432-4985-01842A46B169}"/>
              </a:ext>
            </a:extLst>
          </p:cNvPr>
          <p:cNvGraphicFramePr>
            <a:graphicFrameLocks noGrp="1"/>
          </p:cNvGraphicFramePr>
          <p:nvPr>
            <p:extLst>
              <p:ext uri="{D42A27DB-BD31-4B8C-83A1-F6EECF244321}">
                <p14:modId xmlns:p14="http://schemas.microsoft.com/office/powerpoint/2010/main" val="700824585"/>
              </p:ext>
            </p:extLst>
          </p:nvPr>
        </p:nvGraphicFramePr>
        <p:xfrm>
          <a:off x="473826" y="1245249"/>
          <a:ext cx="11238962" cy="4576618"/>
        </p:xfrm>
        <a:graphic>
          <a:graphicData uri="http://schemas.openxmlformats.org/drawingml/2006/table">
            <a:tbl>
              <a:tblPr firstRow="1" bandRow="1">
                <a:tableStyleId>{5C22544A-7EE6-4342-B048-85BDC9FD1C3A}</a:tableStyleId>
              </a:tblPr>
              <a:tblGrid>
                <a:gridCol w="3337206">
                  <a:extLst>
                    <a:ext uri="{9D8B030D-6E8A-4147-A177-3AD203B41FA5}">
                      <a16:colId xmlns:a16="http://schemas.microsoft.com/office/drawing/2014/main" val="3937947485"/>
                    </a:ext>
                  </a:extLst>
                </a:gridCol>
                <a:gridCol w="3950878">
                  <a:extLst>
                    <a:ext uri="{9D8B030D-6E8A-4147-A177-3AD203B41FA5}">
                      <a16:colId xmlns:a16="http://schemas.microsoft.com/office/drawing/2014/main" val="1180584835"/>
                    </a:ext>
                  </a:extLst>
                </a:gridCol>
                <a:gridCol w="3950878">
                  <a:extLst>
                    <a:ext uri="{9D8B030D-6E8A-4147-A177-3AD203B41FA5}">
                      <a16:colId xmlns:a16="http://schemas.microsoft.com/office/drawing/2014/main" val="1185039261"/>
                    </a:ext>
                  </a:extLst>
                </a:gridCol>
              </a:tblGrid>
              <a:tr h="885303">
                <a:tc>
                  <a:txBody>
                    <a:bodyPr/>
                    <a:lstStyle/>
                    <a:p>
                      <a:pPr algn="ctr"/>
                      <a:r>
                        <a:rPr kumimoji="1" lang="ja-JP" altLang="en-US" dirty="0">
                          <a:latin typeface="Meiryo UI" panose="020B0604030504040204" pitchFamily="50" charset="-128"/>
                          <a:ea typeface="Meiryo UI" panose="020B0604030504040204" pitchFamily="50" charset="-128"/>
                        </a:rPr>
                        <a:t>個人会員種別</a:t>
                      </a:r>
                      <a:endParaRPr kumimoji="1" lang="en-US" altLang="ja-JP" dirty="0">
                        <a:latin typeface="Meiryo UI" panose="020B0604030504040204" pitchFamily="50" charset="-128"/>
                        <a:ea typeface="Meiryo UI" panose="020B0604030504040204" pitchFamily="50" charset="-128"/>
                      </a:endParaRPr>
                    </a:p>
                  </a:txBody>
                  <a:tcPr anchor="ctr"/>
                </a:tc>
                <a:tc>
                  <a:txBody>
                    <a:bodyPr/>
                    <a:lstStyle/>
                    <a:p>
                      <a:pPr algn="ctr"/>
                      <a:r>
                        <a:rPr kumimoji="1" lang="en-US" altLang="ja-JP" dirty="0">
                          <a:latin typeface="Meiryo UI" panose="020B0604030504040204" pitchFamily="50" charset="-128"/>
                          <a:ea typeface="Meiryo UI" panose="020B0604030504040204" pitchFamily="50" charset="-128"/>
                        </a:rPr>
                        <a:t>(</a:t>
                      </a:r>
                      <a:r>
                        <a:rPr kumimoji="1" lang="ja-JP" altLang="en-US" dirty="0">
                          <a:latin typeface="Meiryo UI" panose="020B0604030504040204" pitchFamily="50" charset="-128"/>
                          <a:ea typeface="Meiryo UI" panose="020B0604030504040204" pitchFamily="50" charset="-128"/>
                        </a:rPr>
                        <a:t>免許証番号</a:t>
                      </a:r>
                      <a:r>
                        <a:rPr kumimoji="1" lang="en-US" altLang="ja-JP" dirty="0">
                          <a:latin typeface="Meiryo UI" panose="020B0604030504040204" pitchFamily="50" charset="-128"/>
                          <a:ea typeface="Meiryo UI" panose="020B0604030504040204" pitchFamily="50" charset="-128"/>
                        </a:rPr>
                        <a:t>-G-</a:t>
                      </a:r>
                      <a:r>
                        <a:rPr kumimoji="1" lang="ja-JP" altLang="en-US" dirty="0">
                          <a:latin typeface="Meiryo UI" panose="020B0604030504040204" pitchFamily="50" charset="-128"/>
                          <a:ea typeface="Meiryo UI" panose="020B0604030504040204" pitchFamily="50" charset="-128"/>
                        </a:rPr>
                        <a:t>クラブコード</a:t>
                      </a:r>
                      <a:r>
                        <a:rPr kumimoji="1" lang="en-US" altLang="ja-JP" dirty="0">
                          <a:latin typeface="Meiryo UI" panose="020B0604030504040204" pitchFamily="50" charset="-128"/>
                          <a:ea typeface="Meiryo UI" panose="020B0604030504040204" pitchFamily="50" charset="-128"/>
                        </a:rPr>
                        <a:t>) </a:t>
                      </a:r>
                    </a:p>
                    <a:p>
                      <a:pPr algn="ctr"/>
                      <a:r>
                        <a:rPr kumimoji="1" lang="en-US" altLang="ja-JP" dirty="0">
                          <a:latin typeface="Meiryo UI" panose="020B0604030504040204" pitchFamily="50" charset="-128"/>
                          <a:ea typeface="Meiryo UI" panose="020B0604030504040204" pitchFamily="50" charset="-128"/>
                        </a:rPr>
                        <a:t>General</a:t>
                      </a:r>
                      <a:endParaRPr kumimoji="1" lang="ja-JP" altLang="en-US" dirty="0">
                        <a:latin typeface="Meiryo UI" panose="020B0604030504040204" pitchFamily="50" charset="-128"/>
                        <a:ea typeface="Meiryo UI" panose="020B0604030504040204" pitchFamily="50" charset="-128"/>
                      </a:endParaRPr>
                    </a:p>
                  </a:txBody>
                  <a:tcPr anchor="ctr"/>
                </a:tc>
                <a:tc>
                  <a:txBody>
                    <a:bodyPr/>
                    <a:lstStyle/>
                    <a:p>
                      <a:pPr algn="ctr"/>
                      <a:r>
                        <a:rPr kumimoji="1" lang="en-US" altLang="ja-JP" dirty="0">
                          <a:latin typeface="Meiryo UI" panose="020B0604030504040204" pitchFamily="50" charset="-128"/>
                          <a:ea typeface="Meiryo UI" panose="020B0604030504040204" pitchFamily="50" charset="-128"/>
                        </a:rPr>
                        <a:t>(</a:t>
                      </a:r>
                      <a:r>
                        <a:rPr kumimoji="1" lang="ja-JP" altLang="en-US" dirty="0">
                          <a:latin typeface="Meiryo UI" panose="020B0604030504040204" pitchFamily="50" charset="-128"/>
                          <a:ea typeface="Meiryo UI" panose="020B0604030504040204" pitchFamily="50" charset="-128"/>
                        </a:rPr>
                        <a:t>免許証番号</a:t>
                      </a:r>
                      <a:r>
                        <a:rPr kumimoji="1" lang="en-US" altLang="ja-JP" dirty="0">
                          <a:latin typeface="Meiryo UI" panose="020B0604030504040204" pitchFamily="50" charset="-128"/>
                          <a:ea typeface="Meiryo UI" panose="020B0604030504040204" pitchFamily="50" charset="-128"/>
                        </a:rPr>
                        <a:t>-T-</a:t>
                      </a:r>
                      <a:r>
                        <a:rPr kumimoji="1" lang="ja-JP" altLang="en-US" dirty="0">
                          <a:latin typeface="Meiryo UI" panose="020B0604030504040204" pitchFamily="50" charset="-128"/>
                          <a:ea typeface="Meiryo UI" panose="020B0604030504040204" pitchFamily="50" charset="-128"/>
                        </a:rPr>
                        <a:t>クラブコード</a:t>
                      </a:r>
                      <a:r>
                        <a:rPr kumimoji="1" lang="en-US" altLang="ja-JP" dirty="0">
                          <a:latin typeface="Meiryo UI" panose="020B0604030504040204" pitchFamily="50" charset="-128"/>
                          <a:ea typeface="Meiryo UI" panose="020B0604030504040204" pitchFamily="50" charset="-128"/>
                        </a:rPr>
                        <a:t>) </a:t>
                      </a:r>
                    </a:p>
                    <a:p>
                      <a:pPr algn="ctr"/>
                      <a:r>
                        <a:rPr kumimoji="1" lang="en-US" altLang="ja-JP" dirty="0">
                          <a:latin typeface="Meiryo UI" panose="020B0604030504040204" pitchFamily="50" charset="-128"/>
                          <a:ea typeface="Meiryo UI" panose="020B0604030504040204" pitchFamily="50" charset="-128"/>
                        </a:rPr>
                        <a:t>Temporary</a:t>
                      </a:r>
                      <a:endParaRPr kumimoji="1" lang="ja-JP" altLang="en-US" dirty="0">
                        <a:latin typeface="Meiryo UI" panose="020B0604030504040204" pitchFamily="50" charset="-128"/>
                        <a:ea typeface="Meiryo UI" panose="020B0604030504040204" pitchFamily="50" charset="-128"/>
                      </a:endParaRPr>
                    </a:p>
                  </a:txBody>
                  <a:tcPr anchor="ctr"/>
                </a:tc>
                <a:extLst>
                  <a:ext uri="{0D108BD9-81ED-4DB2-BD59-A6C34878D82A}">
                    <a16:rowId xmlns:a16="http://schemas.microsoft.com/office/drawing/2014/main" val="917672075"/>
                  </a:ext>
                </a:extLst>
              </a:tr>
              <a:tr h="610247">
                <a:tc>
                  <a:txBody>
                    <a:bodyPr/>
                    <a:lstStyle/>
                    <a:p>
                      <a:pPr algn="ctr"/>
                      <a:r>
                        <a:rPr kumimoji="1" lang="ja-JP" altLang="en-US" b="1" dirty="0">
                          <a:latin typeface="Meiryo UI" panose="020B0604030504040204" pitchFamily="50" charset="-128"/>
                          <a:ea typeface="Meiryo UI" panose="020B0604030504040204" pitchFamily="50" charset="-128"/>
                        </a:rPr>
                        <a:t>会費</a:t>
                      </a:r>
                    </a:p>
                  </a:txBody>
                  <a:tcPr anchor="ctr"/>
                </a:tc>
                <a:tc>
                  <a:txBody>
                    <a:bodyPr/>
                    <a:lstStyle/>
                    <a:p>
                      <a:pPr algn="ctr"/>
                      <a:r>
                        <a:rPr kumimoji="1" lang="en-US" altLang="ja-JP" b="1" dirty="0">
                          <a:latin typeface="Meiryo UI" panose="020B0604030504040204" pitchFamily="50" charset="-128"/>
                          <a:ea typeface="Meiryo UI" panose="020B0604030504040204" pitchFamily="50" charset="-128"/>
                        </a:rPr>
                        <a:t>2,000</a:t>
                      </a:r>
                      <a:r>
                        <a:rPr kumimoji="1" lang="ja-JP" altLang="en-US" b="1" dirty="0">
                          <a:latin typeface="Meiryo UI" panose="020B0604030504040204" pitchFamily="50" charset="-128"/>
                          <a:ea typeface="Meiryo UI" panose="020B0604030504040204" pitchFamily="50" charset="-128"/>
                        </a:rPr>
                        <a:t>円</a:t>
                      </a:r>
                      <a:r>
                        <a:rPr kumimoji="1" lang="en-US" altLang="ja-JP" b="1" dirty="0">
                          <a:latin typeface="Meiryo UI" panose="020B0604030504040204" pitchFamily="50" charset="-128"/>
                          <a:ea typeface="Meiryo UI" panose="020B0604030504040204" pitchFamily="50" charset="-128"/>
                        </a:rPr>
                        <a:t>/</a:t>
                      </a:r>
                      <a:r>
                        <a:rPr kumimoji="1" lang="ja-JP" altLang="en-US" b="1" dirty="0">
                          <a:latin typeface="Meiryo UI" panose="020B0604030504040204" pitchFamily="50" charset="-128"/>
                          <a:ea typeface="Meiryo UI" panose="020B0604030504040204" pitchFamily="50" charset="-128"/>
                        </a:rPr>
                        <a:t>年</a:t>
                      </a:r>
                      <a:endParaRPr kumimoji="1" lang="en-US" altLang="ja-JP" b="1" dirty="0">
                        <a:latin typeface="Meiryo UI" panose="020B0604030504040204" pitchFamily="50" charset="-128"/>
                        <a:ea typeface="Meiryo UI" panose="020B0604030504040204" pitchFamily="50" charset="-128"/>
                      </a:endParaRPr>
                    </a:p>
                  </a:txBody>
                  <a:tcPr anchor="ctr"/>
                </a:tc>
                <a:tc>
                  <a:txBody>
                    <a:bodyPr/>
                    <a:lstStyle/>
                    <a:p>
                      <a:pPr algn="ctr"/>
                      <a:r>
                        <a:rPr kumimoji="1" lang="en-US" altLang="ja-JP" b="1" dirty="0">
                          <a:latin typeface="Meiryo UI" panose="020B0604030504040204" pitchFamily="50" charset="-128"/>
                          <a:ea typeface="Meiryo UI" panose="020B0604030504040204" pitchFamily="50" charset="-128"/>
                        </a:rPr>
                        <a:t>500</a:t>
                      </a:r>
                      <a:r>
                        <a:rPr kumimoji="1" lang="ja-JP" altLang="en-US" b="1" dirty="0">
                          <a:latin typeface="Meiryo UI" panose="020B0604030504040204" pitchFamily="50" charset="-128"/>
                          <a:ea typeface="Meiryo UI" panose="020B0604030504040204" pitchFamily="50" charset="-128"/>
                        </a:rPr>
                        <a:t>円</a:t>
                      </a:r>
                      <a:r>
                        <a:rPr kumimoji="1" lang="en-US" altLang="ja-JP" b="1" dirty="0">
                          <a:latin typeface="Meiryo UI" panose="020B0604030504040204" pitchFamily="50" charset="-128"/>
                          <a:ea typeface="Meiryo UI" panose="020B0604030504040204" pitchFamily="50" charset="-128"/>
                        </a:rPr>
                        <a:t>/</a:t>
                      </a:r>
                      <a:r>
                        <a:rPr kumimoji="1" lang="ja-JP" altLang="en-US" b="1" dirty="0">
                          <a:latin typeface="Meiryo UI" panose="020B0604030504040204" pitchFamily="50" charset="-128"/>
                          <a:ea typeface="Meiryo UI" panose="020B0604030504040204" pitchFamily="50" charset="-128"/>
                        </a:rPr>
                        <a:t>回</a:t>
                      </a:r>
                    </a:p>
                  </a:txBody>
                  <a:tcPr anchor="ctr"/>
                </a:tc>
                <a:extLst>
                  <a:ext uri="{0D108BD9-81ED-4DB2-BD59-A6C34878D82A}">
                    <a16:rowId xmlns:a16="http://schemas.microsoft.com/office/drawing/2014/main" val="2385596549"/>
                  </a:ext>
                </a:extLst>
              </a:tr>
              <a:tr h="610247">
                <a:tc>
                  <a:txBody>
                    <a:bodyPr/>
                    <a:lstStyle/>
                    <a:p>
                      <a:pPr algn="ctr"/>
                      <a:r>
                        <a:rPr kumimoji="1" lang="ja-JP" altLang="en-US" b="1" dirty="0">
                          <a:latin typeface="Meiryo UI" panose="020B0604030504040204" pitchFamily="50" charset="-128"/>
                          <a:ea typeface="Meiryo UI" panose="020B0604030504040204" pitchFamily="50" charset="-128"/>
                        </a:rPr>
                        <a:t>会員有効期間</a:t>
                      </a:r>
                    </a:p>
                  </a:txBody>
                  <a:tcPr anchor="ctr"/>
                </a:tc>
                <a:tc>
                  <a:txBody>
                    <a:bodyPr/>
                    <a:lstStyle/>
                    <a:p>
                      <a:pPr algn="ctr"/>
                      <a:r>
                        <a:rPr kumimoji="1" lang="ja-JP" altLang="en-US" b="1" dirty="0">
                          <a:latin typeface="Meiryo UI" panose="020B0604030504040204" pitchFamily="50" charset="-128"/>
                          <a:ea typeface="Meiryo UI" panose="020B0604030504040204" pitchFamily="50" charset="-128"/>
                        </a:rPr>
                        <a:t>年度内有効</a:t>
                      </a:r>
                      <a:endParaRPr kumimoji="1" lang="en-US" altLang="ja-JP" b="1" dirty="0">
                        <a:latin typeface="Meiryo UI" panose="020B0604030504040204" pitchFamily="50" charset="-128"/>
                        <a:ea typeface="Meiryo UI" panose="020B0604030504040204" pitchFamily="50" charset="-128"/>
                      </a:endParaRPr>
                    </a:p>
                  </a:txBody>
                  <a:tcPr anchor="ctr"/>
                </a:tc>
                <a:tc>
                  <a:txBody>
                    <a:bodyPr/>
                    <a:lstStyle/>
                    <a:p>
                      <a:pPr algn="ctr"/>
                      <a:r>
                        <a:rPr kumimoji="1" lang="ja-JP" altLang="en-US" b="1" dirty="0">
                          <a:latin typeface="Meiryo UI" panose="020B0604030504040204" pitchFamily="50" charset="-128"/>
                          <a:ea typeface="Meiryo UI" panose="020B0604030504040204" pitchFamily="50" charset="-128"/>
                        </a:rPr>
                        <a:t>イベント当日のみ</a:t>
                      </a:r>
                      <a:endParaRPr kumimoji="1" lang="en-US" altLang="ja-JP" b="1" dirty="0">
                        <a:latin typeface="Meiryo UI" panose="020B0604030504040204" pitchFamily="50" charset="-128"/>
                        <a:ea typeface="Meiryo UI" panose="020B0604030504040204" pitchFamily="50" charset="-128"/>
                      </a:endParaRPr>
                    </a:p>
                  </a:txBody>
                  <a:tcPr anchor="ctr"/>
                </a:tc>
                <a:extLst>
                  <a:ext uri="{0D108BD9-81ED-4DB2-BD59-A6C34878D82A}">
                    <a16:rowId xmlns:a16="http://schemas.microsoft.com/office/drawing/2014/main" val="2754298548"/>
                  </a:ext>
                </a:extLst>
              </a:tr>
              <a:tr h="610247">
                <a:tc>
                  <a:txBody>
                    <a:bodyPr/>
                    <a:lstStyle/>
                    <a:p>
                      <a:pPr algn="ctr"/>
                      <a:r>
                        <a:rPr kumimoji="1" lang="ja-JP" altLang="en-US" b="1" dirty="0">
                          <a:latin typeface="Meiryo UI" panose="020B0604030504040204" pitchFamily="50" charset="-128"/>
                          <a:ea typeface="Meiryo UI" panose="020B0604030504040204" pitchFamily="50" charset="-128"/>
                        </a:rPr>
                        <a:t>デジタル会員証</a:t>
                      </a:r>
                    </a:p>
                  </a:txBody>
                  <a:tcPr anchor="ctr"/>
                </a:tc>
                <a:tc>
                  <a:txBody>
                    <a:bodyPr/>
                    <a:lstStyle/>
                    <a:p>
                      <a:pPr algn="ctr"/>
                      <a:r>
                        <a:rPr kumimoji="1" lang="ja-JP" altLang="en-US" b="1" dirty="0">
                          <a:latin typeface="Meiryo UI" panose="020B0604030504040204" pitchFamily="50" charset="-128"/>
                          <a:ea typeface="Meiryo UI" panose="020B0604030504040204" pitchFamily="50" charset="-128"/>
                        </a:rPr>
                        <a:t>あり</a:t>
                      </a:r>
                    </a:p>
                  </a:txBody>
                  <a:tcPr anchor="ctr"/>
                </a:tc>
                <a:tc>
                  <a:txBody>
                    <a:bodyPr/>
                    <a:lstStyle/>
                    <a:p>
                      <a:pPr algn="ctr"/>
                      <a:r>
                        <a:rPr kumimoji="1" lang="ja-JP" altLang="en-US" b="1" dirty="0">
                          <a:latin typeface="Meiryo UI" panose="020B0604030504040204" pitchFamily="50" charset="-128"/>
                          <a:ea typeface="Meiryo UI" panose="020B0604030504040204" pitchFamily="50" charset="-128"/>
                        </a:rPr>
                        <a:t>なし</a:t>
                      </a:r>
                    </a:p>
                  </a:txBody>
                  <a:tcPr anchor="ctr"/>
                </a:tc>
                <a:extLst>
                  <a:ext uri="{0D108BD9-81ED-4DB2-BD59-A6C34878D82A}">
                    <a16:rowId xmlns:a16="http://schemas.microsoft.com/office/drawing/2014/main" val="2230026623"/>
                  </a:ext>
                </a:extLst>
              </a:tr>
              <a:tr h="610247">
                <a:tc>
                  <a:txBody>
                    <a:bodyPr/>
                    <a:lstStyle/>
                    <a:p>
                      <a:pPr algn="ctr"/>
                      <a:r>
                        <a:rPr kumimoji="1" lang="ja-JP" altLang="en-US" b="1" dirty="0">
                          <a:solidFill>
                            <a:sysClr val="windowText" lastClr="000000"/>
                          </a:solidFill>
                          <a:latin typeface="Meiryo UI" panose="020B0604030504040204" pitchFamily="50" charset="-128"/>
                          <a:ea typeface="Meiryo UI" panose="020B0604030504040204" pitchFamily="50" charset="-128"/>
                        </a:rPr>
                        <a:t>ＪＡＦ近畿地域</a:t>
                      </a:r>
                      <a:endParaRPr kumimoji="1" lang="en-US" altLang="ja-JP" b="1" dirty="0">
                        <a:solidFill>
                          <a:sysClr val="windowText" lastClr="000000"/>
                        </a:solidFill>
                        <a:latin typeface="Meiryo UI" panose="020B0604030504040204" pitchFamily="50" charset="-128"/>
                        <a:ea typeface="Meiryo UI" panose="020B0604030504040204" pitchFamily="50" charset="-128"/>
                      </a:endParaRPr>
                    </a:p>
                    <a:p>
                      <a:pPr algn="ctr"/>
                      <a:r>
                        <a:rPr kumimoji="1" lang="ja-JP" altLang="en-US" b="1" dirty="0">
                          <a:solidFill>
                            <a:sysClr val="windowText" lastClr="000000"/>
                          </a:solidFill>
                          <a:latin typeface="Meiryo UI" panose="020B0604030504040204" pitchFamily="50" charset="-128"/>
                          <a:ea typeface="Meiryo UI" panose="020B0604030504040204" pitchFamily="50" charset="-128"/>
                        </a:rPr>
                        <a:t>クラブ協議会見舞金権利</a:t>
                      </a:r>
                    </a:p>
                  </a:txBody>
                  <a:tcPr anchor="ctr"/>
                </a:tc>
                <a:tc>
                  <a:txBody>
                    <a:bodyPr/>
                    <a:lstStyle/>
                    <a:p>
                      <a:pPr algn="ctr"/>
                      <a:r>
                        <a:rPr kumimoji="1" lang="ja-JP" altLang="en-US" b="1" dirty="0">
                          <a:solidFill>
                            <a:sysClr val="windowText" lastClr="000000"/>
                          </a:solidFill>
                          <a:latin typeface="Meiryo UI" panose="020B0604030504040204" pitchFamily="50" charset="-128"/>
                          <a:ea typeface="Meiryo UI" panose="020B0604030504040204" pitchFamily="50" charset="-128"/>
                        </a:rPr>
                        <a:t>年度内有効</a:t>
                      </a:r>
                    </a:p>
                  </a:txBody>
                  <a:tcPr anchor="ctr"/>
                </a:tc>
                <a:tc>
                  <a:txBody>
                    <a:bodyPr/>
                    <a:lstStyle/>
                    <a:p>
                      <a:pPr algn="ctr"/>
                      <a:r>
                        <a:rPr kumimoji="1" lang="ja-JP" altLang="en-US" b="1" dirty="0">
                          <a:solidFill>
                            <a:sysClr val="windowText" lastClr="000000"/>
                          </a:solidFill>
                          <a:latin typeface="Meiryo UI" panose="020B0604030504040204" pitchFamily="50" charset="-128"/>
                          <a:ea typeface="Meiryo UI" panose="020B0604030504040204" pitchFamily="50" charset="-128"/>
                        </a:rPr>
                        <a:t>イベント当日のみ</a:t>
                      </a:r>
                    </a:p>
                  </a:txBody>
                  <a:tcPr anchor="ctr"/>
                </a:tc>
                <a:extLst>
                  <a:ext uri="{0D108BD9-81ED-4DB2-BD59-A6C34878D82A}">
                    <a16:rowId xmlns:a16="http://schemas.microsoft.com/office/drawing/2014/main" val="1469027580"/>
                  </a:ext>
                </a:extLst>
              </a:tr>
              <a:tr h="610247">
                <a:tc>
                  <a:txBody>
                    <a:bodyPr/>
                    <a:lstStyle/>
                    <a:p>
                      <a:pPr algn="ctr"/>
                      <a:r>
                        <a:rPr kumimoji="1" lang="ja-JP" altLang="en-US" b="1" dirty="0">
                          <a:solidFill>
                            <a:sysClr val="windowText" lastClr="000000"/>
                          </a:solidFill>
                          <a:latin typeface="Meiryo UI" panose="020B0604030504040204" pitchFamily="50" charset="-128"/>
                          <a:ea typeface="Meiryo UI" panose="020B0604030504040204" pitchFamily="50" charset="-128"/>
                        </a:rPr>
                        <a:t>個人会員メニューの見え方</a:t>
                      </a:r>
                    </a:p>
                  </a:txBody>
                  <a:tcPr anchor="ctr"/>
                </a:tc>
                <a:tc>
                  <a:txBody>
                    <a:bodyPr/>
                    <a:lstStyle/>
                    <a:p>
                      <a:pPr algn="ctr"/>
                      <a:r>
                        <a:rPr kumimoji="1" lang="ja-JP" altLang="en-US" b="1" dirty="0">
                          <a:solidFill>
                            <a:sysClr val="windowText" lastClr="000000"/>
                          </a:solidFill>
                          <a:latin typeface="Meiryo UI" panose="020B0604030504040204" pitchFamily="50" charset="-128"/>
                          <a:ea typeface="Meiryo UI" panose="020B0604030504040204" pitchFamily="50" charset="-128"/>
                        </a:rPr>
                        <a:t>年度内有効</a:t>
                      </a:r>
                    </a:p>
                  </a:txBody>
                  <a:tcPr anchor="ctr"/>
                </a:tc>
                <a:tc>
                  <a:txBody>
                    <a:bodyPr/>
                    <a:lstStyle/>
                    <a:p>
                      <a:pPr algn="ctr"/>
                      <a:r>
                        <a:rPr kumimoji="1" lang="ja-JP" altLang="en-US" b="1" dirty="0">
                          <a:solidFill>
                            <a:sysClr val="windowText" lastClr="000000"/>
                          </a:solidFill>
                          <a:latin typeface="Meiryo UI" panose="020B0604030504040204" pitchFamily="50" charset="-128"/>
                          <a:ea typeface="Meiryo UI" panose="020B0604030504040204" pitchFamily="50" charset="-128"/>
                        </a:rPr>
                        <a:t>年度内有効</a:t>
                      </a:r>
                    </a:p>
                  </a:txBody>
                  <a:tcPr anchor="ctr"/>
                </a:tc>
                <a:extLst>
                  <a:ext uri="{0D108BD9-81ED-4DB2-BD59-A6C34878D82A}">
                    <a16:rowId xmlns:a16="http://schemas.microsoft.com/office/drawing/2014/main" val="3596210108"/>
                  </a:ext>
                </a:extLst>
              </a:tr>
              <a:tr h="610247">
                <a:tc>
                  <a:txBody>
                    <a:bodyPr/>
                    <a:lstStyle/>
                    <a:p>
                      <a:pPr algn="ctr"/>
                      <a:r>
                        <a:rPr kumimoji="1" lang="ja-JP" altLang="en-US" b="1" dirty="0">
                          <a:solidFill>
                            <a:sysClr val="windowText" lastClr="000000"/>
                          </a:solidFill>
                          <a:latin typeface="Meiryo UI" panose="020B0604030504040204" pitchFamily="50" charset="-128"/>
                          <a:ea typeface="Meiryo UI" panose="020B0604030504040204" pitchFamily="50" charset="-128"/>
                        </a:rPr>
                        <a:t>競技</a:t>
                      </a:r>
                      <a:r>
                        <a:rPr kumimoji="1" lang="en-US" altLang="ja-JP" b="1" dirty="0">
                          <a:solidFill>
                            <a:sysClr val="windowText" lastClr="000000"/>
                          </a:solidFill>
                          <a:latin typeface="Meiryo UI" panose="020B0604030504040204" pitchFamily="50" charset="-128"/>
                          <a:ea typeface="Meiryo UI" panose="020B0604030504040204" pitchFamily="50" charset="-128"/>
                        </a:rPr>
                        <a:t>/</a:t>
                      </a:r>
                      <a:r>
                        <a:rPr kumimoji="1" lang="ja-JP" altLang="en-US" b="1" dirty="0">
                          <a:solidFill>
                            <a:sysClr val="windowText" lastClr="000000"/>
                          </a:solidFill>
                          <a:latin typeface="Meiryo UI" panose="020B0604030504040204" pitchFamily="50" charset="-128"/>
                          <a:ea typeface="Meiryo UI" panose="020B0604030504040204" pitchFamily="50" charset="-128"/>
                        </a:rPr>
                        <a:t>審判員ライセンス</a:t>
                      </a:r>
                    </a:p>
                  </a:txBody>
                  <a:tcPr anchor="ctr"/>
                </a:tc>
                <a:tc>
                  <a:txBody>
                    <a:bodyPr/>
                    <a:lstStyle/>
                    <a:p>
                      <a:pPr algn="ctr"/>
                      <a:r>
                        <a:rPr kumimoji="1" lang="ja-JP" altLang="en-US" b="1" dirty="0">
                          <a:solidFill>
                            <a:sysClr val="windowText" lastClr="000000"/>
                          </a:solidFill>
                          <a:latin typeface="Meiryo UI" panose="020B0604030504040204" pitchFamily="50" charset="-128"/>
                          <a:ea typeface="Meiryo UI" panose="020B0604030504040204" pitchFamily="50" charset="-128"/>
                        </a:rPr>
                        <a:t>必須</a:t>
                      </a:r>
                    </a:p>
                  </a:txBody>
                  <a:tcPr anchor="ctr"/>
                </a:tc>
                <a:tc>
                  <a:txBody>
                    <a:bodyPr/>
                    <a:lstStyle/>
                    <a:p>
                      <a:pPr algn="ctr"/>
                      <a:r>
                        <a:rPr kumimoji="1" lang="ja-JP" altLang="en-US" b="1" dirty="0">
                          <a:solidFill>
                            <a:sysClr val="windowText" lastClr="000000"/>
                          </a:solidFill>
                          <a:latin typeface="Meiryo UI" panose="020B0604030504040204" pitchFamily="50" charset="-128"/>
                          <a:ea typeface="Meiryo UI" panose="020B0604030504040204" pitchFamily="50" charset="-128"/>
                        </a:rPr>
                        <a:t>不問</a:t>
                      </a:r>
                    </a:p>
                  </a:txBody>
                  <a:tcPr anchor="ctr"/>
                </a:tc>
                <a:extLst>
                  <a:ext uri="{0D108BD9-81ED-4DB2-BD59-A6C34878D82A}">
                    <a16:rowId xmlns:a16="http://schemas.microsoft.com/office/drawing/2014/main" val="3538985084"/>
                  </a:ext>
                </a:extLst>
              </a:tr>
            </a:tbl>
          </a:graphicData>
        </a:graphic>
      </p:graphicFrame>
      <p:sp>
        <p:nvSpPr>
          <p:cNvPr id="6" name="テキスト ボックス 5">
            <a:extLst>
              <a:ext uri="{FF2B5EF4-FFF2-40B4-BE49-F238E27FC236}">
                <a16:creationId xmlns:a16="http://schemas.microsoft.com/office/drawing/2014/main" id="{CCE72A98-9A5F-6992-1AE8-D1BEF369CEC5}"/>
              </a:ext>
            </a:extLst>
          </p:cNvPr>
          <p:cNvSpPr txBox="1"/>
          <p:nvPr/>
        </p:nvSpPr>
        <p:spPr>
          <a:xfrm>
            <a:off x="473826" y="5821867"/>
            <a:ext cx="11363497" cy="923330"/>
          </a:xfrm>
          <a:prstGeom prst="rect">
            <a:avLst/>
          </a:prstGeom>
          <a:noFill/>
        </p:spPr>
        <p:txBody>
          <a:bodyPr wrap="square" rtlCol="0">
            <a:spAutoFit/>
          </a:bodyPr>
          <a:lstStyle/>
          <a:p>
            <a:r>
              <a:rPr kumimoji="1" lang="en-US" altLang="ja-JP" dirty="0">
                <a:latin typeface="Meiryo UI" panose="020B0604030504040204" pitchFamily="50" charset="-128"/>
                <a:ea typeface="Meiryo UI" panose="020B0604030504040204" pitchFamily="50" charset="-128"/>
              </a:rPr>
              <a:t>※General</a:t>
            </a:r>
            <a:r>
              <a:rPr kumimoji="1" lang="ja-JP" altLang="en-US" dirty="0">
                <a:latin typeface="Meiryo UI" panose="020B0604030504040204" pitchFamily="50" charset="-128"/>
                <a:ea typeface="Meiryo UI" panose="020B0604030504040204" pitchFamily="50" charset="-128"/>
              </a:rPr>
              <a:t>は年度内有効の個人会員、対象は選手、審判、事務局、</a:t>
            </a:r>
            <a:r>
              <a:rPr lang="en-US" altLang="ja-JP" dirty="0">
                <a:latin typeface="Meiryo UI" panose="020B0604030504040204" pitchFamily="50" charset="-128"/>
                <a:ea typeface="Meiryo UI" panose="020B0604030504040204" pitchFamily="50" charset="-128"/>
              </a:rPr>
              <a:t>Temporary</a:t>
            </a:r>
            <a:r>
              <a:rPr kumimoji="1" lang="ja-JP" altLang="en-US" dirty="0">
                <a:latin typeface="Meiryo UI" panose="020B0604030504040204" pitchFamily="50" charset="-128"/>
                <a:ea typeface="Meiryo UI" panose="020B0604030504040204" pitchFamily="50" charset="-128"/>
              </a:rPr>
              <a:t>はオートテスト等の当日限りを対象</a:t>
            </a:r>
            <a:endParaRPr kumimoji="1" lang="en-US" altLang="ja-JP" dirty="0">
              <a:latin typeface="Meiryo UI" panose="020B0604030504040204" pitchFamily="50" charset="-128"/>
              <a:ea typeface="Meiryo UI" panose="020B0604030504040204" pitchFamily="50" charset="-128"/>
            </a:endParaRPr>
          </a:p>
          <a:p>
            <a:r>
              <a:rPr lang="ja-JP" altLang="en-US" dirty="0">
                <a:latin typeface="Meiryo UI" panose="020B0604030504040204" pitchFamily="50" charset="-128"/>
                <a:ea typeface="Meiryo UI" panose="020B0604030504040204" pitchFamily="50" charset="-128"/>
              </a:rPr>
              <a:t>　　</a:t>
            </a:r>
            <a:r>
              <a:rPr lang="en-US" altLang="ja-JP" dirty="0">
                <a:latin typeface="Meiryo UI" panose="020B0604030504040204" pitchFamily="50" charset="-128"/>
                <a:ea typeface="Meiryo UI" panose="020B0604030504040204" pitchFamily="50" charset="-128"/>
              </a:rPr>
              <a:t>Temporary</a:t>
            </a:r>
            <a:r>
              <a:rPr lang="ja-JP" altLang="en-US" dirty="0">
                <a:latin typeface="Meiryo UI" panose="020B0604030504040204" pitchFamily="50" charset="-128"/>
                <a:ea typeface="Meiryo UI" panose="020B0604030504040204" pitchFamily="50" charset="-128"/>
              </a:rPr>
              <a:t>の個人会員番号におけるクラブコードはイベント主催クラブのコードを使用、またオートテストの参加のみの</a:t>
            </a:r>
            <a:endParaRPr lang="en-US" altLang="ja-JP" dirty="0">
              <a:latin typeface="Meiryo UI" panose="020B0604030504040204" pitchFamily="50" charset="-128"/>
              <a:ea typeface="Meiryo UI" panose="020B0604030504040204" pitchFamily="50" charset="-128"/>
            </a:endParaRPr>
          </a:p>
          <a:p>
            <a:r>
              <a:rPr lang="ja-JP" altLang="en-US" dirty="0">
                <a:latin typeface="Meiryo UI" panose="020B0604030504040204" pitchFamily="50" charset="-128"/>
                <a:ea typeface="Meiryo UI" panose="020B0604030504040204" pitchFamily="50" charset="-128"/>
              </a:rPr>
              <a:t>　　参加の場合でも</a:t>
            </a:r>
            <a:r>
              <a:rPr lang="en-US" altLang="ja-JP" dirty="0">
                <a:latin typeface="Meiryo UI" panose="020B0604030504040204" pitchFamily="50" charset="-128"/>
                <a:ea typeface="Meiryo UI" panose="020B0604030504040204" pitchFamily="50" charset="-128"/>
              </a:rPr>
              <a:t>General</a:t>
            </a:r>
            <a:r>
              <a:rPr lang="ja-JP" altLang="en-US" dirty="0">
                <a:latin typeface="Meiryo UI" panose="020B0604030504040204" pitchFamily="50" charset="-128"/>
                <a:ea typeface="Meiryo UI" panose="020B0604030504040204" pitchFamily="50" charset="-128"/>
              </a:rPr>
              <a:t>の会員になることは可能とする</a:t>
            </a:r>
            <a:endParaRPr lang="en-US" altLang="ja-JP" dirty="0">
              <a:latin typeface="Meiryo UI" panose="020B0604030504040204" pitchFamily="50" charset="-128"/>
              <a:ea typeface="Meiryo UI" panose="020B0604030504040204" pitchFamily="50" charset="-128"/>
            </a:endParaRPr>
          </a:p>
        </p:txBody>
      </p:sp>
    </p:spTree>
    <p:extLst>
      <p:ext uri="{BB962C8B-B14F-4D97-AF65-F5344CB8AC3E}">
        <p14:creationId xmlns:p14="http://schemas.microsoft.com/office/powerpoint/2010/main" val="3198722570"/>
      </p:ext>
    </p:extLst>
  </p:cSld>
  <p:clrMapOvr>
    <a:masterClrMapping/>
  </p:clrMapOvr>
</p:sld>
</file>

<file path=ppt/theme/theme1.xml><?xml version="1.0" encoding="utf-8"?>
<a:theme xmlns:a="http://schemas.openxmlformats.org/drawingml/2006/main" name="Office テーマ">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游ゴシック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游ゴシック"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3412</TotalTime>
  <Words>3003</Words>
  <Application>Microsoft Office PowerPoint</Application>
  <PresentationFormat>ワイド画面</PresentationFormat>
  <Paragraphs>637</Paragraphs>
  <Slides>19</Slides>
  <Notes>0</Notes>
  <HiddenSlides>0</HiddenSlides>
  <MMClips>0</MMClips>
  <ScaleCrop>false</ScaleCrop>
  <HeadingPairs>
    <vt:vector size="6" baseType="variant">
      <vt:variant>
        <vt:lpstr>使用されているフォント</vt:lpstr>
      </vt:variant>
      <vt:variant>
        <vt:i4>5</vt:i4>
      </vt:variant>
      <vt:variant>
        <vt:lpstr>テーマ</vt:lpstr>
      </vt:variant>
      <vt:variant>
        <vt:i4>1</vt:i4>
      </vt:variant>
      <vt:variant>
        <vt:lpstr>スライド タイトル</vt:lpstr>
      </vt:variant>
      <vt:variant>
        <vt:i4>19</vt:i4>
      </vt:variant>
    </vt:vector>
  </HeadingPairs>
  <TitlesOfParts>
    <vt:vector size="25" baseType="lpstr">
      <vt:lpstr>BIZ UDPゴシック</vt:lpstr>
      <vt:lpstr>Meiryo UI</vt:lpstr>
      <vt:lpstr>游ゴシック</vt:lpstr>
      <vt:lpstr>游ゴシック Light</vt:lpstr>
      <vt:lpstr>Arial</vt:lpstr>
      <vt:lpstr>Office テーマ</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Kakae Hirotaka</dc:creator>
  <cp:lastModifiedBy>Kakae Hirotaka</cp:lastModifiedBy>
  <cp:revision>52</cp:revision>
  <cp:lastPrinted>2026-09-26T01:57:36Z</cp:lastPrinted>
  <dcterms:created xsi:type="dcterms:W3CDTF">2026-02-23T01:48:57Z</dcterms:created>
  <dcterms:modified xsi:type="dcterms:W3CDTF">2026-09-28T12:17:16Z</dcterms:modified>
</cp:coreProperties>
</file>